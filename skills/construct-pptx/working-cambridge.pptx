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5.xml" ContentType="application/vnd.openxmlformats-officedocument.presentationml.notesSlide+xml"/>
  <Override PartName="/ppt/notesSlides/notesSlide48.xml" ContentType="application/vnd.openxmlformats-officedocument.presentationml.notesSlide+xml"/>
  <Override PartName="/ppt/notesSlides/notesSlide51.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48.xml" ContentType="application/vnd.openxmlformats-officedocument.presentationml.slide+xml"/>
  <Override PartName="/ppt/slides/slide51.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87" r:id="rId5"/>
  </p:sldMasterIdLst>
  <p:notesMasterIdLst>
    <p:notesMasterId r:id="rId6"/>
  </p:notesMasterIdLst>
  <p:sldIdLst>
    <p:sldId id="256" r:id="rId7"/>
    <p:sldId id="263" r:id="rId14"/>
    <p:sldId id="271" r:id="rId22"/>
    <p:sldId id="313" r:id="rId73"/>
    <p:sldId id="314" r:id="rId74"/>
    <p:sldId id="264" r:id="rId15"/>
    <p:sldId id="270" r:id="rId21"/>
    <p:sldId id="315" r:id="rId75"/>
    <p:sldId id="265" r:id="rId16"/>
    <p:sldId id="316" r:id="rId76"/>
    <p:sldId id="266" r:id="rId17"/>
    <p:sldId id="317" r:id="rId77"/>
    <p:sldId id="312" r:id="rId72"/>
    <p:sldId id="318" r:id="rId78"/>
    <p:sldId id="319" r:id="rId79"/>
    <p:sldId id="320" r:id="rId80"/>
    <p:sldId id="322" r:id="rId82"/>
    <p:sldId id="321" r:id="rId81"/>
    <p:sldId id="323" r:id="rId83"/>
    <p:sldId id="280" r:id="rId31"/>
    <p:sldId id="303" r:id="rId54"/>
    <p:sldId id="324" r:id="rId84"/>
    <p:sldId id="325" r:id="rId85"/>
    <p:sldId id="306" r:id="rId57"/>
  </p:sldIdLst>
  <p:sldSz cy="5143500" cx="9144000"/>
  <p:notesSz cx="20104100" cy="11309350"/>
  <p:embeddedFontLst>
    <p:embeddedFont>
      <p:font typeface="Proxima Nova"/>
      <p:regular r:id="rId63"/>
      <p:bold r:id="rId64"/>
      <p:italic r:id="rId65"/>
      <p:boldItalic r:id="rId66"/>
    </p:embeddedFont>
    <p:embeddedFont>
      <p:font typeface="Proxima Nova Extrabold"/>
      <p:bold r:id="rId67"/>
    </p:embeddedFont>
    <p:embeddedFont>
      <p:font typeface="Rubik"/>
      <p:regular r:id="rId68"/>
      <p:bold r:id="rId69"/>
      <p:italic r:id="rId70"/>
      <p:boldItalic r:id="rId7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pos="2880">
          <p15:clr>
            <a:srgbClr val="9AA0A6"/>
          </p15:clr>
        </p15:guide>
        <p15:guide id="2" orient="horz" pos="1620">
          <p15:clr>
            <a:srgbClr val="A4A3A4"/>
          </p15:clr>
        </p15:guide>
        <p15:guide id="3" pos="283">
          <p15:clr>
            <a:srgbClr val="9AA0A6"/>
          </p15:clr>
        </p15:guide>
        <p15:guide id="4" pos="5477">
          <p15:clr>
            <a:srgbClr val="9AA0A6"/>
          </p15:clr>
        </p15:guide>
        <p15:guide id="5" pos="1361">
          <p15:clr>
            <a:srgbClr val="747775"/>
          </p15:clr>
        </p15:guide>
        <p15:guide id="6" pos="4399">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76DCBB32-7D8A-4C07-9A29-6E0C0A84CB67}">
  <a:tblStyle styleId="{76DCBB32-7D8A-4C07-9A29-6E0C0A84CB67}"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72724343-1FD2-4E2D-94CB-558974206A1D}" styleName="Table_1">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80"/>
        <p:guide pos="1620" orient="horz"/>
        <p:guide pos="283"/>
        <p:guide pos="5477"/>
        <p:guide pos="1361"/>
        <p:guide pos="4399"/>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21" Type="http://schemas.openxmlformats.org/officeDocument/2006/relationships/slide" Target="slides/slide15.xml"/><Relationship Id="rId22" Type="http://schemas.openxmlformats.org/officeDocument/2006/relationships/slide" Target="slides/slide16.xml"/><Relationship Id="rId31" Type="http://schemas.openxmlformats.org/officeDocument/2006/relationships/slide" Target="slides/slide25.xml"/><Relationship Id="rId54" Type="http://schemas.openxmlformats.org/officeDocument/2006/relationships/slide" Target="slides/slide48.xml"/><Relationship Id="rId57" Type="http://schemas.openxmlformats.org/officeDocument/2006/relationships/slide" Target="slides/slide51.xml"/><Relationship Id="rId63" Type="http://schemas.openxmlformats.org/officeDocument/2006/relationships/font" Target="fonts/ProximaNova-regular.fntdata"/><Relationship Id="rId64" Type="http://schemas.openxmlformats.org/officeDocument/2006/relationships/font" Target="fonts/ProximaNova-bold.fntdata"/><Relationship Id="rId65" Type="http://schemas.openxmlformats.org/officeDocument/2006/relationships/font" Target="fonts/ProximaNova-italic.fntdata"/><Relationship Id="rId66" Type="http://schemas.openxmlformats.org/officeDocument/2006/relationships/font" Target="fonts/ProximaNova-boldItalic.fntdata"/><Relationship Id="rId67" Type="http://schemas.openxmlformats.org/officeDocument/2006/relationships/font" Target="fonts/ProximaNovaExtrabold-bold.fntdata"/><Relationship Id="rId68" Type="http://schemas.openxmlformats.org/officeDocument/2006/relationships/font" Target="fonts/Rubik-regular.fntdata"/><Relationship Id="rId69" Type="http://schemas.openxmlformats.org/officeDocument/2006/relationships/font" Target="fonts/Rubik-bold.fntdata"/><Relationship Id="rId70" Type="http://schemas.openxmlformats.org/officeDocument/2006/relationships/font" Target="fonts/Rubik-italic.fntdata"/><Relationship Id="rId71" Type="http://schemas.openxmlformats.org/officeDocument/2006/relationships/font" Target="fonts/Rubik-boldItalic.fntdata"/><Relationship Id="rId72" Type="http://schemas.openxmlformats.org/officeDocument/2006/relationships/slide" Target="slides/slide57.xml"/><Relationship Id="rId73" Type="http://schemas.openxmlformats.org/officeDocument/2006/relationships/slide" Target="slides/slide58.xml"/><Relationship Id="rId74" Type="http://schemas.openxmlformats.org/officeDocument/2006/relationships/slide" Target="slides/slide59.xml"/><Relationship Id="rId75" Type="http://schemas.openxmlformats.org/officeDocument/2006/relationships/slide" Target="slides/slide60.xml"/><Relationship Id="rId76" Type="http://schemas.openxmlformats.org/officeDocument/2006/relationships/slide" Target="slides/slide61.xml"/><Relationship Id="rId77" Type="http://schemas.openxmlformats.org/officeDocument/2006/relationships/slide" Target="slides/slide62.xml"/><Relationship Id="rId78" Type="http://schemas.openxmlformats.org/officeDocument/2006/relationships/slide" Target="slides/slide63.xml"/><Relationship Id="rId79" Type="http://schemas.openxmlformats.org/officeDocument/2006/relationships/slide" Target="slides/slide64.xml"/><Relationship Id="rId80" Type="http://schemas.openxmlformats.org/officeDocument/2006/relationships/slide" Target="slides/slide65.xml"/><Relationship Id="rId81" Type="http://schemas.openxmlformats.org/officeDocument/2006/relationships/slide" Target="slides/slide66.xml"/><Relationship Id="rId82" Type="http://schemas.openxmlformats.org/officeDocument/2006/relationships/slide" Target="slides/slide67.xml"/><Relationship Id="rId83" Type="http://schemas.openxmlformats.org/officeDocument/2006/relationships/slide" Target="slides/slide68.xml"/><Relationship Id="rId84" Type="http://schemas.openxmlformats.org/officeDocument/2006/relationships/slide" Target="slides/slide69.xml"/><Relationship Id="rId85" Type="http://schemas.openxmlformats.org/officeDocument/2006/relationships/slide" Target="slides/slide7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350880" y="848200"/>
            <a:ext cx="13404300" cy="4241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2010400" y="5371925"/>
            <a:ext cx="16083275" cy="50892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6" name="Shape 1206"/>
        <p:cNvGrpSpPr/>
        <p:nvPr/>
      </p:nvGrpSpPr>
      <p:grpSpPr>
        <a:xfrm>
          <a:off x="0" y="0"/>
          <a:ext cx="0" cy="0"/>
          <a:chOff x="0" y="0"/>
          <a:chExt cx="0" cy="0"/>
        </a:xfrm>
      </p:grpSpPr>
      <p:sp>
        <p:nvSpPr>
          <p:cNvPr id="1207" name="Google Shape;1207;p2:notes"/>
          <p:cNvSpPr txBox="1"/>
          <p:nvPr>
            <p:ph idx="1" type="body"/>
          </p:nvPr>
        </p:nvSpPr>
        <p:spPr>
          <a:xfrm>
            <a:off x="2010400" y="5371925"/>
            <a:ext cx="16083275" cy="5089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08" name="Google Shape;1208;p2:notes"/>
          <p:cNvSpPr/>
          <p:nvPr>
            <p:ph idx="2" type="sldImg"/>
          </p:nvPr>
        </p:nvSpPr>
        <p:spPr>
          <a:xfrm>
            <a:off x="3350880" y="848200"/>
            <a:ext cx="13404300" cy="4241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9" name="Shape 1259"/>
        <p:cNvGrpSpPr/>
        <p:nvPr/>
      </p:nvGrpSpPr>
      <p:grpSpPr>
        <a:xfrm>
          <a:off x="0" y="0"/>
          <a:ext cx="0" cy="0"/>
          <a:chOff x="0" y="0"/>
          <a:chExt cx="0" cy="0"/>
        </a:xfrm>
      </p:grpSpPr>
      <p:sp>
        <p:nvSpPr>
          <p:cNvPr id="1260" name="Google Shape;1260;p8:notes"/>
          <p:cNvSpPr txBox="1"/>
          <p:nvPr>
            <p:ph idx="1" type="body"/>
          </p:nvPr>
        </p:nvSpPr>
        <p:spPr>
          <a:xfrm>
            <a:off x="2010400" y="5371925"/>
            <a:ext cx="16083275" cy="5089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61" name="Google Shape;1261;p8:notes"/>
          <p:cNvSpPr/>
          <p:nvPr>
            <p:ph idx="2" type="sldImg"/>
          </p:nvPr>
        </p:nvSpPr>
        <p:spPr>
          <a:xfrm>
            <a:off x="3350880" y="848200"/>
            <a:ext cx="13404300" cy="4241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5" name="Shape 1265"/>
        <p:cNvGrpSpPr/>
        <p:nvPr/>
      </p:nvGrpSpPr>
      <p:grpSpPr>
        <a:xfrm>
          <a:off x="0" y="0"/>
          <a:ext cx="0" cy="0"/>
          <a:chOff x="0" y="0"/>
          <a:chExt cx="0" cy="0"/>
        </a:xfrm>
      </p:grpSpPr>
      <p:sp>
        <p:nvSpPr>
          <p:cNvPr id="1266" name="Google Shape;1266;p9:notes"/>
          <p:cNvSpPr txBox="1"/>
          <p:nvPr>
            <p:ph idx="1" type="body"/>
          </p:nvPr>
        </p:nvSpPr>
        <p:spPr>
          <a:xfrm>
            <a:off x="2010400" y="5371925"/>
            <a:ext cx="16083275" cy="5089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67" name="Google Shape;1267;p9:notes"/>
          <p:cNvSpPr/>
          <p:nvPr>
            <p:ph idx="2" type="sldImg"/>
          </p:nvPr>
        </p:nvSpPr>
        <p:spPr>
          <a:xfrm>
            <a:off x="3350880" y="848200"/>
            <a:ext cx="13404300" cy="4241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1" name="Shape 1271"/>
        <p:cNvGrpSpPr/>
        <p:nvPr/>
      </p:nvGrpSpPr>
      <p:grpSpPr>
        <a:xfrm>
          <a:off x="0" y="0"/>
          <a:ext cx="0" cy="0"/>
          <a:chOff x="0" y="0"/>
          <a:chExt cx="0" cy="0"/>
        </a:xfrm>
      </p:grpSpPr>
      <p:sp>
        <p:nvSpPr>
          <p:cNvPr id="1272" name="Google Shape;1272;p10:notes"/>
          <p:cNvSpPr txBox="1"/>
          <p:nvPr>
            <p:ph idx="1" type="body"/>
          </p:nvPr>
        </p:nvSpPr>
        <p:spPr>
          <a:xfrm>
            <a:off x="2010400" y="5371925"/>
            <a:ext cx="16083275" cy="5089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73" name="Google Shape;1273;p10:notes"/>
          <p:cNvSpPr/>
          <p:nvPr>
            <p:ph idx="2" type="sldImg"/>
          </p:nvPr>
        </p:nvSpPr>
        <p:spPr>
          <a:xfrm>
            <a:off x="3350880" y="848200"/>
            <a:ext cx="13404300" cy="4241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7" name="Shape 1277"/>
        <p:cNvGrpSpPr/>
        <p:nvPr/>
      </p:nvGrpSpPr>
      <p:grpSpPr>
        <a:xfrm>
          <a:off x="0" y="0"/>
          <a:ext cx="0" cy="0"/>
          <a:chOff x="0" y="0"/>
          <a:chExt cx="0" cy="0"/>
        </a:xfrm>
      </p:grpSpPr>
      <p:sp>
        <p:nvSpPr>
          <p:cNvPr id="1278" name="Google Shape;1278;g273c5ee9303_0_5:notes"/>
          <p:cNvSpPr txBox="1"/>
          <p:nvPr>
            <p:ph idx="1" type="body"/>
          </p:nvPr>
        </p:nvSpPr>
        <p:spPr>
          <a:xfrm>
            <a:off x="2010400" y="5371925"/>
            <a:ext cx="16083300" cy="5089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79" name="Google Shape;1279;g273c5ee9303_0_5:notes"/>
          <p:cNvSpPr/>
          <p:nvPr>
            <p:ph idx="2" type="sldImg"/>
          </p:nvPr>
        </p:nvSpPr>
        <p:spPr>
          <a:xfrm>
            <a:off x="3350880" y="848200"/>
            <a:ext cx="13404300" cy="4241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2" name="Shape 1302"/>
        <p:cNvGrpSpPr/>
        <p:nvPr/>
      </p:nvGrpSpPr>
      <p:grpSpPr>
        <a:xfrm>
          <a:off x="0" y="0"/>
          <a:ext cx="0" cy="0"/>
          <a:chOff x="0" y="0"/>
          <a:chExt cx="0" cy="0"/>
        </a:xfrm>
      </p:grpSpPr>
      <p:sp>
        <p:nvSpPr>
          <p:cNvPr id="1303" name="Google Shape;1303;p14:notes"/>
          <p:cNvSpPr txBox="1"/>
          <p:nvPr>
            <p:ph idx="1" type="body"/>
          </p:nvPr>
        </p:nvSpPr>
        <p:spPr>
          <a:xfrm>
            <a:off x="2010400" y="5371925"/>
            <a:ext cx="16083275" cy="5089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04" name="Google Shape;1304;p14:notes"/>
          <p:cNvSpPr/>
          <p:nvPr>
            <p:ph idx="2" type="sldImg"/>
          </p:nvPr>
        </p:nvSpPr>
        <p:spPr>
          <a:xfrm>
            <a:off x="3350880" y="848200"/>
            <a:ext cx="13404300" cy="4241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1" name="Shape 1311"/>
        <p:cNvGrpSpPr/>
        <p:nvPr/>
      </p:nvGrpSpPr>
      <p:grpSpPr>
        <a:xfrm>
          <a:off x="0" y="0"/>
          <a:ext cx="0" cy="0"/>
          <a:chOff x="0" y="0"/>
          <a:chExt cx="0" cy="0"/>
        </a:xfrm>
      </p:grpSpPr>
      <p:sp>
        <p:nvSpPr>
          <p:cNvPr id="1312" name="Google Shape;1312;p15:notes"/>
          <p:cNvSpPr txBox="1"/>
          <p:nvPr>
            <p:ph idx="1" type="body"/>
          </p:nvPr>
        </p:nvSpPr>
        <p:spPr>
          <a:xfrm>
            <a:off x="2010400" y="5371925"/>
            <a:ext cx="16083275" cy="5089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13" name="Google Shape;1313;p15:notes"/>
          <p:cNvSpPr/>
          <p:nvPr>
            <p:ph idx="2" type="sldImg"/>
          </p:nvPr>
        </p:nvSpPr>
        <p:spPr>
          <a:xfrm>
            <a:off x="3350880" y="848200"/>
            <a:ext cx="13404300" cy="4241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9" name="Shape 1399"/>
        <p:cNvGrpSpPr/>
        <p:nvPr/>
      </p:nvGrpSpPr>
      <p:grpSpPr>
        <a:xfrm>
          <a:off x="0" y="0"/>
          <a:ext cx="0" cy="0"/>
          <a:chOff x="0" y="0"/>
          <a:chExt cx="0" cy="0"/>
        </a:xfrm>
      </p:grpSpPr>
      <p:sp>
        <p:nvSpPr>
          <p:cNvPr id="1400" name="Google Shape;1400;p24:notes"/>
          <p:cNvSpPr txBox="1"/>
          <p:nvPr>
            <p:ph idx="1" type="body"/>
          </p:nvPr>
        </p:nvSpPr>
        <p:spPr>
          <a:xfrm>
            <a:off x="2010400" y="5371925"/>
            <a:ext cx="16083275" cy="5089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01" name="Google Shape;1401;p24:notes"/>
          <p:cNvSpPr/>
          <p:nvPr>
            <p:ph idx="2" type="sldImg"/>
          </p:nvPr>
        </p:nvSpPr>
        <p:spPr>
          <a:xfrm>
            <a:off x="3350880" y="848200"/>
            <a:ext cx="13404300" cy="4241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4" name="Shape 1934"/>
        <p:cNvGrpSpPr/>
        <p:nvPr/>
      </p:nvGrpSpPr>
      <p:grpSpPr>
        <a:xfrm>
          <a:off x="0" y="0"/>
          <a:ext cx="0" cy="0"/>
          <a:chOff x="0" y="0"/>
          <a:chExt cx="0" cy="0"/>
        </a:xfrm>
      </p:grpSpPr>
      <p:sp>
        <p:nvSpPr>
          <p:cNvPr id="1935" name="Google Shape;1935;g2c2546ad869_0_180:notes"/>
          <p:cNvSpPr txBox="1"/>
          <p:nvPr>
            <p:ph idx="1" type="body"/>
          </p:nvPr>
        </p:nvSpPr>
        <p:spPr>
          <a:xfrm>
            <a:off x="2010400" y="5371925"/>
            <a:ext cx="16083300" cy="5089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36" name="Google Shape;1936;g2c2546ad869_0_180:notes"/>
          <p:cNvSpPr/>
          <p:nvPr>
            <p:ph idx="2" type="sldImg"/>
          </p:nvPr>
        </p:nvSpPr>
        <p:spPr>
          <a:xfrm>
            <a:off x="3350880" y="848200"/>
            <a:ext cx="13404300" cy="4241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9" name="Shape 2069"/>
        <p:cNvGrpSpPr/>
        <p:nvPr/>
      </p:nvGrpSpPr>
      <p:grpSpPr>
        <a:xfrm>
          <a:off x="0" y="0"/>
          <a:ext cx="0" cy="0"/>
          <a:chOff x="0" y="0"/>
          <a:chExt cx="0" cy="0"/>
        </a:xfrm>
      </p:grpSpPr>
      <p:sp>
        <p:nvSpPr>
          <p:cNvPr id="2070" name="Google Shape;2070;g1c951195fb4_0_43:notes"/>
          <p:cNvSpPr/>
          <p:nvPr>
            <p:ph idx="2" type="sldImg"/>
          </p:nvPr>
        </p:nvSpPr>
        <p:spPr>
          <a:xfrm>
            <a:off x="3350880" y="848200"/>
            <a:ext cx="13404300" cy="4241100"/>
          </a:xfrm>
          <a:custGeom>
            <a:rect b="b" l="l" r="r" t="t"/>
            <a:pathLst>
              <a:path extrusionOk="0" h="120000" w="120000">
                <a:moveTo>
                  <a:pt x="0" y="0"/>
                </a:moveTo>
                <a:lnTo>
                  <a:pt x="120000" y="0"/>
                </a:lnTo>
                <a:lnTo>
                  <a:pt x="120000" y="120000"/>
                </a:lnTo>
                <a:lnTo>
                  <a:pt x="0" y="120000"/>
                </a:lnTo>
                <a:close/>
              </a:path>
            </a:pathLst>
          </a:custGeom>
        </p:spPr>
      </p:sp>
      <p:sp>
        <p:nvSpPr>
          <p:cNvPr id="2071" name="Google Shape;2071;g1c951195fb4_0_43:notes"/>
          <p:cNvSpPr txBox="1"/>
          <p:nvPr>
            <p:ph idx="1" type="body"/>
          </p:nvPr>
        </p:nvSpPr>
        <p:spPr>
          <a:xfrm>
            <a:off x="2010400" y="5371925"/>
            <a:ext cx="16083300" cy="5089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 Id="rId3" Type="http://schemas.openxmlformats.org/officeDocument/2006/relationships/image" Target="../media/image10.png"/><Relationship Id="rId4" Type="http://schemas.openxmlformats.org/officeDocument/2006/relationships/image" Target="../media/image5.png"/><Relationship Id="rId5" Type="http://schemas.openxmlformats.org/officeDocument/2006/relationships/image" Target="../media/image1.png"/><Relationship Id="rId6" Type="http://schemas.openxmlformats.org/officeDocument/2006/relationships/image" Target="../media/image21.png"/><Relationship Id="rId7" Type="http://schemas.openxmlformats.org/officeDocument/2006/relationships/image" Target="../media/image17.png"/><Relationship Id="rId8" Type="http://schemas.openxmlformats.org/officeDocument/2006/relationships/image" Target="../media/image2.png"/><Relationship Id="rId9" Type="http://schemas.openxmlformats.org/officeDocument/2006/relationships/image" Target="../media/image18.png"/><Relationship Id="rId10" Type="http://schemas.openxmlformats.org/officeDocument/2006/relationships/image" Target="../media/image7.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3.png"/><Relationship Id="rId4" Type="http://schemas.openxmlformats.org/officeDocument/2006/relationships/image" Target="../media/image20.png"/><Relationship Id="rId5" Type="http://schemas.openxmlformats.org/officeDocument/2006/relationships/image" Target="../media/image13.png"/><Relationship Id="rId6" Type="http://schemas.openxmlformats.org/officeDocument/2006/relationships/image" Target="../media/image9.png"/><Relationship Id="rId7" Type="http://schemas.openxmlformats.org/officeDocument/2006/relationships/image" Target="../media/image6.png"/><Relationship Id="rId8" Type="http://schemas.openxmlformats.org/officeDocument/2006/relationships/image" Target="../media/image14.png"/><Relationship Id="rId9" Type="http://schemas.openxmlformats.org/officeDocument/2006/relationships/image" Target="../media/image12.png"/><Relationship Id="rId10" Type="http://schemas.openxmlformats.org/officeDocument/2006/relationships/image" Target="../media/image15.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 Id="rId3" Type="http://schemas.openxmlformats.org/officeDocument/2006/relationships/image" Target="../media/image10.png"/><Relationship Id="rId4" Type="http://schemas.openxmlformats.org/officeDocument/2006/relationships/image" Target="../media/image5.png"/><Relationship Id="rId5" Type="http://schemas.openxmlformats.org/officeDocument/2006/relationships/image" Target="../media/image1.png"/><Relationship Id="rId6" Type="http://schemas.openxmlformats.org/officeDocument/2006/relationships/image" Target="../media/image21.png"/><Relationship Id="rId7" Type="http://schemas.openxmlformats.org/officeDocument/2006/relationships/image" Target="../media/image17.png"/><Relationship Id="rId8" Type="http://schemas.openxmlformats.org/officeDocument/2006/relationships/image" Target="../media/image2.png"/><Relationship Id="rId9" Type="http://schemas.openxmlformats.org/officeDocument/2006/relationships/image" Target="../media/image18.png"/><Relationship Id="rId10" Type="http://schemas.openxmlformats.org/officeDocument/2006/relationships/image" Target="../media/image7.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3.png"/><Relationship Id="rId4" Type="http://schemas.openxmlformats.org/officeDocument/2006/relationships/image" Target="../media/image20.png"/><Relationship Id="rId5" Type="http://schemas.openxmlformats.org/officeDocument/2006/relationships/image" Target="../media/image13.png"/><Relationship Id="rId6" Type="http://schemas.openxmlformats.org/officeDocument/2006/relationships/image" Target="../media/image9.png"/><Relationship Id="rId7" Type="http://schemas.openxmlformats.org/officeDocument/2006/relationships/image" Target="../media/image6.png"/><Relationship Id="rId8" Type="http://schemas.openxmlformats.org/officeDocument/2006/relationships/image" Target="../media/image14.png"/><Relationship Id="rId9" Type="http://schemas.openxmlformats.org/officeDocument/2006/relationships/image" Target="../media/image12.png"/><Relationship Id="rId10" Type="http://schemas.openxmlformats.org/officeDocument/2006/relationships/image" Target="../media/image15.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 Id="rId3" Type="http://schemas.openxmlformats.org/officeDocument/2006/relationships/image" Target="../media/image10.png"/><Relationship Id="rId4" Type="http://schemas.openxmlformats.org/officeDocument/2006/relationships/image" Target="../media/image5.png"/><Relationship Id="rId5" Type="http://schemas.openxmlformats.org/officeDocument/2006/relationships/image" Target="../media/image1.png"/><Relationship Id="rId6" Type="http://schemas.openxmlformats.org/officeDocument/2006/relationships/image" Target="../media/image21.png"/><Relationship Id="rId7" Type="http://schemas.openxmlformats.org/officeDocument/2006/relationships/image" Target="../media/image17.png"/><Relationship Id="rId8" Type="http://schemas.openxmlformats.org/officeDocument/2006/relationships/image" Target="../media/image2.png"/><Relationship Id="rId9" Type="http://schemas.openxmlformats.org/officeDocument/2006/relationships/image" Target="../media/image18.png"/><Relationship Id="rId10" Type="http://schemas.openxmlformats.org/officeDocument/2006/relationships/image" Target="../media/image7.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3.png"/><Relationship Id="rId4" Type="http://schemas.openxmlformats.org/officeDocument/2006/relationships/image" Target="../media/image20.png"/><Relationship Id="rId5" Type="http://schemas.openxmlformats.org/officeDocument/2006/relationships/image" Target="../media/image13.png"/><Relationship Id="rId6" Type="http://schemas.openxmlformats.org/officeDocument/2006/relationships/image" Target="../media/image9.png"/><Relationship Id="rId7" Type="http://schemas.openxmlformats.org/officeDocument/2006/relationships/image" Target="../media/image6.png"/><Relationship Id="rId8" Type="http://schemas.openxmlformats.org/officeDocument/2006/relationships/image" Target="../media/image14.png"/><Relationship Id="rId9" Type="http://schemas.openxmlformats.org/officeDocument/2006/relationships/image" Target="../media/image12.png"/><Relationship Id="rId10" Type="http://schemas.openxmlformats.org/officeDocument/2006/relationships/image" Target="../media/image15.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3.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9.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8.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8.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9.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3.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8.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6.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5.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9.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2 - Logo Top">
  <p:cSld name="Text 2 - Logo Top">
    <p:spTree>
      <p:nvGrpSpPr>
        <p:cNvPr id="6" name="Shape 6"/>
        <p:cNvGrpSpPr/>
        <p:nvPr/>
      </p:nvGrpSpPr>
      <p:grpSpPr>
        <a:xfrm>
          <a:off x="0" y="0"/>
          <a:ext cx="0" cy="0"/>
          <a:chOff x="0" y="0"/>
          <a:chExt cx="0" cy="0"/>
        </a:xfrm>
      </p:grpSpPr>
      <p:sp>
        <p:nvSpPr>
          <p:cNvPr id="7" name="Google Shape;7;p2"/>
          <p:cNvSpPr txBox="1"/>
          <p:nvPr>
            <p:ph type="title"/>
          </p:nvPr>
        </p:nvSpPr>
        <p:spPr>
          <a:xfrm>
            <a:off x="452425" y="351725"/>
            <a:ext cx="7577948" cy="344700"/>
          </a:xfrm>
          <a:prstGeom prst="rect">
            <a:avLst/>
          </a:prstGeom>
          <a:noFill/>
          <a:ln>
            <a:noFill/>
          </a:ln>
        </p:spPr>
        <p:txBody>
          <a:bodyPr anchorCtr="0" anchor="t" bIns="0" lIns="0" spcFirstLastPara="1" rIns="0" wrap="square" tIns="0">
            <a:noAutofit/>
          </a:bodyPr>
          <a:lstStyle>
            <a:lvl1pPr lvl="0" marR="0" rtl="0" algn="l">
              <a:lnSpc>
                <a:spcPct val="80000"/>
              </a:lnSpc>
              <a:spcBef>
                <a:spcPts val="0"/>
              </a:spcBef>
              <a:spcAft>
                <a:spcPts val="0"/>
              </a:spcAft>
              <a:buClr>
                <a:srgbClr val="000000"/>
              </a:buClr>
              <a:buSzPts val="2800"/>
              <a:buFont typeface="Proxima Nova"/>
              <a:buNone/>
              <a:defRPr b="1" i="0" sz="2800" u="none" cap="none" strike="noStrike">
                <a:solidFill>
                  <a:srgbClr val="000000"/>
                </a:solidFill>
                <a:latin typeface="Proxima Nova"/>
                <a:ea typeface="Proxima Nova"/>
                <a:cs typeface="Proxima Nova"/>
                <a:sym typeface="Proxima Nova"/>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8" name="Google Shape;8;p2"/>
          <p:cNvSpPr txBox="1"/>
          <p:nvPr>
            <p:ph idx="1" type="body"/>
          </p:nvPr>
        </p:nvSpPr>
        <p:spPr>
          <a:xfrm>
            <a:off x="302400" y="1246774"/>
            <a:ext cx="7985814" cy="3076072"/>
          </a:xfrm>
          <a:prstGeom prst="rect">
            <a:avLst/>
          </a:prstGeom>
          <a:noFill/>
          <a:ln>
            <a:noFill/>
          </a:ln>
        </p:spPr>
        <p:txBody>
          <a:bodyPr anchorCtr="0" anchor="t" bIns="0" lIns="0" spcFirstLastPara="1" rIns="0" wrap="square" tIns="0">
            <a:noAutofit/>
          </a:bodyPr>
          <a:lstStyle>
            <a:lvl1pPr indent="-228600" lvl="0" marL="457200" marR="0" rtl="0" algn="l">
              <a:lnSpc>
                <a:spcPct val="100000"/>
              </a:lnSpc>
              <a:spcBef>
                <a:spcPts val="0"/>
              </a:spcBef>
              <a:spcAft>
                <a:spcPts val="0"/>
              </a:spcAft>
              <a:buClr>
                <a:srgbClr val="000000"/>
              </a:buClr>
              <a:buSzPts val="1400"/>
              <a:buFont typeface="Proxima Nova"/>
              <a:buNone/>
              <a:defRPr b="0" i="0" sz="1400" u="none" cap="none" strike="noStrike">
                <a:solidFill>
                  <a:srgbClr val="000000"/>
                </a:solidFill>
                <a:latin typeface="Proxima Nova"/>
                <a:ea typeface="Proxima Nova"/>
                <a:cs typeface="Proxima Nova"/>
                <a:sym typeface="Proxima Nova"/>
              </a:defRPr>
            </a:lvl1pPr>
            <a:lvl2pPr indent="-317500" lvl="1" marL="914400" marR="0" rtl="0" algn="l">
              <a:lnSpc>
                <a:spcPct val="100000"/>
              </a:lnSpc>
              <a:spcBef>
                <a:spcPts val="0"/>
              </a:spcBef>
              <a:spcAft>
                <a:spcPts val="0"/>
              </a:spcAft>
              <a:buClr>
                <a:srgbClr val="000000"/>
              </a:buClr>
              <a:buSzPts val="1400"/>
              <a:buFont typeface="Proxima Nova"/>
              <a:buChar char="○"/>
              <a:defRPr b="0" i="0" sz="1400" u="none" cap="none" strike="noStrike">
                <a:solidFill>
                  <a:srgbClr val="000000"/>
                </a:solidFill>
                <a:latin typeface="Proxima Nova"/>
                <a:ea typeface="Proxima Nova"/>
                <a:cs typeface="Proxima Nova"/>
                <a:sym typeface="Proxima Nova"/>
              </a:defRPr>
            </a:lvl2pPr>
            <a:lvl3pPr indent="-317500" lvl="2" marL="1371600" marR="0" rtl="0" algn="l">
              <a:lnSpc>
                <a:spcPct val="100000"/>
              </a:lnSpc>
              <a:spcBef>
                <a:spcPts val="0"/>
              </a:spcBef>
              <a:spcAft>
                <a:spcPts val="0"/>
              </a:spcAft>
              <a:buClr>
                <a:srgbClr val="000000"/>
              </a:buClr>
              <a:buSzPts val="1400"/>
              <a:buFont typeface="Proxima Nova"/>
              <a:buChar char="■"/>
              <a:defRPr b="0" i="0" sz="1400" u="none" cap="none" strike="noStrike">
                <a:solidFill>
                  <a:srgbClr val="000000"/>
                </a:solidFill>
                <a:latin typeface="Proxima Nova"/>
                <a:ea typeface="Proxima Nova"/>
                <a:cs typeface="Proxima Nova"/>
                <a:sym typeface="Proxima Nova"/>
              </a:defRPr>
            </a:lvl3pPr>
            <a:lvl4pPr indent="-317500" lvl="3" marL="1828800" marR="0" rtl="0" algn="l">
              <a:lnSpc>
                <a:spcPct val="100000"/>
              </a:lnSpc>
              <a:spcBef>
                <a:spcPts val="0"/>
              </a:spcBef>
              <a:spcAft>
                <a:spcPts val="0"/>
              </a:spcAft>
              <a:buClr>
                <a:srgbClr val="000000"/>
              </a:buClr>
              <a:buSzPts val="1400"/>
              <a:buFont typeface="Proxima Nova"/>
              <a:buChar char="●"/>
              <a:defRPr b="0" i="0" sz="1400" u="none" cap="none" strike="noStrike">
                <a:solidFill>
                  <a:srgbClr val="000000"/>
                </a:solidFill>
                <a:latin typeface="Proxima Nova"/>
                <a:ea typeface="Proxima Nova"/>
                <a:cs typeface="Proxima Nova"/>
                <a:sym typeface="Proxima Nova"/>
              </a:defRPr>
            </a:lvl4pPr>
            <a:lvl5pPr indent="-317500" lvl="4" marL="2286000" marR="0" rtl="0" algn="l">
              <a:lnSpc>
                <a:spcPct val="100000"/>
              </a:lnSpc>
              <a:spcBef>
                <a:spcPts val="0"/>
              </a:spcBef>
              <a:spcAft>
                <a:spcPts val="0"/>
              </a:spcAft>
              <a:buClr>
                <a:srgbClr val="000000"/>
              </a:buClr>
              <a:buSzPts val="1400"/>
              <a:buFont typeface="Proxima Nova"/>
              <a:buChar char="○"/>
              <a:defRPr b="0" i="0" sz="1400" u="none" cap="none" strike="noStrike">
                <a:solidFill>
                  <a:srgbClr val="000000"/>
                </a:solidFill>
                <a:latin typeface="Proxima Nova"/>
                <a:ea typeface="Proxima Nova"/>
                <a:cs typeface="Proxima Nova"/>
                <a:sym typeface="Proxima Nova"/>
              </a:defRPr>
            </a:lvl5pPr>
            <a:lvl6pPr indent="-317500" lvl="5" marL="2743200" marR="0" rtl="0" algn="l">
              <a:lnSpc>
                <a:spcPct val="100000"/>
              </a:lnSpc>
              <a:spcBef>
                <a:spcPts val="0"/>
              </a:spcBef>
              <a:spcAft>
                <a:spcPts val="0"/>
              </a:spcAft>
              <a:buClr>
                <a:srgbClr val="000000"/>
              </a:buClr>
              <a:buSzPts val="1400"/>
              <a:buFont typeface="Proxima Nova"/>
              <a:buChar char="■"/>
              <a:defRPr b="0" i="0" sz="1400" u="none" cap="none" strike="noStrike">
                <a:solidFill>
                  <a:srgbClr val="000000"/>
                </a:solidFill>
                <a:latin typeface="Proxima Nova"/>
                <a:ea typeface="Proxima Nova"/>
                <a:cs typeface="Proxima Nova"/>
                <a:sym typeface="Proxima Nova"/>
              </a:defRPr>
            </a:lvl6pPr>
            <a:lvl7pPr indent="-317500" lvl="6" marL="3200400" marR="0" rtl="0" algn="l">
              <a:lnSpc>
                <a:spcPct val="100000"/>
              </a:lnSpc>
              <a:spcBef>
                <a:spcPts val="0"/>
              </a:spcBef>
              <a:spcAft>
                <a:spcPts val="0"/>
              </a:spcAft>
              <a:buClr>
                <a:srgbClr val="000000"/>
              </a:buClr>
              <a:buSzPts val="1400"/>
              <a:buFont typeface="Proxima Nova"/>
              <a:buChar char="●"/>
              <a:defRPr b="0" i="0" sz="1400" u="none" cap="none" strike="noStrike">
                <a:solidFill>
                  <a:srgbClr val="000000"/>
                </a:solidFill>
                <a:latin typeface="Proxima Nova"/>
                <a:ea typeface="Proxima Nova"/>
                <a:cs typeface="Proxima Nova"/>
                <a:sym typeface="Proxima Nova"/>
              </a:defRPr>
            </a:lvl7pPr>
            <a:lvl8pPr indent="-317500" lvl="7" marL="3657600" marR="0" rtl="0" algn="l">
              <a:lnSpc>
                <a:spcPct val="100000"/>
              </a:lnSpc>
              <a:spcBef>
                <a:spcPts val="0"/>
              </a:spcBef>
              <a:spcAft>
                <a:spcPts val="0"/>
              </a:spcAft>
              <a:buClr>
                <a:srgbClr val="000000"/>
              </a:buClr>
              <a:buSzPts val="1400"/>
              <a:buFont typeface="Proxima Nova"/>
              <a:buChar char="○"/>
              <a:defRPr b="0" i="0" sz="1400" u="none" cap="none" strike="noStrike">
                <a:solidFill>
                  <a:srgbClr val="000000"/>
                </a:solidFill>
                <a:latin typeface="Proxima Nova"/>
                <a:ea typeface="Proxima Nova"/>
                <a:cs typeface="Proxima Nova"/>
                <a:sym typeface="Proxima Nova"/>
              </a:defRPr>
            </a:lvl8pPr>
            <a:lvl9pPr indent="-317500" lvl="8" marL="4114800" marR="0" rtl="0" algn="l">
              <a:lnSpc>
                <a:spcPct val="100000"/>
              </a:lnSpc>
              <a:spcBef>
                <a:spcPts val="0"/>
              </a:spcBef>
              <a:spcAft>
                <a:spcPts val="0"/>
              </a:spcAft>
              <a:buClr>
                <a:srgbClr val="000000"/>
              </a:buClr>
              <a:buSzPts val="1400"/>
              <a:buFont typeface="Proxima Nova"/>
              <a:buChar char="■"/>
              <a:defRPr b="0" i="0" sz="1400" u="none" cap="none" strike="noStrike">
                <a:solidFill>
                  <a:srgbClr val="000000"/>
                </a:solidFill>
                <a:latin typeface="Proxima Nova"/>
                <a:ea typeface="Proxima Nova"/>
                <a:cs typeface="Proxima Nova"/>
                <a:sym typeface="Proxima Nova"/>
              </a:defRPr>
            </a:lvl9pPr>
          </a:lstStyle>
          <a:p/>
        </p:txBody>
      </p:sp>
      <p:sp>
        <p:nvSpPr>
          <p:cNvPr id="9" name="Google Shape;9;p2"/>
          <p:cNvSpPr/>
          <p:nvPr/>
        </p:nvSpPr>
        <p:spPr>
          <a:xfrm>
            <a:off x="452437" y="728934"/>
            <a:ext cx="571782" cy="76276"/>
          </a:xfrm>
          <a:custGeom>
            <a:rect b="b" l="l" r="r" t="t"/>
            <a:pathLst>
              <a:path extrusionOk="0" h="167639" w="1256664">
                <a:moveTo>
                  <a:pt x="1256506" y="0"/>
                </a:moveTo>
                <a:lnTo>
                  <a:pt x="0" y="0"/>
                </a:lnTo>
                <a:lnTo>
                  <a:pt x="0" y="167534"/>
                </a:lnTo>
                <a:lnTo>
                  <a:pt x="1256506" y="167534"/>
                </a:lnTo>
                <a:lnTo>
                  <a:pt x="1256506" y="0"/>
                </a:lnTo>
                <a:close/>
              </a:path>
            </a:pathLst>
          </a:custGeom>
          <a:solidFill>
            <a:schemeClr val="accent1"/>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chemeClr val="dk1"/>
              </a:solidFill>
              <a:latin typeface="Calibri"/>
              <a:ea typeface="Calibri"/>
              <a:cs typeface="Calibri"/>
              <a:sym typeface="Calibri"/>
            </a:endParaRPr>
          </a:p>
        </p:txBody>
      </p:sp>
      <p:pic>
        <p:nvPicPr>
          <p:cNvPr id="10" name="Google Shape;10;p2"/>
          <p:cNvPicPr preferRelativeResize="0"/>
          <p:nvPr/>
        </p:nvPicPr>
        <p:blipFill rotWithShape="1">
          <a:blip r:embed="rId2">
            <a:alphaModFix/>
          </a:blip>
          <a:srcRect b="0" l="0" r="0" t="0"/>
          <a:stretch/>
        </p:blipFill>
        <p:spPr>
          <a:xfrm>
            <a:off x="8410165" y="296474"/>
            <a:ext cx="447435" cy="58680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Title Blue with Blocks">
  <p:cSld name="+ Cover Title blue w blocks">
    <p:bg>
      <p:bgPr>
        <a:solidFill>
          <a:schemeClr val="accent1"/>
        </a:solidFill>
      </p:bgPr>
    </p:bg>
    <p:spTree>
      <p:nvGrpSpPr>
        <p:cNvPr id="11" name="Shape 11"/>
        <p:cNvGrpSpPr/>
        <p:nvPr/>
      </p:nvGrpSpPr>
      <p:grpSpPr>
        <a:xfrm>
          <a:off x="0" y="0"/>
          <a:ext cx="0" cy="0"/>
          <a:chOff x="0" y="0"/>
          <a:chExt cx="0" cy="0"/>
        </a:xfrm>
      </p:grpSpPr>
      <p:sp>
        <p:nvSpPr>
          <p:cNvPr id="12" name="Google Shape;12;p3"/>
          <p:cNvSpPr txBox="1"/>
          <p:nvPr>
            <p:ph type="title"/>
          </p:nvPr>
        </p:nvSpPr>
        <p:spPr>
          <a:xfrm>
            <a:off x="446650" y="2676750"/>
            <a:ext cx="4564800" cy="1034100"/>
          </a:xfrm>
          <a:prstGeom prst="rect">
            <a:avLst/>
          </a:prstGeom>
          <a:noFill/>
          <a:ln>
            <a:noFill/>
          </a:ln>
        </p:spPr>
        <p:txBody>
          <a:bodyPr anchorCtr="0" anchor="t" bIns="0" lIns="0" spcFirstLastPara="1" rIns="0" wrap="square" tIns="0">
            <a:spAutoFit/>
          </a:bodyPr>
          <a:lstStyle>
            <a:lvl1pPr lvl="0" marR="0" rtl="0" algn="l">
              <a:lnSpc>
                <a:spcPct val="80000"/>
              </a:lnSpc>
              <a:spcBef>
                <a:spcPts val="0"/>
              </a:spcBef>
              <a:spcAft>
                <a:spcPts val="0"/>
              </a:spcAft>
              <a:buClr>
                <a:schemeClr val="lt1"/>
              </a:buClr>
              <a:buSzPts val="4200"/>
              <a:buFont typeface="Proxima Nova"/>
              <a:buNone/>
              <a:defRPr b="1" i="0" sz="4200" u="none" cap="none" strike="noStrike">
                <a:solidFill>
                  <a:schemeClr val="lt1"/>
                </a:solidFill>
                <a:latin typeface="Proxima Nova"/>
                <a:ea typeface="Proxima Nova"/>
                <a:cs typeface="Proxima Nova"/>
                <a:sym typeface="Proxima Nova"/>
              </a:defRPr>
            </a:lvl1pPr>
            <a:lvl2pPr lvl="1" marR="0" rtl="0" algn="l">
              <a:lnSpc>
                <a:spcPct val="100000"/>
              </a:lnSpc>
              <a:spcBef>
                <a:spcPts val="0"/>
              </a:spcBef>
              <a:spcAft>
                <a:spcPts val="0"/>
              </a:spcAft>
              <a:buClr>
                <a:srgbClr val="000000"/>
              </a:buClr>
              <a:buSzPts val="6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6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6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6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6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6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6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600"/>
              <a:buFont typeface="Arial"/>
              <a:buNone/>
              <a:defRPr b="0" i="0" sz="1400" u="none" cap="none" strike="noStrike">
                <a:solidFill>
                  <a:srgbClr val="000000"/>
                </a:solidFill>
                <a:latin typeface="Arial"/>
                <a:ea typeface="Arial"/>
                <a:cs typeface="Arial"/>
                <a:sym typeface="Arial"/>
              </a:defRPr>
            </a:lvl9pPr>
          </a:lstStyle>
          <a:p/>
        </p:txBody>
      </p:sp>
      <p:sp>
        <p:nvSpPr>
          <p:cNvPr id="13" name="Google Shape;13;p3"/>
          <p:cNvSpPr txBox="1"/>
          <p:nvPr>
            <p:ph idx="1" type="subTitle"/>
          </p:nvPr>
        </p:nvSpPr>
        <p:spPr>
          <a:xfrm>
            <a:off x="446650" y="3732650"/>
            <a:ext cx="4564800" cy="376200"/>
          </a:xfrm>
          <a:prstGeom prst="rect">
            <a:avLst/>
          </a:prstGeom>
          <a:noFill/>
          <a:ln>
            <a:noFill/>
          </a:ln>
        </p:spPr>
        <p:txBody>
          <a:bodyPr anchorCtr="0" anchor="t" bIns="0" lIns="0" spcFirstLastPara="1" rIns="0" wrap="square" tIns="0">
            <a:noAutofit/>
          </a:bodyPr>
          <a:lstStyle>
            <a:lvl1pPr lvl="0" marR="0" rtl="0" algn="l">
              <a:lnSpc>
                <a:spcPct val="100000"/>
              </a:lnSpc>
              <a:spcBef>
                <a:spcPts val="0"/>
              </a:spcBef>
              <a:spcAft>
                <a:spcPts val="0"/>
              </a:spcAft>
              <a:buClr>
                <a:srgbClr val="CCCCCC"/>
              </a:buClr>
              <a:buSzPts val="2400"/>
              <a:buFont typeface="Proxima Nova"/>
              <a:buNone/>
              <a:defRPr b="0" i="0" sz="2400" u="none" cap="none" strike="noStrike">
                <a:solidFill>
                  <a:srgbClr val="CCCCCC"/>
                </a:solidFill>
                <a:latin typeface="Proxima Nova"/>
                <a:ea typeface="Proxima Nova"/>
                <a:cs typeface="Proxima Nova"/>
                <a:sym typeface="Proxima Nova"/>
              </a:defRPr>
            </a:lvl1pPr>
            <a:lvl2pPr lvl="1" marR="0" rtl="0" algn="l">
              <a:lnSpc>
                <a:spcPct val="100000"/>
              </a:lnSpc>
              <a:spcBef>
                <a:spcPts val="0"/>
              </a:spcBef>
              <a:spcAft>
                <a:spcPts val="0"/>
              </a:spcAft>
              <a:buClr>
                <a:srgbClr val="CCCCCC"/>
              </a:buClr>
              <a:buSzPts val="2400"/>
              <a:buFont typeface="Proxima Nova"/>
              <a:buNone/>
              <a:defRPr b="0" i="0" sz="2400" u="none" cap="none" strike="noStrike">
                <a:solidFill>
                  <a:srgbClr val="CCCCCC"/>
                </a:solidFill>
                <a:latin typeface="Proxima Nova"/>
                <a:ea typeface="Proxima Nova"/>
                <a:cs typeface="Proxima Nova"/>
                <a:sym typeface="Proxima Nova"/>
              </a:defRPr>
            </a:lvl2pPr>
            <a:lvl3pPr lvl="2" marR="0" rtl="0" algn="l">
              <a:lnSpc>
                <a:spcPct val="100000"/>
              </a:lnSpc>
              <a:spcBef>
                <a:spcPts val="0"/>
              </a:spcBef>
              <a:spcAft>
                <a:spcPts val="0"/>
              </a:spcAft>
              <a:buClr>
                <a:srgbClr val="CCCCCC"/>
              </a:buClr>
              <a:buSzPts val="2400"/>
              <a:buFont typeface="Proxima Nova"/>
              <a:buNone/>
              <a:defRPr b="0" i="0" sz="2400" u="none" cap="none" strike="noStrike">
                <a:solidFill>
                  <a:srgbClr val="CCCCCC"/>
                </a:solidFill>
                <a:latin typeface="Proxima Nova"/>
                <a:ea typeface="Proxima Nova"/>
                <a:cs typeface="Proxima Nova"/>
                <a:sym typeface="Proxima Nova"/>
              </a:defRPr>
            </a:lvl3pPr>
            <a:lvl4pPr lvl="3" marR="0" rtl="0" algn="l">
              <a:lnSpc>
                <a:spcPct val="100000"/>
              </a:lnSpc>
              <a:spcBef>
                <a:spcPts val="0"/>
              </a:spcBef>
              <a:spcAft>
                <a:spcPts val="0"/>
              </a:spcAft>
              <a:buClr>
                <a:srgbClr val="CCCCCC"/>
              </a:buClr>
              <a:buSzPts val="2400"/>
              <a:buFont typeface="Proxima Nova"/>
              <a:buNone/>
              <a:defRPr b="0" i="0" sz="2400" u="none" cap="none" strike="noStrike">
                <a:solidFill>
                  <a:srgbClr val="CCCCCC"/>
                </a:solidFill>
                <a:latin typeface="Proxima Nova"/>
                <a:ea typeface="Proxima Nova"/>
                <a:cs typeface="Proxima Nova"/>
                <a:sym typeface="Proxima Nova"/>
              </a:defRPr>
            </a:lvl4pPr>
            <a:lvl5pPr lvl="4" marR="0" rtl="0" algn="l">
              <a:lnSpc>
                <a:spcPct val="100000"/>
              </a:lnSpc>
              <a:spcBef>
                <a:spcPts val="0"/>
              </a:spcBef>
              <a:spcAft>
                <a:spcPts val="0"/>
              </a:spcAft>
              <a:buClr>
                <a:srgbClr val="CCCCCC"/>
              </a:buClr>
              <a:buSzPts val="2400"/>
              <a:buFont typeface="Proxima Nova"/>
              <a:buNone/>
              <a:defRPr b="0" i="0" sz="2400" u="none" cap="none" strike="noStrike">
                <a:solidFill>
                  <a:srgbClr val="CCCCCC"/>
                </a:solidFill>
                <a:latin typeface="Proxima Nova"/>
                <a:ea typeface="Proxima Nova"/>
                <a:cs typeface="Proxima Nova"/>
                <a:sym typeface="Proxima Nova"/>
              </a:defRPr>
            </a:lvl5pPr>
            <a:lvl6pPr lvl="5" marR="0" rtl="0" algn="l">
              <a:lnSpc>
                <a:spcPct val="100000"/>
              </a:lnSpc>
              <a:spcBef>
                <a:spcPts val="0"/>
              </a:spcBef>
              <a:spcAft>
                <a:spcPts val="0"/>
              </a:spcAft>
              <a:buClr>
                <a:srgbClr val="CCCCCC"/>
              </a:buClr>
              <a:buSzPts val="2400"/>
              <a:buFont typeface="Proxima Nova"/>
              <a:buNone/>
              <a:defRPr b="0" i="0" sz="2400" u="none" cap="none" strike="noStrike">
                <a:solidFill>
                  <a:srgbClr val="CCCCCC"/>
                </a:solidFill>
                <a:latin typeface="Proxima Nova"/>
                <a:ea typeface="Proxima Nova"/>
                <a:cs typeface="Proxima Nova"/>
                <a:sym typeface="Proxima Nova"/>
              </a:defRPr>
            </a:lvl6pPr>
            <a:lvl7pPr lvl="6" marR="0" rtl="0" algn="l">
              <a:lnSpc>
                <a:spcPct val="100000"/>
              </a:lnSpc>
              <a:spcBef>
                <a:spcPts val="0"/>
              </a:spcBef>
              <a:spcAft>
                <a:spcPts val="0"/>
              </a:spcAft>
              <a:buClr>
                <a:srgbClr val="CCCCCC"/>
              </a:buClr>
              <a:buSzPts val="2400"/>
              <a:buFont typeface="Proxima Nova"/>
              <a:buNone/>
              <a:defRPr b="0" i="0" sz="2400" u="none" cap="none" strike="noStrike">
                <a:solidFill>
                  <a:srgbClr val="CCCCCC"/>
                </a:solidFill>
                <a:latin typeface="Proxima Nova"/>
                <a:ea typeface="Proxima Nova"/>
                <a:cs typeface="Proxima Nova"/>
                <a:sym typeface="Proxima Nova"/>
              </a:defRPr>
            </a:lvl7pPr>
            <a:lvl8pPr lvl="7" marR="0" rtl="0" algn="l">
              <a:lnSpc>
                <a:spcPct val="100000"/>
              </a:lnSpc>
              <a:spcBef>
                <a:spcPts val="0"/>
              </a:spcBef>
              <a:spcAft>
                <a:spcPts val="0"/>
              </a:spcAft>
              <a:buClr>
                <a:srgbClr val="CCCCCC"/>
              </a:buClr>
              <a:buSzPts val="2400"/>
              <a:buFont typeface="Proxima Nova"/>
              <a:buNone/>
              <a:defRPr b="0" i="0" sz="2400" u="none" cap="none" strike="noStrike">
                <a:solidFill>
                  <a:srgbClr val="CCCCCC"/>
                </a:solidFill>
                <a:latin typeface="Proxima Nova"/>
                <a:ea typeface="Proxima Nova"/>
                <a:cs typeface="Proxima Nova"/>
                <a:sym typeface="Proxima Nova"/>
              </a:defRPr>
            </a:lvl8pPr>
            <a:lvl9pPr lvl="8" marR="0" rtl="0" algn="l">
              <a:lnSpc>
                <a:spcPct val="100000"/>
              </a:lnSpc>
              <a:spcBef>
                <a:spcPts val="0"/>
              </a:spcBef>
              <a:spcAft>
                <a:spcPts val="0"/>
              </a:spcAft>
              <a:buClr>
                <a:srgbClr val="CCCCCC"/>
              </a:buClr>
              <a:buSzPts val="2400"/>
              <a:buFont typeface="Proxima Nova"/>
              <a:buNone/>
              <a:defRPr b="0" i="0" sz="2400" u="none" cap="none" strike="noStrike">
                <a:solidFill>
                  <a:srgbClr val="CCCCCC"/>
                </a:solidFill>
                <a:latin typeface="Proxima Nova"/>
                <a:ea typeface="Proxima Nova"/>
                <a:cs typeface="Proxima Nova"/>
                <a:sym typeface="Proxima Nova"/>
              </a:defRPr>
            </a:lvl9pPr>
          </a:lstStyle>
          <a:p/>
        </p:txBody>
      </p:sp>
      <p:grpSp>
        <p:nvGrpSpPr>
          <p:cNvPr id="14" name="Google Shape;14;p3"/>
          <p:cNvGrpSpPr/>
          <p:nvPr/>
        </p:nvGrpSpPr>
        <p:grpSpPr>
          <a:xfrm>
            <a:off x="6671826" y="451977"/>
            <a:ext cx="1322528" cy="1510008"/>
            <a:chOff x="14544223" y="658793"/>
            <a:chExt cx="3060700" cy="3493771"/>
          </a:xfrm>
        </p:grpSpPr>
        <p:sp>
          <p:nvSpPr>
            <p:cNvPr id="15" name="Google Shape;15;p3"/>
            <p:cNvSpPr/>
            <p:nvPr/>
          </p:nvSpPr>
          <p:spPr>
            <a:xfrm>
              <a:off x="14673895" y="788465"/>
              <a:ext cx="2800984" cy="3234690"/>
            </a:xfrm>
            <a:custGeom>
              <a:rect b="b" l="l" r="r" t="t"/>
              <a:pathLst>
                <a:path extrusionOk="0" h="3234690" w="2800984">
                  <a:moveTo>
                    <a:pt x="1400470" y="0"/>
                  </a:moveTo>
                  <a:lnTo>
                    <a:pt x="0" y="808561"/>
                  </a:lnTo>
                  <a:lnTo>
                    <a:pt x="0" y="2425685"/>
                  </a:lnTo>
                  <a:lnTo>
                    <a:pt x="1400470" y="3234247"/>
                  </a:lnTo>
                  <a:lnTo>
                    <a:pt x="2800940" y="2425685"/>
                  </a:lnTo>
                  <a:lnTo>
                    <a:pt x="2800940" y="808561"/>
                  </a:lnTo>
                  <a:lnTo>
                    <a:pt x="1400470"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16" name="Google Shape;16;p3"/>
            <p:cNvSpPr/>
            <p:nvPr/>
          </p:nvSpPr>
          <p:spPr>
            <a:xfrm>
              <a:off x="14544223" y="658794"/>
              <a:ext cx="3060700" cy="3493770"/>
            </a:xfrm>
            <a:custGeom>
              <a:rect b="b" l="l" r="r" t="t"/>
              <a:pathLst>
                <a:path extrusionOk="0" h="3493770" w="3060700">
                  <a:moveTo>
                    <a:pt x="1530141" y="0"/>
                  </a:moveTo>
                  <a:lnTo>
                    <a:pt x="1465306" y="17371"/>
                  </a:lnTo>
                  <a:lnTo>
                    <a:pt x="64835" y="825932"/>
                  </a:lnTo>
                  <a:lnTo>
                    <a:pt x="17371" y="873393"/>
                  </a:lnTo>
                  <a:lnTo>
                    <a:pt x="0" y="938233"/>
                  </a:lnTo>
                  <a:lnTo>
                    <a:pt x="0" y="2555356"/>
                  </a:lnTo>
                  <a:lnTo>
                    <a:pt x="17371" y="2620192"/>
                  </a:lnTo>
                  <a:lnTo>
                    <a:pt x="64835" y="2667656"/>
                  </a:lnTo>
                  <a:lnTo>
                    <a:pt x="1465306" y="3476218"/>
                  </a:lnTo>
                  <a:lnTo>
                    <a:pt x="1513388" y="3492504"/>
                  </a:lnTo>
                  <a:lnTo>
                    <a:pt x="1530141" y="3493589"/>
                  </a:lnTo>
                  <a:lnTo>
                    <a:pt x="1546895" y="3492504"/>
                  </a:lnTo>
                  <a:lnTo>
                    <a:pt x="1563431" y="3489247"/>
                  </a:lnTo>
                  <a:lnTo>
                    <a:pt x="1579531" y="3483818"/>
                  </a:lnTo>
                  <a:lnTo>
                    <a:pt x="1594977" y="3476218"/>
                  </a:lnTo>
                  <a:lnTo>
                    <a:pt x="2048833" y="3214184"/>
                  </a:lnTo>
                  <a:lnTo>
                    <a:pt x="1530141" y="3214184"/>
                  </a:lnTo>
                  <a:lnTo>
                    <a:pt x="259342" y="2480489"/>
                  </a:lnTo>
                  <a:lnTo>
                    <a:pt x="259342" y="1013100"/>
                  </a:lnTo>
                  <a:lnTo>
                    <a:pt x="1530141" y="279405"/>
                  </a:lnTo>
                  <a:lnTo>
                    <a:pt x="2048833" y="279405"/>
                  </a:lnTo>
                  <a:lnTo>
                    <a:pt x="1594977" y="17371"/>
                  </a:lnTo>
                  <a:lnTo>
                    <a:pt x="1563431" y="4342"/>
                  </a:lnTo>
                  <a:lnTo>
                    <a:pt x="1530141" y="0"/>
                  </a:lnTo>
                  <a:close/>
                </a:path>
                <a:path extrusionOk="0" h="3493770" w="3060700">
                  <a:moveTo>
                    <a:pt x="2048833" y="279405"/>
                  </a:moveTo>
                  <a:lnTo>
                    <a:pt x="1530141" y="279405"/>
                  </a:lnTo>
                  <a:lnTo>
                    <a:pt x="2800930" y="1013100"/>
                  </a:lnTo>
                  <a:lnTo>
                    <a:pt x="2800930" y="2480489"/>
                  </a:lnTo>
                  <a:lnTo>
                    <a:pt x="1530141" y="3214184"/>
                  </a:lnTo>
                  <a:lnTo>
                    <a:pt x="2048833" y="3214184"/>
                  </a:lnTo>
                  <a:lnTo>
                    <a:pt x="2995448" y="2667656"/>
                  </a:lnTo>
                  <a:lnTo>
                    <a:pt x="3042908" y="2620192"/>
                  </a:lnTo>
                  <a:lnTo>
                    <a:pt x="3060283" y="2555356"/>
                  </a:lnTo>
                  <a:lnTo>
                    <a:pt x="3060283" y="938233"/>
                  </a:lnTo>
                  <a:lnTo>
                    <a:pt x="3055794" y="904396"/>
                  </a:lnTo>
                  <a:lnTo>
                    <a:pt x="3042908" y="873393"/>
                  </a:lnTo>
                  <a:lnTo>
                    <a:pt x="3022501" y="846735"/>
                  </a:lnTo>
                  <a:lnTo>
                    <a:pt x="2995448" y="825932"/>
                  </a:lnTo>
                  <a:lnTo>
                    <a:pt x="2048833" y="279405"/>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17" name="Google Shape;17;p3"/>
            <p:cNvSpPr/>
            <p:nvPr/>
          </p:nvSpPr>
          <p:spPr>
            <a:xfrm>
              <a:off x="16074364" y="788463"/>
              <a:ext cx="1400809" cy="2425700"/>
            </a:xfrm>
            <a:custGeom>
              <a:rect b="b" l="l" r="r" t="t"/>
              <a:pathLst>
                <a:path extrusionOk="0" h="2425700" w="1400809">
                  <a:moveTo>
                    <a:pt x="0" y="0"/>
                  </a:moveTo>
                  <a:lnTo>
                    <a:pt x="0" y="1617123"/>
                  </a:lnTo>
                  <a:lnTo>
                    <a:pt x="1400470" y="2425685"/>
                  </a:lnTo>
                  <a:lnTo>
                    <a:pt x="1400470" y="808561"/>
                  </a:lnTo>
                  <a:lnTo>
                    <a:pt x="0" y="0"/>
                  </a:lnTo>
                  <a:close/>
                </a:path>
              </a:pathLst>
            </a:custGeom>
            <a:solidFill>
              <a:srgbClr val="CC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18" name="Google Shape;18;p3"/>
            <p:cNvSpPr/>
            <p:nvPr/>
          </p:nvSpPr>
          <p:spPr>
            <a:xfrm>
              <a:off x="15944697" y="658794"/>
              <a:ext cx="1659890" cy="2685415"/>
            </a:xfrm>
            <a:custGeom>
              <a:rect b="b" l="l" r="r" t="t"/>
              <a:pathLst>
                <a:path extrusionOk="0" h="2685415" w="1659890">
                  <a:moveTo>
                    <a:pt x="129667" y="0"/>
                  </a:moveTo>
                  <a:lnTo>
                    <a:pt x="64835" y="17371"/>
                  </a:lnTo>
                  <a:lnTo>
                    <a:pt x="17371" y="64831"/>
                  </a:lnTo>
                  <a:lnTo>
                    <a:pt x="0" y="129671"/>
                  </a:lnTo>
                  <a:lnTo>
                    <a:pt x="0" y="1746794"/>
                  </a:lnTo>
                  <a:lnTo>
                    <a:pt x="17371" y="1811630"/>
                  </a:lnTo>
                  <a:lnTo>
                    <a:pt x="64835" y="1859095"/>
                  </a:lnTo>
                  <a:lnTo>
                    <a:pt x="1465306" y="2667656"/>
                  </a:lnTo>
                  <a:lnTo>
                    <a:pt x="1513388" y="2683942"/>
                  </a:lnTo>
                  <a:lnTo>
                    <a:pt x="1530141" y="2685028"/>
                  </a:lnTo>
                  <a:lnTo>
                    <a:pt x="1546895" y="2683942"/>
                  </a:lnTo>
                  <a:lnTo>
                    <a:pt x="1594977" y="2667656"/>
                  </a:lnTo>
                  <a:lnTo>
                    <a:pt x="1642438" y="2620192"/>
                  </a:lnTo>
                  <a:lnTo>
                    <a:pt x="1659813" y="2555356"/>
                  </a:lnTo>
                  <a:lnTo>
                    <a:pt x="1659813" y="2330756"/>
                  </a:lnTo>
                  <a:lnTo>
                    <a:pt x="1400459" y="2330756"/>
                  </a:lnTo>
                  <a:lnTo>
                    <a:pt x="259342" y="1671928"/>
                  </a:lnTo>
                  <a:lnTo>
                    <a:pt x="259342" y="354271"/>
                  </a:lnTo>
                  <a:lnTo>
                    <a:pt x="778036" y="354271"/>
                  </a:lnTo>
                  <a:lnTo>
                    <a:pt x="194507" y="17371"/>
                  </a:lnTo>
                  <a:lnTo>
                    <a:pt x="162959" y="4342"/>
                  </a:lnTo>
                  <a:lnTo>
                    <a:pt x="129667" y="0"/>
                  </a:lnTo>
                  <a:close/>
                </a:path>
                <a:path extrusionOk="0" h="2685415" w="1659890">
                  <a:moveTo>
                    <a:pt x="778036" y="354271"/>
                  </a:moveTo>
                  <a:lnTo>
                    <a:pt x="259342" y="354271"/>
                  </a:lnTo>
                  <a:lnTo>
                    <a:pt x="1400459" y="1013100"/>
                  </a:lnTo>
                  <a:lnTo>
                    <a:pt x="1400459" y="2330756"/>
                  </a:lnTo>
                  <a:lnTo>
                    <a:pt x="1659813" y="2330756"/>
                  </a:lnTo>
                  <a:lnTo>
                    <a:pt x="1659813" y="938233"/>
                  </a:lnTo>
                  <a:lnTo>
                    <a:pt x="1655323" y="904400"/>
                  </a:lnTo>
                  <a:lnTo>
                    <a:pt x="1642438" y="873397"/>
                  </a:lnTo>
                  <a:lnTo>
                    <a:pt x="1622031" y="846736"/>
                  </a:lnTo>
                  <a:lnTo>
                    <a:pt x="1594977" y="825932"/>
                  </a:lnTo>
                  <a:lnTo>
                    <a:pt x="778036" y="354271"/>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19" name="Google Shape;19;p3"/>
            <p:cNvSpPr/>
            <p:nvPr/>
          </p:nvSpPr>
          <p:spPr>
            <a:xfrm>
              <a:off x="14673895" y="788466"/>
              <a:ext cx="1400809" cy="2425700"/>
            </a:xfrm>
            <a:custGeom>
              <a:rect b="b" l="l" r="r" t="t"/>
              <a:pathLst>
                <a:path extrusionOk="0" h="2425700" w="1400809">
                  <a:moveTo>
                    <a:pt x="1400470" y="0"/>
                  </a:moveTo>
                  <a:lnTo>
                    <a:pt x="0" y="808561"/>
                  </a:lnTo>
                  <a:lnTo>
                    <a:pt x="0" y="2425685"/>
                  </a:lnTo>
                  <a:lnTo>
                    <a:pt x="1400470" y="1617123"/>
                  </a:lnTo>
                  <a:lnTo>
                    <a:pt x="1400470"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20" name="Google Shape;20;p3"/>
            <p:cNvSpPr/>
            <p:nvPr/>
          </p:nvSpPr>
          <p:spPr>
            <a:xfrm>
              <a:off x="14544227" y="658793"/>
              <a:ext cx="1659890" cy="2685415"/>
            </a:xfrm>
            <a:custGeom>
              <a:rect b="b" l="l" r="r" t="t"/>
              <a:pathLst>
                <a:path extrusionOk="0" h="2685415" w="1659890">
                  <a:moveTo>
                    <a:pt x="1530141" y="0"/>
                  </a:moveTo>
                  <a:lnTo>
                    <a:pt x="1465306" y="17371"/>
                  </a:lnTo>
                  <a:lnTo>
                    <a:pt x="64835" y="825932"/>
                  </a:lnTo>
                  <a:lnTo>
                    <a:pt x="17371" y="873397"/>
                  </a:lnTo>
                  <a:lnTo>
                    <a:pt x="0" y="938233"/>
                  </a:lnTo>
                  <a:lnTo>
                    <a:pt x="0" y="2555356"/>
                  </a:lnTo>
                  <a:lnTo>
                    <a:pt x="17371" y="2620192"/>
                  </a:lnTo>
                  <a:lnTo>
                    <a:pt x="64835" y="2667656"/>
                  </a:lnTo>
                  <a:lnTo>
                    <a:pt x="112916" y="2683942"/>
                  </a:lnTo>
                  <a:lnTo>
                    <a:pt x="129671" y="2685028"/>
                  </a:lnTo>
                  <a:lnTo>
                    <a:pt x="146425" y="2683942"/>
                  </a:lnTo>
                  <a:lnTo>
                    <a:pt x="194507" y="2667656"/>
                  </a:lnTo>
                  <a:lnTo>
                    <a:pt x="778036" y="2330756"/>
                  </a:lnTo>
                  <a:lnTo>
                    <a:pt x="259342" y="2330756"/>
                  </a:lnTo>
                  <a:lnTo>
                    <a:pt x="259342" y="1013100"/>
                  </a:lnTo>
                  <a:lnTo>
                    <a:pt x="1400459" y="354271"/>
                  </a:lnTo>
                  <a:lnTo>
                    <a:pt x="1659813" y="354271"/>
                  </a:lnTo>
                  <a:lnTo>
                    <a:pt x="1659813" y="129671"/>
                  </a:lnTo>
                  <a:lnTo>
                    <a:pt x="1642438" y="64835"/>
                  </a:lnTo>
                  <a:lnTo>
                    <a:pt x="1594977" y="17371"/>
                  </a:lnTo>
                  <a:lnTo>
                    <a:pt x="1563431" y="4342"/>
                  </a:lnTo>
                  <a:lnTo>
                    <a:pt x="1530141" y="0"/>
                  </a:lnTo>
                  <a:close/>
                </a:path>
                <a:path extrusionOk="0" h="2685415" w="1659890">
                  <a:moveTo>
                    <a:pt x="1659813" y="354271"/>
                  </a:moveTo>
                  <a:lnTo>
                    <a:pt x="1400459" y="354271"/>
                  </a:lnTo>
                  <a:lnTo>
                    <a:pt x="1400459" y="1671928"/>
                  </a:lnTo>
                  <a:lnTo>
                    <a:pt x="259342" y="2330756"/>
                  </a:lnTo>
                  <a:lnTo>
                    <a:pt x="778036" y="2330756"/>
                  </a:lnTo>
                  <a:lnTo>
                    <a:pt x="1594977" y="1859095"/>
                  </a:lnTo>
                  <a:lnTo>
                    <a:pt x="1622031" y="1838291"/>
                  </a:lnTo>
                  <a:lnTo>
                    <a:pt x="1642438" y="1811630"/>
                  </a:lnTo>
                  <a:lnTo>
                    <a:pt x="1655323" y="1780627"/>
                  </a:lnTo>
                  <a:lnTo>
                    <a:pt x="1659813" y="1746794"/>
                  </a:lnTo>
                  <a:lnTo>
                    <a:pt x="1659813" y="354271"/>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grpSp>
      <p:grpSp>
        <p:nvGrpSpPr>
          <p:cNvPr id="21" name="Google Shape;21;p3"/>
          <p:cNvGrpSpPr/>
          <p:nvPr/>
        </p:nvGrpSpPr>
        <p:grpSpPr>
          <a:xfrm>
            <a:off x="4856393" y="1168125"/>
            <a:ext cx="2532836" cy="2206806"/>
            <a:chOff x="10342809" y="2315777"/>
            <a:chExt cx="5861690" cy="5105983"/>
          </a:xfrm>
        </p:grpSpPr>
        <p:sp>
          <p:nvSpPr>
            <p:cNvPr id="22" name="Google Shape;22;p3"/>
            <p:cNvSpPr/>
            <p:nvPr/>
          </p:nvSpPr>
          <p:spPr>
            <a:xfrm>
              <a:off x="10472482" y="4057664"/>
              <a:ext cx="5601969" cy="3234690"/>
            </a:xfrm>
            <a:custGeom>
              <a:rect b="b" l="l" r="r" t="t"/>
              <a:pathLst>
                <a:path extrusionOk="0" h="3234690" w="5601969">
                  <a:moveTo>
                    <a:pt x="1400480" y="0"/>
                  </a:moveTo>
                  <a:lnTo>
                    <a:pt x="0" y="808561"/>
                  </a:lnTo>
                  <a:lnTo>
                    <a:pt x="4201411" y="3234247"/>
                  </a:lnTo>
                  <a:lnTo>
                    <a:pt x="5601881" y="2425685"/>
                  </a:lnTo>
                  <a:lnTo>
                    <a:pt x="1400480" y="0"/>
                  </a:lnTo>
                  <a:close/>
                </a:path>
              </a:pathLst>
            </a:custGeom>
            <a:solidFill>
              <a:srgbClr val="00852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23" name="Google Shape;23;p3"/>
            <p:cNvSpPr/>
            <p:nvPr/>
          </p:nvSpPr>
          <p:spPr>
            <a:xfrm>
              <a:off x="10342815" y="3927990"/>
              <a:ext cx="5861684" cy="3493770"/>
            </a:xfrm>
            <a:custGeom>
              <a:rect b="b" l="l" r="r" t="t"/>
              <a:pathLst>
                <a:path extrusionOk="0" h="3493770" w="5861684">
                  <a:moveTo>
                    <a:pt x="1530137" y="0"/>
                  </a:moveTo>
                  <a:lnTo>
                    <a:pt x="1465306" y="17363"/>
                  </a:lnTo>
                  <a:lnTo>
                    <a:pt x="64835" y="825935"/>
                  </a:lnTo>
                  <a:lnTo>
                    <a:pt x="17371" y="873400"/>
                  </a:lnTo>
                  <a:lnTo>
                    <a:pt x="0" y="938235"/>
                  </a:lnTo>
                  <a:lnTo>
                    <a:pt x="4488" y="972068"/>
                  </a:lnTo>
                  <a:lnTo>
                    <a:pt x="37777" y="1029732"/>
                  </a:lnTo>
                  <a:lnTo>
                    <a:pt x="4266247" y="3476221"/>
                  </a:lnTo>
                  <a:lnTo>
                    <a:pt x="4314329" y="3492506"/>
                  </a:lnTo>
                  <a:lnTo>
                    <a:pt x="4331082" y="3493592"/>
                  </a:lnTo>
                  <a:lnTo>
                    <a:pt x="4347836" y="3492506"/>
                  </a:lnTo>
                  <a:lnTo>
                    <a:pt x="4364372" y="3489249"/>
                  </a:lnTo>
                  <a:lnTo>
                    <a:pt x="4380472" y="3483821"/>
                  </a:lnTo>
                  <a:lnTo>
                    <a:pt x="4395918" y="3476221"/>
                  </a:lnTo>
                  <a:lnTo>
                    <a:pt x="4849768" y="3214187"/>
                  </a:lnTo>
                  <a:lnTo>
                    <a:pt x="4331082" y="3214187"/>
                  </a:lnTo>
                  <a:lnTo>
                    <a:pt x="389014" y="938235"/>
                  </a:lnTo>
                  <a:lnTo>
                    <a:pt x="1530141" y="279407"/>
                  </a:lnTo>
                  <a:lnTo>
                    <a:pt x="2048849" y="279407"/>
                  </a:lnTo>
                  <a:lnTo>
                    <a:pt x="1594977" y="17363"/>
                  </a:lnTo>
                  <a:lnTo>
                    <a:pt x="1563429" y="4340"/>
                  </a:lnTo>
                  <a:lnTo>
                    <a:pt x="1530137" y="0"/>
                  </a:lnTo>
                  <a:close/>
                </a:path>
                <a:path extrusionOk="0" h="3493770" w="5861684">
                  <a:moveTo>
                    <a:pt x="2048849" y="279407"/>
                  </a:moveTo>
                  <a:lnTo>
                    <a:pt x="1530141" y="279407"/>
                  </a:lnTo>
                  <a:lnTo>
                    <a:pt x="5472199" y="2555348"/>
                  </a:lnTo>
                  <a:lnTo>
                    <a:pt x="4331082" y="3214187"/>
                  </a:lnTo>
                  <a:lnTo>
                    <a:pt x="4849768" y="3214187"/>
                  </a:lnTo>
                  <a:lnTo>
                    <a:pt x="5796388" y="2667649"/>
                  </a:lnTo>
                  <a:lnTo>
                    <a:pt x="5823442" y="2646846"/>
                  </a:lnTo>
                  <a:lnTo>
                    <a:pt x="5843849" y="2620188"/>
                  </a:lnTo>
                  <a:lnTo>
                    <a:pt x="5856735" y="2589185"/>
                  </a:lnTo>
                  <a:lnTo>
                    <a:pt x="5861224" y="2555348"/>
                  </a:lnTo>
                  <a:lnTo>
                    <a:pt x="5856735" y="2521518"/>
                  </a:lnTo>
                  <a:lnTo>
                    <a:pt x="5843849" y="2490518"/>
                  </a:lnTo>
                  <a:lnTo>
                    <a:pt x="5823442" y="2463861"/>
                  </a:lnTo>
                  <a:lnTo>
                    <a:pt x="5796388" y="2443059"/>
                  </a:lnTo>
                  <a:lnTo>
                    <a:pt x="2048849" y="279407"/>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24" name="Google Shape;24;p3"/>
            <p:cNvSpPr/>
            <p:nvPr/>
          </p:nvSpPr>
          <p:spPr>
            <a:xfrm>
              <a:off x="11872953" y="2445447"/>
              <a:ext cx="4201794" cy="4037965"/>
            </a:xfrm>
            <a:custGeom>
              <a:rect b="b" l="l" r="r" t="t"/>
              <a:pathLst>
                <a:path extrusionOk="0" h="4037965" w="4201794">
                  <a:moveTo>
                    <a:pt x="0" y="0"/>
                  </a:moveTo>
                  <a:lnTo>
                    <a:pt x="0" y="1612212"/>
                  </a:lnTo>
                  <a:lnTo>
                    <a:pt x="4201411" y="4037897"/>
                  </a:lnTo>
                  <a:lnTo>
                    <a:pt x="4201411" y="2420774"/>
                  </a:lnTo>
                  <a:lnTo>
                    <a:pt x="0"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25" name="Google Shape;25;p3"/>
            <p:cNvSpPr/>
            <p:nvPr/>
          </p:nvSpPr>
          <p:spPr>
            <a:xfrm>
              <a:off x="11743285" y="2315777"/>
              <a:ext cx="4460875" cy="4297680"/>
            </a:xfrm>
            <a:custGeom>
              <a:rect b="b" l="l" r="r" t="t"/>
              <a:pathLst>
                <a:path extrusionOk="0" h="4297680" w="4460875">
                  <a:moveTo>
                    <a:pt x="129585" y="0"/>
                  </a:moveTo>
                  <a:lnTo>
                    <a:pt x="64783" y="17401"/>
                  </a:lnTo>
                  <a:lnTo>
                    <a:pt x="17356" y="64861"/>
                  </a:lnTo>
                  <a:lnTo>
                    <a:pt x="0" y="129670"/>
                  </a:lnTo>
                  <a:lnTo>
                    <a:pt x="0" y="1741882"/>
                  </a:lnTo>
                  <a:lnTo>
                    <a:pt x="17371" y="1806718"/>
                  </a:lnTo>
                  <a:lnTo>
                    <a:pt x="64835" y="1854183"/>
                  </a:lnTo>
                  <a:lnTo>
                    <a:pt x="4266236" y="4279868"/>
                  </a:lnTo>
                  <a:lnTo>
                    <a:pt x="4314322" y="4296153"/>
                  </a:lnTo>
                  <a:lnTo>
                    <a:pt x="4331082" y="4297239"/>
                  </a:lnTo>
                  <a:lnTo>
                    <a:pt x="4347836" y="4296153"/>
                  </a:lnTo>
                  <a:lnTo>
                    <a:pt x="4395918" y="4279868"/>
                  </a:lnTo>
                  <a:lnTo>
                    <a:pt x="4443379" y="4232403"/>
                  </a:lnTo>
                  <a:lnTo>
                    <a:pt x="4460754" y="4167568"/>
                  </a:lnTo>
                  <a:lnTo>
                    <a:pt x="4460754" y="3942967"/>
                  </a:lnTo>
                  <a:lnTo>
                    <a:pt x="4201411" y="3942967"/>
                  </a:lnTo>
                  <a:lnTo>
                    <a:pt x="259342" y="1667015"/>
                  </a:lnTo>
                  <a:lnTo>
                    <a:pt x="259342" y="354040"/>
                  </a:lnTo>
                  <a:lnTo>
                    <a:pt x="778809" y="354040"/>
                  </a:lnTo>
                  <a:lnTo>
                    <a:pt x="194402" y="17317"/>
                  </a:lnTo>
                  <a:lnTo>
                    <a:pt x="162864" y="4318"/>
                  </a:lnTo>
                  <a:lnTo>
                    <a:pt x="129585" y="0"/>
                  </a:lnTo>
                  <a:close/>
                </a:path>
                <a:path extrusionOk="0" h="4297680" w="4460875">
                  <a:moveTo>
                    <a:pt x="778809" y="354040"/>
                  </a:moveTo>
                  <a:lnTo>
                    <a:pt x="259342" y="354040"/>
                  </a:lnTo>
                  <a:lnTo>
                    <a:pt x="4201411" y="2625384"/>
                  </a:lnTo>
                  <a:lnTo>
                    <a:pt x="4201411" y="3942967"/>
                  </a:lnTo>
                  <a:lnTo>
                    <a:pt x="4460754" y="3942967"/>
                  </a:lnTo>
                  <a:lnTo>
                    <a:pt x="4460754" y="2550444"/>
                  </a:lnTo>
                  <a:lnTo>
                    <a:pt x="4456257" y="2516583"/>
                  </a:lnTo>
                  <a:lnTo>
                    <a:pt x="4443350" y="2485557"/>
                  </a:lnTo>
                  <a:lnTo>
                    <a:pt x="4422910" y="2458885"/>
                  </a:lnTo>
                  <a:lnTo>
                    <a:pt x="4395813" y="2438081"/>
                  </a:lnTo>
                  <a:lnTo>
                    <a:pt x="778809" y="35404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26" name="Google Shape;26;p3"/>
            <p:cNvSpPr/>
            <p:nvPr/>
          </p:nvSpPr>
          <p:spPr>
            <a:xfrm>
              <a:off x="10472482" y="2445451"/>
              <a:ext cx="1400809" cy="2421254"/>
            </a:xfrm>
            <a:custGeom>
              <a:rect b="b" l="l" r="r" t="t"/>
              <a:pathLst>
                <a:path extrusionOk="0" h="2421254" w="1400809">
                  <a:moveTo>
                    <a:pt x="1400470" y="0"/>
                  </a:moveTo>
                  <a:lnTo>
                    <a:pt x="0" y="803650"/>
                  </a:lnTo>
                  <a:lnTo>
                    <a:pt x="0" y="2420774"/>
                  </a:lnTo>
                  <a:lnTo>
                    <a:pt x="1400480" y="1612212"/>
                  </a:lnTo>
                  <a:lnTo>
                    <a:pt x="1400470"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27" name="Google Shape;27;p3"/>
            <p:cNvSpPr/>
            <p:nvPr/>
          </p:nvSpPr>
          <p:spPr>
            <a:xfrm>
              <a:off x="10342809" y="2315777"/>
              <a:ext cx="1659890" cy="2680335"/>
            </a:xfrm>
            <a:custGeom>
              <a:rect b="b" l="l" r="r" t="t"/>
              <a:pathLst>
                <a:path extrusionOk="0" h="2680335" w="1659890">
                  <a:moveTo>
                    <a:pt x="1530402" y="0"/>
                  </a:moveTo>
                  <a:lnTo>
                    <a:pt x="1465599" y="17201"/>
                  </a:lnTo>
                  <a:lnTo>
                    <a:pt x="65128" y="820851"/>
                  </a:lnTo>
                  <a:lnTo>
                    <a:pt x="17454" y="868337"/>
                  </a:lnTo>
                  <a:lnTo>
                    <a:pt x="0" y="933319"/>
                  </a:lnTo>
                  <a:lnTo>
                    <a:pt x="0" y="2550453"/>
                  </a:lnTo>
                  <a:lnTo>
                    <a:pt x="17375" y="2615285"/>
                  </a:lnTo>
                  <a:lnTo>
                    <a:pt x="64835" y="2662754"/>
                  </a:lnTo>
                  <a:lnTo>
                    <a:pt x="112917" y="2679039"/>
                  </a:lnTo>
                  <a:lnTo>
                    <a:pt x="129671" y="2680125"/>
                  </a:lnTo>
                  <a:lnTo>
                    <a:pt x="146426" y="2679039"/>
                  </a:lnTo>
                  <a:lnTo>
                    <a:pt x="194507" y="2662743"/>
                  </a:lnTo>
                  <a:lnTo>
                    <a:pt x="778022" y="2325853"/>
                  </a:lnTo>
                  <a:lnTo>
                    <a:pt x="259342" y="2325853"/>
                  </a:lnTo>
                  <a:lnTo>
                    <a:pt x="259342" y="1008416"/>
                  </a:lnTo>
                  <a:lnTo>
                    <a:pt x="1400470" y="353588"/>
                  </a:lnTo>
                  <a:lnTo>
                    <a:pt x="1659814" y="353588"/>
                  </a:lnTo>
                  <a:lnTo>
                    <a:pt x="1659813" y="129668"/>
                  </a:lnTo>
                  <a:lnTo>
                    <a:pt x="1642485" y="64911"/>
                  </a:lnTo>
                  <a:lnTo>
                    <a:pt x="1595134" y="17462"/>
                  </a:lnTo>
                  <a:lnTo>
                    <a:pt x="1563646" y="4399"/>
                  </a:lnTo>
                  <a:lnTo>
                    <a:pt x="1530402" y="0"/>
                  </a:lnTo>
                  <a:close/>
                </a:path>
                <a:path extrusionOk="0" h="2680335" w="1659890">
                  <a:moveTo>
                    <a:pt x="1659814" y="353588"/>
                  </a:moveTo>
                  <a:lnTo>
                    <a:pt x="1400470" y="353588"/>
                  </a:lnTo>
                  <a:lnTo>
                    <a:pt x="1400470" y="1667014"/>
                  </a:lnTo>
                  <a:lnTo>
                    <a:pt x="259342" y="2325853"/>
                  </a:lnTo>
                  <a:lnTo>
                    <a:pt x="778022" y="2325853"/>
                  </a:lnTo>
                  <a:lnTo>
                    <a:pt x="1594988" y="1854181"/>
                  </a:lnTo>
                  <a:lnTo>
                    <a:pt x="1622041" y="1833377"/>
                  </a:lnTo>
                  <a:lnTo>
                    <a:pt x="1642448" y="1806717"/>
                  </a:lnTo>
                  <a:lnTo>
                    <a:pt x="1655334" y="1775713"/>
                  </a:lnTo>
                  <a:lnTo>
                    <a:pt x="1659823" y="1741881"/>
                  </a:lnTo>
                  <a:lnTo>
                    <a:pt x="1659814" y="353588"/>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grpSp>
      <p:grpSp>
        <p:nvGrpSpPr>
          <p:cNvPr id="28" name="Google Shape;28;p3"/>
          <p:cNvGrpSpPr/>
          <p:nvPr/>
        </p:nvGrpSpPr>
        <p:grpSpPr>
          <a:xfrm>
            <a:off x="6066671" y="2561219"/>
            <a:ext cx="2532834" cy="2208926"/>
            <a:chOff x="13143731" y="5539040"/>
            <a:chExt cx="5861684" cy="5110888"/>
          </a:xfrm>
        </p:grpSpPr>
        <p:sp>
          <p:nvSpPr>
            <p:cNvPr id="29" name="Google Shape;29;p3"/>
            <p:cNvSpPr/>
            <p:nvPr/>
          </p:nvSpPr>
          <p:spPr>
            <a:xfrm>
              <a:off x="17474834" y="5668715"/>
              <a:ext cx="1400809" cy="2425700"/>
            </a:xfrm>
            <a:custGeom>
              <a:rect b="b" l="l" r="r" t="t"/>
              <a:pathLst>
                <a:path extrusionOk="0" h="2425700" w="1400809">
                  <a:moveTo>
                    <a:pt x="0" y="0"/>
                  </a:moveTo>
                  <a:lnTo>
                    <a:pt x="10" y="1617113"/>
                  </a:lnTo>
                  <a:lnTo>
                    <a:pt x="1400470" y="2425674"/>
                  </a:lnTo>
                  <a:lnTo>
                    <a:pt x="1400470" y="808561"/>
                  </a:lnTo>
                  <a:lnTo>
                    <a:pt x="0"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30" name="Google Shape;30;p3"/>
            <p:cNvSpPr/>
            <p:nvPr/>
          </p:nvSpPr>
          <p:spPr>
            <a:xfrm>
              <a:off x="17345169" y="5539040"/>
              <a:ext cx="1659890" cy="2685415"/>
            </a:xfrm>
            <a:custGeom>
              <a:rect b="b" l="l" r="r" t="t"/>
              <a:pathLst>
                <a:path extrusionOk="0" h="2685415" w="1659890">
                  <a:moveTo>
                    <a:pt x="129667" y="0"/>
                  </a:moveTo>
                  <a:lnTo>
                    <a:pt x="64835" y="17379"/>
                  </a:lnTo>
                  <a:lnTo>
                    <a:pt x="17371" y="64839"/>
                  </a:lnTo>
                  <a:lnTo>
                    <a:pt x="0" y="129679"/>
                  </a:lnTo>
                  <a:lnTo>
                    <a:pt x="10" y="1746792"/>
                  </a:lnTo>
                  <a:lnTo>
                    <a:pt x="17381" y="1811628"/>
                  </a:lnTo>
                  <a:lnTo>
                    <a:pt x="64846" y="1859092"/>
                  </a:lnTo>
                  <a:lnTo>
                    <a:pt x="1465295" y="2667643"/>
                  </a:lnTo>
                  <a:lnTo>
                    <a:pt x="1513382" y="2683929"/>
                  </a:lnTo>
                  <a:lnTo>
                    <a:pt x="1530141" y="2685015"/>
                  </a:lnTo>
                  <a:lnTo>
                    <a:pt x="1546895" y="2683929"/>
                  </a:lnTo>
                  <a:lnTo>
                    <a:pt x="1594977" y="2667643"/>
                  </a:lnTo>
                  <a:lnTo>
                    <a:pt x="1642438" y="2620179"/>
                  </a:lnTo>
                  <a:lnTo>
                    <a:pt x="1659813" y="2555343"/>
                  </a:lnTo>
                  <a:lnTo>
                    <a:pt x="1659813" y="2330743"/>
                  </a:lnTo>
                  <a:lnTo>
                    <a:pt x="1400459" y="2330743"/>
                  </a:lnTo>
                  <a:lnTo>
                    <a:pt x="259353" y="1671925"/>
                  </a:lnTo>
                  <a:lnTo>
                    <a:pt x="259342" y="354279"/>
                  </a:lnTo>
                  <a:lnTo>
                    <a:pt x="778036" y="354279"/>
                  </a:lnTo>
                  <a:lnTo>
                    <a:pt x="194507" y="17379"/>
                  </a:lnTo>
                  <a:lnTo>
                    <a:pt x="162959" y="4344"/>
                  </a:lnTo>
                  <a:lnTo>
                    <a:pt x="129667" y="0"/>
                  </a:lnTo>
                  <a:close/>
                </a:path>
                <a:path extrusionOk="0" h="2685415" w="1659890">
                  <a:moveTo>
                    <a:pt x="778036" y="354279"/>
                  </a:moveTo>
                  <a:lnTo>
                    <a:pt x="259342" y="354279"/>
                  </a:lnTo>
                  <a:lnTo>
                    <a:pt x="1400459" y="1013107"/>
                  </a:lnTo>
                  <a:lnTo>
                    <a:pt x="1400459" y="2330743"/>
                  </a:lnTo>
                  <a:lnTo>
                    <a:pt x="1659813" y="2330743"/>
                  </a:lnTo>
                  <a:lnTo>
                    <a:pt x="1659813" y="938241"/>
                  </a:lnTo>
                  <a:lnTo>
                    <a:pt x="1655323" y="904404"/>
                  </a:lnTo>
                  <a:lnTo>
                    <a:pt x="1642438" y="873401"/>
                  </a:lnTo>
                  <a:lnTo>
                    <a:pt x="1622031" y="846743"/>
                  </a:lnTo>
                  <a:lnTo>
                    <a:pt x="1594977" y="825940"/>
                  </a:lnTo>
                  <a:lnTo>
                    <a:pt x="778036" y="354279"/>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31" name="Google Shape;31;p3"/>
            <p:cNvSpPr/>
            <p:nvPr/>
          </p:nvSpPr>
          <p:spPr>
            <a:xfrm>
              <a:off x="13273405" y="7285831"/>
              <a:ext cx="5601969" cy="3234690"/>
            </a:xfrm>
            <a:custGeom>
              <a:rect b="b" l="l" r="r" t="t"/>
              <a:pathLst>
                <a:path extrusionOk="0" h="3234690" w="5601969">
                  <a:moveTo>
                    <a:pt x="4201442" y="0"/>
                  </a:moveTo>
                  <a:lnTo>
                    <a:pt x="0" y="2425706"/>
                  </a:lnTo>
                  <a:lnTo>
                    <a:pt x="1400491" y="3234257"/>
                  </a:lnTo>
                  <a:lnTo>
                    <a:pt x="5601902" y="808551"/>
                  </a:lnTo>
                  <a:lnTo>
                    <a:pt x="4201442" y="0"/>
                  </a:lnTo>
                  <a:close/>
                </a:path>
              </a:pathLst>
            </a:custGeom>
            <a:solidFill>
              <a:srgbClr val="F9C80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32" name="Google Shape;32;p3"/>
            <p:cNvSpPr/>
            <p:nvPr/>
          </p:nvSpPr>
          <p:spPr>
            <a:xfrm>
              <a:off x="13143731" y="7156158"/>
              <a:ext cx="5861684" cy="3493770"/>
            </a:xfrm>
            <a:custGeom>
              <a:rect b="b" l="l" r="r" t="t"/>
              <a:pathLst>
                <a:path extrusionOk="0" h="3493770" w="5861684">
                  <a:moveTo>
                    <a:pt x="4331114" y="0"/>
                  </a:moveTo>
                  <a:lnTo>
                    <a:pt x="4266278" y="17371"/>
                  </a:lnTo>
                  <a:lnTo>
                    <a:pt x="64846" y="2443077"/>
                  </a:lnTo>
                  <a:lnTo>
                    <a:pt x="17376" y="2490541"/>
                  </a:lnTo>
                  <a:lnTo>
                    <a:pt x="0" y="2555377"/>
                  </a:lnTo>
                  <a:lnTo>
                    <a:pt x="4494" y="2589214"/>
                  </a:lnTo>
                  <a:lnTo>
                    <a:pt x="37787" y="2646875"/>
                  </a:lnTo>
                  <a:lnTo>
                    <a:pt x="1465327" y="3476229"/>
                  </a:lnTo>
                  <a:lnTo>
                    <a:pt x="1513409" y="3492514"/>
                  </a:lnTo>
                  <a:lnTo>
                    <a:pt x="1530162" y="3493600"/>
                  </a:lnTo>
                  <a:lnTo>
                    <a:pt x="1546918" y="3492514"/>
                  </a:lnTo>
                  <a:lnTo>
                    <a:pt x="1594998" y="3476229"/>
                  </a:lnTo>
                  <a:lnTo>
                    <a:pt x="2048850" y="3214195"/>
                  </a:lnTo>
                  <a:lnTo>
                    <a:pt x="1530162" y="3214195"/>
                  </a:lnTo>
                  <a:lnTo>
                    <a:pt x="389024" y="2555377"/>
                  </a:lnTo>
                  <a:lnTo>
                    <a:pt x="4331114" y="279405"/>
                  </a:lnTo>
                  <a:lnTo>
                    <a:pt x="4849802" y="279405"/>
                  </a:lnTo>
                  <a:lnTo>
                    <a:pt x="4395949" y="17371"/>
                  </a:lnTo>
                  <a:lnTo>
                    <a:pt x="4364403" y="4342"/>
                  </a:lnTo>
                  <a:lnTo>
                    <a:pt x="4331114" y="0"/>
                  </a:lnTo>
                  <a:close/>
                </a:path>
                <a:path extrusionOk="0" h="3493770" w="5861684">
                  <a:moveTo>
                    <a:pt x="4849802" y="279405"/>
                  </a:moveTo>
                  <a:lnTo>
                    <a:pt x="4331114" y="279405"/>
                  </a:lnTo>
                  <a:lnTo>
                    <a:pt x="5472231" y="938222"/>
                  </a:lnTo>
                  <a:lnTo>
                    <a:pt x="1530162" y="3214195"/>
                  </a:lnTo>
                  <a:lnTo>
                    <a:pt x="2048850" y="3214195"/>
                  </a:lnTo>
                  <a:lnTo>
                    <a:pt x="5796409" y="1050522"/>
                  </a:lnTo>
                  <a:lnTo>
                    <a:pt x="5843870" y="1003062"/>
                  </a:lnTo>
                  <a:lnTo>
                    <a:pt x="5861245" y="938222"/>
                  </a:lnTo>
                  <a:lnTo>
                    <a:pt x="5856756" y="904391"/>
                  </a:lnTo>
                  <a:lnTo>
                    <a:pt x="5843870" y="873392"/>
                  </a:lnTo>
                  <a:lnTo>
                    <a:pt x="5823463" y="846735"/>
                  </a:lnTo>
                  <a:lnTo>
                    <a:pt x="5796409" y="825932"/>
                  </a:lnTo>
                  <a:lnTo>
                    <a:pt x="4849802" y="279405"/>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33" name="Google Shape;33;p3"/>
            <p:cNvSpPr/>
            <p:nvPr/>
          </p:nvSpPr>
          <p:spPr>
            <a:xfrm>
              <a:off x="13273413" y="5668715"/>
              <a:ext cx="4201794" cy="4043045"/>
            </a:xfrm>
            <a:custGeom>
              <a:rect b="b" l="l" r="r" t="t"/>
              <a:pathLst>
                <a:path extrusionOk="0" h="4043045" w="4201794">
                  <a:moveTo>
                    <a:pt x="4201421" y="0"/>
                  </a:moveTo>
                  <a:lnTo>
                    <a:pt x="0" y="2425674"/>
                  </a:lnTo>
                  <a:lnTo>
                    <a:pt x="0" y="4042819"/>
                  </a:lnTo>
                  <a:lnTo>
                    <a:pt x="4201421" y="1617113"/>
                  </a:lnTo>
                  <a:lnTo>
                    <a:pt x="4201421"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34" name="Google Shape;34;p3"/>
            <p:cNvSpPr/>
            <p:nvPr/>
          </p:nvSpPr>
          <p:spPr>
            <a:xfrm>
              <a:off x="13143741" y="5539043"/>
              <a:ext cx="4460875" cy="4302759"/>
            </a:xfrm>
            <a:custGeom>
              <a:rect b="b" l="l" r="r" t="t"/>
              <a:pathLst>
                <a:path extrusionOk="0" h="4302759" w="4460875">
                  <a:moveTo>
                    <a:pt x="4331093" y="0"/>
                  </a:moveTo>
                  <a:lnTo>
                    <a:pt x="4266257" y="17379"/>
                  </a:lnTo>
                  <a:lnTo>
                    <a:pt x="64835" y="2443043"/>
                  </a:lnTo>
                  <a:lnTo>
                    <a:pt x="17371" y="2490507"/>
                  </a:lnTo>
                  <a:lnTo>
                    <a:pt x="0" y="2555343"/>
                  </a:lnTo>
                  <a:lnTo>
                    <a:pt x="0" y="4172488"/>
                  </a:lnTo>
                  <a:lnTo>
                    <a:pt x="17371" y="4237327"/>
                  </a:lnTo>
                  <a:lnTo>
                    <a:pt x="64835" y="4284788"/>
                  </a:lnTo>
                  <a:lnTo>
                    <a:pt x="112917" y="4301084"/>
                  </a:lnTo>
                  <a:lnTo>
                    <a:pt x="129671" y="4302170"/>
                  </a:lnTo>
                  <a:lnTo>
                    <a:pt x="146425" y="4301084"/>
                  </a:lnTo>
                  <a:lnTo>
                    <a:pt x="194507" y="4284788"/>
                  </a:lnTo>
                  <a:lnTo>
                    <a:pt x="778017" y="3947898"/>
                  </a:lnTo>
                  <a:lnTo>
                    <a:pt x="259342" y="3947898"/>
                  </a:lnTo>
                  <a:lnTo>
                    <a:pt x="259342" y="2630210"/>
                  </a:lnTo>
                  <a:lnTo>
                    <a:pt x="4201421" y="354269"/>
                  </a:lnTo>
                  <a:lnTo>
                    <a:pt x="4460764" y="354269"/>
                  </a:lnTo>
                  <a:lnTo>
                    <a:pt x="4460764" y="129668"/>
                  </a:lnTo>
                  <a:lnTo>
                    <a:pt x="4443393" y="64838"/>
                  </a:lnTo>
                  <a:lnTo>
                    <a:pt x="4395928" y="17379"/>
                  </a:lnTo>
                  <a:lnTo>
                    <a:pt x="4364382" y="4344"/>
                  </a:lnTo>
                  <a:lnTo>
                    <a:pt x="4331093" y="0"/>
                  </a:lnTo>
                  <a:close/>
                </a:path>
                <a:path extrusionOk="0" h="4302759" w="4460875">
                  <a:moveTo>
                    <a:pt x="4460764" y="354269"/>
                  </a:moveTo>
                  <a:lnTo>
                    <a:pt x="4201421" y="354269"/>
                  </a:lnTo>
                  <a:lnTo>
                    <a:pt x="4201421" y="1671915"/>
                  </a:lnTo>
                  <a:lnTo>
                    <a:pt x="259342" y="3947898"/>
                  </a:lnTo>
                  <a:lnTo>
                    <a:pt x="778017" y="3947898"/>
                  </a:lnTo>
                  <a:lnTo>
                    <a:pt x="4395928" y="1859092"/>
                  </a:lnTo>
                  <a:lnTo>
                    <a:pt x="4422987" y="1838284"/>
                  </a:lnTo>
                  <a:lnTo>
                    <a:pt x="4443393" y="1811624"/>
                  </a:lnTo>
                  <a:lnTo>
                    <a:pt x="4456276" y="1780623"/>
                  </a:lnTo>
                  <a:lnTo>
                    <a:pt x="4460764" y="1746792"/>
                  </a:lnTo>
                  <a:lnTo>
                    <a:pt x="4460764" y="354269"/>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grpSp>
      <p:sp>
        <p:nvSpPr>
          <p:cNvPr id="35" name="Google Shape;35;p3"/>
          <p:cNvSpPr txBox="1"/>
          <p:nvPr>
            <p:ph idx="2" type="body"/>
          </p:nvPr>
        </p:nvSpPr>
        <p:spPr>
          <a:xfrm>
            <a:off x="457563" y="4821112"/>
            <a:ext cx="4578596" cy="211840"/>
          </a:xfrm>
          <a:prstGeom prst="rect">
            <a:avLst/>
          </a:prstGeom>
          <a:noFill/>
          <a:ln>
            <a:noFill/>
          </a:ln>
        </p:spPr>
        <p:txBody>
          <a:bodyPr anchorCtr="0" anchor="t" bIns="0" lIns="0" spcFirstLastPara="1" rIns="0" wrap="square" tIns="0">
            <a:noAutofit/>
          </a:bodyPr>
          <a:lstStyle>
            <a:lvl1pPr indent="-228600" lvl="0" marL="457200" marR="0" rtl="0" algn="l">
              <a:lnSpc>
                <a:spcPct val="100000"/>
              </a:lnSpc>
              <a:spcBef>
                <a:spcPts val="0"/>
              </a:spcBef>
              <a:spcAft>
                <a:spcPts val="0"/>
              </a:spcAft>
              <a:buClr>
                <a:schemeClr val="lt1"/>
              </a:buClr>
              <a:buSzPts val="1400"/>
              <a:buNone/>
              <a:defRPr b="0" i="0" sz="1000" u="none" cap="none" strike="noStrike">
                <a:solidFill>
                  <a:schemeClr val="lt1"/>
                </a:solidFill>
                <a:latin typeface="Proxima Nova"/>
                <a:ea typeface="Proxima Nova"/>
                <a:cs typeface="Proxima Nova"/>
                <a:sym typeface="Proxima Nova"/>
              </a:defRPr>
            </a:lvl1pPr>
            <a:lvl2pPr indent="-228600" lvl="1" marL="914400" marR="0" rtl="0" algn="l">
              <a:lnSpc>
                <a:spcPct val="100000"/>
              </a:lnSpc>
              <a:spcBef>
                <a:spcPts val="0"/>
              </a:spcBef>
              <a:spcAft>
                <a:spcPts val="0"/>
              </a:spcAft>
              <a:buClr>
                <a:schemeClr val="lt1"/>
              </a:buClr>
              <a:buSzPts val="1400"/>
              <a:buNone/>
              <a:defRPr b="0" i="0" sz="1400" u="none" cap="none" strike="noStrike">
                <a:solidFill>
                  <a:schemeClr val="lt1"/>
                </a:solidFill>
                <a:latin typeface="Arial"/>
                <a:ea typeface="Arial"/>
                <a:cs typeface="Arial"/>
                <a:sym typeface="Arial"/>
              </a:defRPr>
            </a:lvl2pPr>
            <a:lvl3pPr indent="-228600" lvl="2" marL="1371600" marR="0" rtl="0" algn="l">
              <a:lnSpc>
                <a:spcPct val="100000"/>
              </a:lnSpc>
              <a:spcBef>
                <a:spcPts val="0"/>
              </a:spcBef>
              <a:spcAft>
                <a:spcPts val="0"/>
              </a:spcAft>
              <a:buClr>
                <a:schemeClr val="lt1"/>
              </a:buClr>
              <a:buSzPts val="1400"/>
              <a:buNone/>
              <a:defRPr b="0" i="0" sz="1400" u="none" cap="none" strike="noStrike">
                <a:solidFill>
                  <a:schemeClr val="lt1"/>
                </a:solidFill>
                <a:latin typeface="Arial"/>
                <a:ea typeface="Arial"/>
                <a:cs typeface="Arial"/>
                <a:sym typeface="Arial"/>
              </a:defRPr>
            </a:lvl3pPr>
            <a:lvl4pPr indent="-228600" lvl="3" marL="1828800" marR="0" rtl="0" algn="l">
              <a:lnSpc>
                <a:spcPct val="100000"/>
              </a:lnSpc>
              <a:spcBef>
                <a:spcPts val="0"/>
              </a:spcBef>
              <a:spcAft>
                <a:spcPts val="0"/>
              </a:spcAft>
              <a:buClr>
                <a:schemeClr val="lt1"/>
              </a:buClr>
              <a:buSzPts val="1400"/>
              <a:buNone/>
              <a:defRPr b="0" i="0" sz="1400" u="none" cap="none" strike="noStrike">
                <a:solidFill>
                  <a:schemeClr val="lt1"/>
                </a:solidFill>
                <a:latin typeface="Arial"/>
                <a:ea typeface="Arial"/>
                <a:cs typeface="Arial"/>
                <a:sym typeface="Arial"/>
              </a:defRPr>
            </a:lvl4pPr>
            <a:lvl5pPr indent="-228600" lvl="4" marL="2286000" marR="0" rtl="0" algn="l">
              <a:lnSpc>
                <a:spcPct val="100000"/>
              </a:lnSpc>
              <a:spcBef>
                <a:spcPts val="0"/>
              </a:spcBef>
              <a:spcAft>
                <a:spcPts val="0"/>
              </a:spcAft>
              <a:buClr>
                <a:schemeClr val="lt1"/>
              </a:buClr>
              <a:buSzPts val="1400"/>
              <a:buNone/>
              <a:defRPr b="0" i="0" sz="1400" u="none" cap="none" strike="noStrike">
                <a:solidFill>
                  <a:schemeClr val="lt1"/>
                </a:solidFill>
                <a:latin typeface="Arial"/>
                <a:ea typeface="Arial"/>
                <a:cs typeface="Arial"/>
                <a:sym typeface="Arial"/>
              </a:defRPr>
            </a:lvl5pPr>
            <a:lvl6pPr indent="-228600" lvl="5" marL="2743200" marR="0" rtl="0" algn="l">
              <a:lnSpc>
                <a:spcPct val="100000"/>
              </a:lnSpc>
              <a:spcBef>
                <a:spcPts val="0"/>
              </a:spcBef>
              <a:spcAft>
                <a:spcPts val="0"/>
              </a:spcAft>
              <a:buClr>
                <a:schemeClr val="lt1"/>
              </a:buClr>
              <a:buSzPts val="1400"/>
              <a:buNone/>
              <a:defRPr b="0" i="0" sz="1400" u="none" cap="none" strike="noStrike">
                <a:solidFill>
                  <a:schemeClr val="lt1"/>
                </a:solidFill>
                <a:latin typeface="Arial"/>
                <a:ea typeface="Arial"/>
                <a:cs typeface="Arial"/>
                <a:sym typeface="Arial"/>
              </a:defRPr>
            </a:lvl6pPr>
            <a:lvl7pPr indent="-228600" lvl="6" marL="3200400" marR="0" rtl="0" algn="l">
              <a:lnSpc>
                <a:spcPct val="100000"/>
              </a:lnSpc>
              <a:spcBef>
                <a:spcPts val="0"/>
              </a:spcBef>
              <a:spcAft>
                <a:spcPts val="0"/>
              </a:spcAft>
              <a:buClr>
                <a:schemeClr val="lt1"/>
              </a:buClr>
              <a:buSzPts val="1400"/>
              <a:buNone/>
              <a:defRPr b="0" i="0" sz="1400" u="none" cap="none" strike="noStrike">
                <a:solidFill>
                  <a:schemeClr val="lt1"/>
                </a:solidFill>
                <a:latin typeface="Arial"/>
                <a:ea typeface="Arial"/>
                <a:cs typeface="Arial"/>
                <a:sym typeface="Arial"/>
              </a:defRPr>
            </a:lvl7pPr>
            <a:lvl8pPr indent="-228600" lvl="7" marL="3657600" marR="0" rtl="0" algn="l">
              <a:lnSpc>
                <a:spcPct val="100000"/>
              </a:lnSpc>
              <a:spcBef>
                <a:spcPts val="0"/>
              </a:spcBef>
              <a:spcAft>
                <a:spcPts val="0"/>
              </a:spcAft>
              <a:buClr>
                <a:schemeClr val="lt1"/>
              </a:buClr>
              <a:buSzPts val="1400"/>
              <a:buNone/>
              <a:defRPr b="0" i="0" sz="1400" u="none" cap="none" strike="noStrike">
                <a:solidFill>
                  <a:schemeClr val="lt1"/>
                </a:solidFill>
                <a:latin typeface="Arial"/>
                <a:ea typeface="Arial"/>
                <a:cs typeface="Arial"/>
                <a:sym typeface="Arial"/>
              </a:defRPr>
            </a:lvl8pPr>
            <a:lvl9pPr indent="-228600" lvl="8" marL="4114800" marR="0" rtl="0" algn="l">
              <a:lnSpc>
                <a:spcPct val="100000"/>
              </a:lnSpc>
              <a:spcBef>
                <a:spcPts val="0"/>
              </a:spcBef>
              <a:spcAft>
                <a:spcPts val="0"/>
              </a:spcAft>
              <a:buClr>
                <a:schemeClr val="lt1"/>
              </a:buClr>
              <a:buSzPts val="1400"/>
              <a:buNone/>
              <a:defRPr b="0" i="0" sz="1400" u="none" cap="none" strike="noStrike">
                <a:solidFill>
                  <a:schemeClr val="lt1"/>
                </a:solidFill>
                <a:latin typeface="Arial"/>
                <a:ea typeface="Arial"/>
                <a:cs typeface="Arial"/>
                <a:sym typeface="Arial"/>
              </a:defRPr>
            </a:lvl9pPr>
          </a:lstStyle>
          <a:p/>
        </p:txBody>
      </p:sp>
      <p:grpSp>
        <p:nvGrpSpPr>
          <p:cNvPr id="36" name="Google Shape;36;p3"/>
          <p:cNvGrpSpPr/>
          <p:nvPr/>
        </p:nvGrpSpPr>
        <p:grpSpPr>
          <a:xfrm>
            <a:off x="452405" y="302314"/>
            <a:ext cx="1378493" cy="575111"/>
            <a:chOff x="994735" y="832264"/>
            <a:chExt cx="3030988" cy="1264535"/>
          </a:xfrm>
        </p:grpSpPr>
        <p:grpSp>
          <p:nvGrpSpPr>
            <p:cNvPr id="37" name="Google Shape;37;p3"/>
            <p:cNvGrpSpPr/>
            <p:nvPr/>
          </p:nvGrpSpPr>
          <p:grpSpPr>
            <a:xfrm>
              <a:off x="994735" y="832264"/>
              <a:ext cx="963860" cy="877277"/>
              <a:chOff x="994735" y="832264"/>
              <a:chExt cx="963860" cy="877277"/>
            </a:xfrm>
          </p:grpSpPr>
          <p:sp>
            <p:nvSpPr>
              <p:cNvPr id="38" name="Google Shape;38;p3"/>
              <p:cNvSpPr/>
              <p:nvPr/>
            </p:nvSpPr>
            <p:spPr>
              <a:xfrm>
                <a:off x="1409534" y="1000122"/>
                <a:ext cx="536575" cy="309880"/>
              </a:xfrm>
              <a:custGeom>
                <a:rect b="b" l="l" r="r" t="t"/>
                <a:pathLst>
                  <a:path extrusionOk="0" h="309880" w="536575">
                    <a:moveTo>
                      <a:pt x="134121" y="0"/>
                    </a:moveTo>
                    <a:lnTo>
                      <a:pt x="0" y="77432"/>
                    </a:lnTo>
                    <a:lnTo>
                      <a:pt x="402375" y="309749"/>
                    </a:lnTo>
                    <a:lnTo>
                      <a:pt x="536496" y="232307"/>
                    </a:lnTo>
                    <a:lnTo>
                      <a:pt x="134121" y="0"/>
                    </a:lnTo>
                    <a:close/>
                  </a:path>
                </a:pathLst>
              </a:custGeom>
              <a:solidFill>
                <a:srgbClr val="CC000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39" name="Google Shape;39;p3"/>
              <p:cNvSpPr/>
              <p:nvPr/>
            </p:nvSpPr>
            <p:spPr>
              <a:xfrm>
                <a:off x="1397114" y="987142"/>
                <a:ext cx="561339" cy="335280"/>
              </a:xfrm>
              <a:custGeom>
                <a:rect b="b" l="l" r="r" t="t"/>
                <a:pathLst>
                  <a:path extrusionOk="0" h="335280" w="561339">
                    <a:moveTo>
                      <a:pt x="148906" y="0"/>
                    </a:moveTo>
                    <a:lnTo>
                      <a:pt x="144173" y="0"/>
                    </a:lnTo>
                    <a:lnTo>
                      <a:pt x="2366" y="81882"/>
                    </a:lnTo>
                    <a:lnTo>
                      <a:pt x="0" y="85976"/>
                    </a:lnTo>
                    <a:lnTo>
                      <a:pt x="0" y="94855"/>
                    </a:lnTo>
                    <a:lnTo>
                      <a:pt x="2366" y="98949"/>
                    </a:lnTo>
                    <a:lnTo>
                      <a:pt x="410511" y="334597"/>
                    </a:lnTo>
                    <a:lnTo>
                      <a:pt x="412657" y="335152"/>
                    </a:lnTo>
                    <a:lnTo>
                      <a:pt x="416940" y="335152"/>
                    </a:lnTo>
                    <a:lnTo>
                      <a:pt x="419086" y="334597"/>
                    </a:lnTo>
                    <a:lnTo>
                      <a:pt x="464480" y="308388"/>
                    </a:lnTo>
                    <a:lnTo>
                      <a:pt x="414793" y="308388"/>
                    </a:lnTo>
                    <a:lnTo>
                      <a:pt x="37255" y="90416"/>
                    </a:lnTo>
                    <a:lnTo>
                      <a:pt x="146540" y="27318"/>
                    </a:lnTo>
                    <a:lnTo>
                      <a:pt x="196221" y="27318"/>
                    </a:lnTo>
                    <a:lnTo>
                      <a:pt x="148906" y="0"/>
                    </a:lnTo>
                    <a:close/>
                  </a:path>
                  <a:path extrusionOk="0" h="335280" w="561339">
                    <a:moveTo>
                      <a:pt x="196221" y="27318"/>
                    </a:moveTo>
                    <a:lnTo>
                      <a:pt x="146540" y="27318"/>
                    </a:lnTo>
                    <a:lnTo>
                      <a:pt x="524078" y="245290"/>
                    </a:lnTo>
                    <a:lnTo>
                      <a:pt x="414793" y="308388"/>
                    </a:lnTo>
                    <a:lnTo>
                      <a:pt x="464480" y="308388"/>
                    </a:lnTo>
                    <a:lnTo>
                      <a:pt x="558967" y="253835"/>
                    </a:lnTo>
                    <a:lnTo>
                      <a:pt x="561333" y="249730"/>
                    </a:lnTo>
                    <a:lnTo>
                      <a:pt x="561333" y="240861"/>
                    </a:lnTo>
                    <a:lnTo>
                      <a:pt x="558967" y="236757"/>
                    </a:lnTo>
                    <a:lnTo>
                      <a:pt x="196221" y="27318"/>
                    </a:lnTo>
                    <a:close/>
                  </a:path>
                </a:pathLst>
              </a:custGeom>
              <a:solidFill>
                <a:srgbClr val="00000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40" name="Google Shape;40;p3"/>
              <p:cNvSpPr/>
              <p:nvPr/>
            </p:nvSpPr>
            <p:spPr>
              <a:xfrm>
                <a:off x="1543660" y="845241"/>
                <a:ext cx="402589" cy="387350"/>
              </a:xfrm>
              <a:custGeom>
                <a:rect b="b" l="l" r="r" t="t"/>
                <a:pathLst>
                  <a:path extrusionOk="0" h="387350" w="402589">
                    <a:moveTo>
                      <a:pt x="0" y="0"/>
                    </a:moveTo>
                    <a:lnTo>
                      <a:pt x="0" y="154874"/>
                    </a:lnTo>
                    <a:lnTo>
                      <a:pt x="402375" y="387192"/>
                    </a:lnTo>
                    <a:lnTo>
                      <a:pt x="402375" y="232317"/>
                    </a:lnTo>
                    <a:lnTo>
                      <a:pt x="0"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41" name="Google Shape;41;p3"/>
              <p:cNvSpPr/>
              <p:nvPr/>
            </p:nvSpPr>
            <p:spPr>
              <a:xfrm>
                <a:off x="1531240" y="832275"/>
                <a:ext cx="427355" cy="412750"/>
              </a:xfrm>
              <a:custGeom>
                <a:rect b="b" l="l" r="r" t="t"/>
                <a:pathLst>
                  <a:path extrusionOk="0" h="412750" w="427355">
                    <a:moveTo>
                      <a:pt x="14784" y="0"/>
                    </a:moveTo>
                    <a:lnTo>
                      <a:pt x="10052" y="0"/>
                    </a:lnTo>
                    <a:lnTo>
                      <a:pt x="2366" y="4429"/>
                    </a:lnTo>
                    <a:lnTo>
                      <a:pt x="0" y="8533"/>
                    </a:lnTo>
                    <a:lnTo>
                      <a:pt x="0" y="172277"/>
                    </a:lnTo>
                    <a:lnTo>
                      <a:pt x="2366" y="176382"/>
                    </a:lnTo>
                    <a:lnTo>
                      <a:pt x="410511" y="412029"/>
                    </a:lnTo>
                    <a:lnTo>
                      <a:pt x="412647" y="412584"/>
                    </a:lnTo>
                    <a:lnTo>
                      <a:pt x="416940" y="412584"/>
                    </a:lnTo>
                    <a:lnTo>
                      <a:pt x="419076" y="412029"/>
                    </a:lnTo>
                    <a:lnTo>
                      <a:pt x="424845" y="408699"/>
                    </a:lnTo>
                    <a:lnTo>
                      <a:pt x="427212" y="404595"/>
                    </a:lnTo>
                    <a:lnTo>
                      <a:pt x="427212" y="378648"/>
                    </a:lnTo>
                    <a:lnTo>
                      <a:pt x="402375" y="378648"/>
                    </a:lnTo>
                    <a:lnTo>
                      <a:pt x="24836" y="160675"/>
                    </a:lnTo>
                    <a:lnTo>
                      <a:pt x="24836" y="34480"/>
                    </a:lnTo>
                    <a:lnTo>
                      <a:pt x="74507" y="34480"/>
                    </a:lnTo>
                    <a:lnTo>
                      <a:pt x="14784" y="0"/>
                    </a:lnTo>
                    <a:close/>
                  </a:path>
                  <a:path extrusionOk="0" h="412750" w="427355">
                    <a:moveTo>
                      <a:pt x="74507" y="34480"/>
                    </a:moveTo>
                    <a:lnTo>
                      <a:pt x="24836" y="34480"/>
                    </a:lnTo>
                    <a:lnTo>
                      <a:pt x="402375" y="252453"/>
                    </a:lnTo>
                    <a:lnTo>
                      <a:pt x="402375" y="378648"/>
                    </a:lnTo>
                    <a:lnTo>
                      <a:pt x="427212" y="378648"/>
                    </a:lnTo>
                    <a:lnTo>
                      <a:pt x="427212" y="240851"/>
                    </a:lnTo>
                    <a:lnTo>
                      <a:pt x="424845" y="236746"/>
                    </a:lnTo>
                    <a:lnTo>
                      <a:pt x="74507" y="34480"/>
                    </a:lnTo>
                    <a:close/>
                  </a:path>
                </a:pathLst>
              </a:custGeom>
              <a:solidFill>
                <a:srgbClr val="00000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42" name="Google Shape;42;p3"/>
              <p:cNvSpPr/>
              <p:nvPr/>
            </p:nvSpPr>
            <p:spPr>
              <a:xfrm>
                <a:off x="1409531" y="845241"/>
                <a:ext cx="134619" cy="232409"/>
              </a:xfrm>
              <a:custGeom>
                <a:rect b="b" l="l" r="r" t="t"/>
                <a:pathLst>
                  <a:path extrusionOk="0" h="232409" w="134619">
                    <a:moveTo>
                      <a:pt x="134121" y="0"/>
                    </a:moveTo>
                    <a:lnTo>
                      <a:pt x="0" y="77442"/>
                    </a:lnTo>
                    <a:lnTo>
                      <a:pt x="0" y="232317"/>
                    </a:lnTo>
                    <a:lnTo>
                      <a:pt x="134121" y="154874"/>
                    </a:lnTo>
                    <a:lnTo>
                      <a:pt x="134121"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43" name="Google Shape;43;p3"/>
              <p:cNvSpPr/>
              <p:nvPr/>
            </p:nvSpPr>
            <p:spPr>
              <a:xfrm>
                <a:off x="1397114" y="832265"/>
                <a:ext cx="159384" cy="257809"/>
              </a:xfrm>
              <a:custGeom>
                <a:rect b="b" l="l" r="r" t="t"/>
                <a:pathLst>
                  <a:path extrusionOk="0" h="257809" w="159384">
                    <a:moveTo>
                      <a:pt x="148906" y="0"/>
                    </a:moveTo>
                    <a:lnTo>
                      <a:pt x="144184" y="0"/>
                    </a:lnTo>
                    <a:lnTo>
                      <a:pt x="2366" y="81882"/>
                    </a:lnTo>
                    <a:lnTo>
                      <a:pt x="0" y="85986"/>
                    </a:lnTo>
                    <a:lnTo>
                      <a:pt x="0" y="249730"/>
                    </a:lnTo>
                    <a:lnTo>
                      <a:pt x="2366" y="253835"/>
                    </a:lnTo>
                    <a:lnTo>
                      <a:pt x="8125" y="257154"/>
                    </a:lnTo>
                    <a:lnTo>
                      <a:pt x="10271" y="257709"/>
                    </a:lnTo>
                    <a:lnTo>
                      <a:pt x="14565" y="257709"/>
                    </a:lnTo>
                    <a:lnTo>
                      <a:pt x="16701" y="257154"/>
                    </a:lnTo>
                    <a:lnTo>
                      <a:pt x="74503" y="223783"/>
                    </a:lnTo>
                    <a:lnTo>
                      <a:pt x="24836" y="223783"/>
                    </a:lnTo>
                    <a:lnTo>
                      <a:pt x="24836" y="97588"/>
                    </a:lnTo>
                    <a:lnTo>
                      <a:pt x="134121" y="34491"/>
                    </a:lnTo>
                    <a:lnTo>
                      <a:pt x="158958" y="34491"/>
                    </a:lnTo>
                    <a:lnTo>
                      <a:pt x="158958" y="8544"/>
                    </a:lnTo>
                    <a:lnTo>
                      <a:pt x="156592" y="4439"/>
                    </a:lnTo>
                    <a:lnTo>
                      <a:pt x="148906" y="0"/>
                    </a:lnTo>
                    <a:close/>
                  </a:path>
                  <a:path extrusionOk="0" h="257809" w="159384">
                    <a:moveTo>
                      <a:pt x="158958" y="34491"/>
                    </a:moveTo>
                    <a:lnTo>
                      <a:pt x="134121" y="34491"/>
                    </a:lnTo>
                    <a:lnTo>
                      <a:pt x="134121" y="160686"/>
                    </a:lnTo>
                    <a:lnTo>
                      <a:pt x="24836" y="223783"/>
                    </a:lnTo>
                    <a:lnTo>
                      <a:pt x="74503" y="223783"/>
                    </a:lnTo>
                    <a:lnTo>
                      <a:pt x="156592" y="176392"/>
                    </a:lnTo>
                    <a:lnTo>
                      <a:pt x="158958" y="172287"/>
                    </a:lnTo>
                    <a:lnTo>
                      <a:pt x="158958" y="34491"/>
                    </a:lnTo>
                    <a:close/>
                  </a:path>
                </a:pathLst>
              </a:custGeom>
              <a:solidFill>
                <a:srgbClr val="00000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44" name="Google Shape;44;p3"/>
              <p:cNvSpPr/>
              <p:nvPr/>
            </p:nvSpPr>
            <p:spPr>
              <a:xfrm>
                <a:off x="1141280" y="845237"/>
                <a:ext cx="536575" cy="309880"/>
              </a:xfrm>
              <a:custGeom>
                <a:rect b="b" l="l" r="r" t="t"/>
                <a:pathLst>
                  <a:path extrusionOk="0" h="309880" w="536575">
                    <a:moveTo>
                      <a:pt x="402375" y="0"/>
                    </a:moveTo>
                    <a:lnTo>
                      <a:pt x="0" y="232317"/>
                    </a:lnTo>
                    <a:lnTo>
                      <a:pt x="134121" y="309760"/>
                    </a:lnTo>
                    <a:lnTo>
                      <a:pt x="536507" y="77442"/>
                    </a:lnTo>
                    <a:lnTo>
                      <a:pt x="402375"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45" name="Google Shape;45;p3"/>
              <p:cNvSpPr/>
              <p:nvPr/>
            </p:nvSpPr>
            <p:spPr>
              <a:xfrm>
                <a:off x="1128861" y="832264"/>
                <a:ext cx="561339" cy="335280"/>
              </a:xfrm>
              <a:custGeom>
                <a:rect b="b" l="l" r="r" t="t"/>
                <a:pathLst>
                  <a:path extrusionOk="0" h="335280" w="561339">
                    <a:moveTo>
                      <a:pt x="417160" y="0"/>
                    </a:moveTo>
                    <a:lnTo>
                      <a:pt x="412427" y="0"/>
                    </a:lnTo>
                    <a:lnTo>
                      <a:pt x="2366" y="236757"/>
                    </a:lnTo>
                    <a:lnTo>
                      <a:pt x="0" y="240851"/>
                    </a:lnTo>
                    <a:lnTo>
                      <a:pt x="0" y="249730"/>
                    </a:lnTo>
                    <a:lnTo>
                      <a:pt x="2366" y="253824"/>
                    </a:lnTo>
                    <a:lnTo>
                      <a:pt x="142257" y="334597"/>
                    </a:lnTo>
                    <a:lnTo>
                      <a:pt x="144403" y="335152"/>
                    </a:lnTo>
                    <a:lnTo>
                      <a:pt x="148686" y="335152"/>
                    </a:lnTo>
                    <a:lnTo>
                      <a:pt x="150833" y="334597"/>
                    </a:lnTo>
                    <a:lnTo>
                      <a:pt x="196226" y="308388"/>
                    </a:lnTo>
                    <a:lnTo>
                      <a:pt x="146540" y="308388"/>
                    </a:lnTo>
                    <a:lnTo>
                      <a:pt x="37255" y="245290"/>
                    </a:lnTo>
                    <a:lnTo>
                      <a:pt x="414793" y="27318"/>
                    </a:lnTo>
                    <a:lnTo>
                      <a:pt x="464480" y="27318"/>
                    </a:lnTo>
                    <a:lnTo>
                      <a:pt x="417160" y="0"/>
                    </a:lnTo>
                    <a:close/>
                  </a:path>
                  <a:path extrusionOk="0" h="335280" w="561339">
                    <a:moveTo>
                      <a:pt x="464480" y="27318"/>
                    </a:moveTo>
                    <a:lnTo>
                      <a:pt x="414793" y="27318"/>
                    </a:lnTo>
                    <a:lnTo>
                      <a:pt x="524088" y="90416"/>
                    </a:lnTo>
                    <a:lnTo>
                      <a:pt x="146540" y="308388"/>
                    </a:lnTo>
                    <a:lnTo>
                      <a:pt x="196226" y="308388"/>
                    </a:lnTo>
                    <a:lnTo>
                      <a:pt x="558977" y="98949"/>
                    </a:lnTo>
                    <a:lnTo>
                      <a:pt x="561344" y="94845"/>
                    </a:lnTo>
                    <a:lnTo>
                      <a:pt x="561344" y="85976"/>
                    </a:lnTo>
                    <a:lnTo>
                      <a:pt x="558977" y="81871"/>
                    </a:lnTo>
                    <a:lnTo>
                      <a:pt x="464480" y="27318"/>
                    </a:lnTo>
                    <a:close/>
                  </a:path>
                </a:pathLst>
              </a:custGeom>
              <a:solidFill>
                <a:srgbClr val="00000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46" name="Google Shape;46;p3"/>
              <p:cNvSpPr/>
              <p:nvPr/>
            </p:nvSpPr>
            <p:spPr>
              <a:xfrm>
                <a:off x="1275409" y="922679"/>
                <a:ext cx="402589" cy="386715"/>
              </a:xfrm>
              <a:custGeom>
                <a:rect b="b" l="l" r="r" t="t"/>
                <a:pathLst>
                  <a:path extrusionOk="0" h="386715" w="402589">
                    <a:moveTo>
                      <a:pt x="402375" y="0"/>
                    </a:moveTo>
                    <a:lnTo>
                      <a:pt x="0" y="232317"/>
                    </a:lnTo>
                    <a:lnTo>
                      <a:pt x="0" y="386721"/>
                    </a:lnTo>
                    <a:lnTo>
                      <a:pt x="402375" y="154874"/>
                    </a:lnTo>
                    <a:lnTo>
                      <a:pt x="402375" y="0"/>
                    </a:lnTo>
                    <a:close/>
                  </a:path>
                </a:pathLst>
              </a:custGeom>
              <a:solidFill>
                <a:srgbClr val="00852A"/>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47" name="Google Shape;47;p3"/>
              <p:cNvSpPr/>
              <p:nvPr/>
            </p:nvSpPr>
            <p:spPr>
              <a:xfrm>
                <a:off x="1262987" y="909700"/>
                <a:ext cx="427355" cy="412115"/>
              </a:xfrm>
              <a:custGeom>
                <a:rect b="b" l="l" r="r" t="t"/>
                <a:pathLst>
                  <a:path extrusionOk="0" h="412115" w="427355">
                    <a:moveTo>
                      <a:pt x="417160" y="0"/>
                    </a:moveTo>
                    <a:lnTo>
                      <a:pt x="412427" y="0"/>
                    </a:lnTo>
                    <a:lnTo>
                      <a:pt x="2366" y="236757"/>
                    </a:lnTo>
                    <a:lnTo>
                      <a:pt x="0" y="240861"/>
                    </a:lnTo>
                    <a:lnTo>
                      <a:pt x="0" y="404134"/>
                    </a:lnTo>
                    <a:lnTo>
                      <a:pt x="2366" y="408228"/>
                    </a:lnTo>
                    <a:lnTo>
                      <a:pt x="8165" y="411568"/>
                    </a:lnTo>
                    <a:lnTo>
                      <a:pt x="10271" y="412113"/>
                    </a:lnTo>
                    <a:lnTo>
                      <a:pt x="14554" y="412113"/>
                    </a:lnTo>
                    <a:lnTo>
                      <a:pt x="16719" y="411558"/>
                    </a:lnTo>
                    <a:lnTo>
                      <a:pt x="74599" y="378208"/>
                    </a:lnTo>
                    <a:lnTo>
                      <a:pt x="24836" y="378208"/>
                    </a:lnTo>
                    <a:lnTo>
                      <a:pt x="24836" y="252463"/>
                    </a:lnTo>
                    <a:lnTo>
                      <a:pt x="402375" y="34491"/>
                    </a:lnTo>
                    <a:lnTo>
                      <a:pt x="427212" y="34491"/>
                    </a:lnTo>
                    <a:lnTo>
                      <a:pt x="427212" y="8544"/>
                    </a:lnTo>
                    <a:lnTo>
                      <a:pt x="424845" y="4439"/>
                    </a:lnTo>
                    <a:lnTo>
                      <a:pt x="417160" y="0"/>
                    </a:lnTo>
                    <a:close/>
                  </a:path>
                  <a:path extrusionOk="0" h="412115" w="427355">
                    <a:moveTo>
                      <a:pt x="427212" y="34491"/>
                    </a:moveTo>
                    <a:lnTo>
                      <a:pt x="402375" y="34491"/>
                    </a:lnTo>
                    <a:lnTo>
                      <a:pt x="402375" y="160675"/>
                    </a:lnTo>
                    <a:lnTo>
                      <a:pt x="24836" y="378208"/>
                    </a:lnTo>
                    <a:lnTo>
                      <a:pt x="74599" y="378208"/>
                    </a:lnTo>
                    <a:lnTo>
                      <a:pt x="424845" y="176403"/>
                    </a:lnTo>
                    <a:lnTo>
                      <a:pt x="427212" y="172298"/>
                    </a:lnTo>
                    <a:lnTo>
                      <a:pt x="427212" y="34491"/>
                    </a:lnTo>
                    <a:close/>
                  </a:path>
                </a:pathLst>
              </a:custGeom>
              <a:solidFill>
                <a:srgbClr val="00000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48" name="Google Shape;48;p3"/>
              <p:cNvSpPr/>
              <p:nvPr/>
            </p:nvSpPr>
            <p:spPr>
              <a:xfrm>
                <a:off x="1141280" y="1077554"/>
                <a:ext cx="134619" cy="232409"/>
              </a:xfrm>
              <a:custGeom>
                <a:rect b="b" l="l" r="r" t="t"/>
                <a:pathLst>
                  <a:path extrusionOk="0" h="232409" w="134619">
                    <a:moveTo>
                      <a:pt x="0" y="0"/>
                    </a:moveTo>
                    <a:lnTo>
                      <a:pt x="0" y="154874"/>
                    </a:lnTo>
                    <a:lnTo>
                      <a:pt x="134121" y="231846"/>
                    </a:lnTo>
                    <a:lnTo>
                      <a:pt x="134121" y="77442"/>
                    </a:lnTo>
                    <a:lnTo>
                      <a:pt x="0"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49" name="Google Shape;49;p3"/>
              <p:cNvSpPr/>
              <p:nvPr/>
            </p:nvSpPr>
            <p:spPr>
              <a:xfrm>
                <a:off x="1128861" y="1064583"/>
                <a:ext cx="159384" cy="257809"/>
              </a:xfrm>
              <a:custGeom>
                <a:rect b="b" l="l" r="r" t="t"/>
                <a:pathLst>
                  <a:path extrusionOk="0" h="257809" w="159384">
                    <a:moveTo>
                      <a:pt x="14784" y="0"/>
                    </a:moveTo>
                    <a:lnTo>
                      <a:pt x="10052" y="0"/>
                    </a:lnTo>
                    <a:lnTo>
                      <a:pt x="2366" y="4429"/>
                    </a:lnTo>
                    <a:lnTo>
                      <a:pt x="0" y="8533"/>
                    </a:lnTo>
                    <a:lnTo>
                      <a:pt x="0" y="172298"/>
                    </a:lnTo>
                    <a:lnTo>
                      <a:pt x="2376" y="176403"/>
                    </a:lnTo>
                    <a:lnTo>
                      <a:pt x="142278" y="256683"/>
                    </a:lnTo>
                    <a:lnTo>
                      <a:pt x="144414" y="257227"/>
                    </a:lnTo>
                    <a:lnTo>
                      <a:pt x="148697" y="257227"/>
                    </a:lnTo>
                    <a:lnTo>
                      <a:pt x="150843" y="256672"/>
                    </a:lnTo>
                    <a:lnTo>
                      <a:pt x="156602" y="253343"/>
                    </a:lnTo>
                    <a:lnTo>
                      <a:pt x="158958" y="249238"/>
                    </a:lnTo>
                    <a:lnTo>
                      <a:pt x="158958" y="223364"/>
                    </a:lnTo>
                    <a:lnTo>
                      <a:pt x="134121" y="223364"/>
                    </a:lnTo>
                    <a:lnTo>
                      <a:pt x="24836" y="160654"/>
                    </a:lnTo>
                    <a:lnTo>
                      <a:pt x="24836" y="34480"/>
                    </a:lnTo>
                    <a:lnTo>
                      <a:pt x="74507" y="34480"/>
                    </a:lnTo>
                    <a:lnTo>
                      <a:pt x="14784" y="0"/>
                    </a:lnTo>
                    <a:close/>
                  </a:path>
                  <a:path extrusionOk="0" h="257809" w="159384">
                    <a:moveTo>
                      <a:pt x="74507" y="34480"/>
                    </a:moveTo>
                    <a:lnTo>
                      <a:pt x="24836" y="34480"/>
                    </a:lnTo>
                    <a:lnTo>
                      <a:pt x="134121" y="97578"/>
                    </a:lnTo>
                    <a:lnTo>
                      <a:pt x="134121" y="223364"/>
                    </a:lnTo>
                    <a:lnTo>
                      <a:pt x="158958" y="223364"/>
                    </a:lnTo>
                    <a:lnTo>
                      <a:pt x="158958" y="85976"/>
                    </a:lnTo>
                    <a:lnTo>
                      <a:pt x="156592" y="81871"/>
                    </a:lnTo>
                    <a:lnTo>
                      <a:pt x="74507" y="34480"/>
                    </a:lnTo>
                    <a:close/>
                  </a:path>
                </a:pathLst>
              </a:custGeom>
              <a:solidFill>
                <a:srgbClr val="00000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50" name="Google Shape;50;p3"/>
              <p:cNvSpPr/>
              <p:nvPr/>
            </p:nvSpPr>
            <p:spPr>
              <a:xfrm>
                <a:off x="1409528" y="1309866"/>
                <a:ext cx="268605" cy="309880"/>
              </a:xfrm>
              <a:custGeom>
                <a:rect b="b" l="l" r="r" t="t"/>
                <a:pathLst>
                  <a:path extrusionOk="0" h="309880" w="268605">
                    <a:moveTo>
                      <a:pt x="134132" y="0"/>
                    </a:moveTo>
                    <a:lnTo>
                      <a:pt x="0" y="77442"/>
                    </a:lnTo>
                    <a:lnTo>
                      <a:pt x="0" y="232317"/>
                    </a:lnTo>
                    <a:lnTo>
                      <a:pt x="134132" y="309760"/>
                    </a:lnTo>
                    <a:lnTo>
                      <a:pt x="268253" y="232317"/>
                    </a:lnTo>
                    <a:lnTo>
                      <a:pt x="268253" y="77442"/>
                    </a:lnTo>
                    <a:lnTo>
                      <a:pt x="134132"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51" name="Google Shape;51;p3"/>
              <p:cNvSpPr/>
              <p:nvPr/>
            </p:nvSpPr>
            <p:spPr>
              <a:xfrm>
                <a:off x="1397111" y="1296895"/>
                <a:ext cx="293369" cy="335280"/>
              </a:xfrm>
              <a:custGeom>
                <a:rect b="b" l="l" r="r" t="t"/>
                <a:pathLst>
                  <a:path extrusionOk="0" h="335280" w="293369">
                    <a:moveTo>
                      <a:pt x="148906" y="0"/>
                    </a:moveTo>
                    <a:lnTo>
                      <a:pt x="144184" y="0"/>
                    </a:lnTo>
                    <a:lnTo>
                      <a:pt x="2366" y="81871"/>
                    </a:lnTo>
                    <a:lnTo>
                      <a:pt x="0" y="85976"/>
                    </a:lnTo>
                    <a:lnTo>
                      <a:pt x="0" y="249720"/>
                    </a:lnTo>
                    <a:lnTo>
                      <a:pt x="2366" y="253824"/>
                    </a:lnTo>
                    <a:lnTo>
                      <a:pt x="142257" y="334586"/>
                    </a:lnTo>
                    <a:lnTo>
                      <a:pt x="144403" y="335141"/>
                    </a:lnTo>
                    <a:lnTo>
                      <a:pt x="148686" y="335141"/>
                    </a:lnTo>
                    <a:lnTo>
                      <a:pt x="150833" y="334586"/>
                    </a:lnTo>
                    <a:lnTo>
                      <a:pt x="196211" y="308388"/>
                    </a:lnTo>
                    <a:lnTo>
                      <a:pt x="146540" y="308388"/>
                    </a:lnTo>
                    <a:lnTo>
                      <a:pt x="24836" y="238118"/>
                    </a:lnTo>
                    <a:lnTo>
                      <a:pt x="24836" y="97588"/>
                    </a:lnTo>
                    <a:lnTo>
                      <a:pt x="146540" y="27318"/>
                    </a:lnTo>
                    <a:lnTo>
                      <a:pt x="196227" y="27318"/>
                    </a:lnTo>
                    <a:lnTo>
                      <a:pt x="148906" y="0"/>
                    </a:lnTo>
                    <a:close/>
                  </a:path>
                  <a:path extrusionOk="0" h="335280" w="293369">
                    <a:moveTo>
                      <a:pt x="196227" y="27318"/>
                    </a:moveTo>
                    <a:lnTo>
                      <a:pt x="146540" y="27318"/>
                    </a:lnTo>
                    <a:lnTo>
                      <a:pt x="268253" y="97588"/>
                    </a:lnTo>
                    <a:lnTo>
                      <a:pt x="268253" y="238118"/>
                    </a:lnTo>
                    <a:lnTo>
                      <a:pt x="146540" y="308388"/>
                    </a:lnTo>
                    <a:lnTo>
                      <a:pt x="196211" y="308388"/>
                    </a:lnTo>
                    <a:lnTo>
                      <a:pt x="290724" y="253824"/>
                    </a:lnTo>
                    <a:lnTo>
                      <a:pt x="293090" y="249720"/>
                    </a:lnTo>
                    <a:lnTo>
                      <a:pt x="293090" y="85976"/>
                    </a:lnTo>
                    <a:lnTo>
                      <a:pt x="290724" y="81871"/>
                    </a:lnTo>
                    <a:lnTo>
                      <a:pt x="196227" y="27318"/>
                    </a:lnTo>
                    <a:close/>
                  </a:path>
                </a:pathLst>
              </a:custGeom>
              <a:solidFill>
                <a:srgbClr val="00000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52" name="Google Shape;52;p3"/>
              <p:cNvSpPr/>
              <p:nvPr/>
            </p:nvSpPr>
            <p:spPr>
              <a:xfrm>
                <a:off x="1409529" y="1309866"/>
                <a:ext cx="134619" cy="232409"/>
              </a:xfrm>
              <a:custGeom>
                <a:rect b="b" l="l" r="r" t="t"/>
                <a:pathLst>
                  <a:path extrusionOk="0" h="232409" w="134619">
                    <a:moveTo>
                      <a:pt x="134121" y="0"/>
                    </a:moveTo>
                    <a:lnTo>
                      <a:pt x="0" y="77442"/>
                    </a:lnTo>
                    <a:lnTo>
                      <a:pt x="0" y="232317"/>
                    </a:lnTo>
                    <a:lnTo>
                      <a:pt x="134121" y="154874"/>
                    </a:lnTo>
                    <a:lnTo>
                      <a:pt x="134121" y="0"/>
                    </a:lnTo>
                    <a:close/>
                  </a:path>
                </a:pathLst>
              </a:custGeom>
              <a:solidFill>
                <a:srgbClr val="CC000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53" name="Google Shape;53;p3"/>
              <p:cNvSpPr/>
              <p:nvPr/>
            </p:nvSpPr>
            <p:spPr>
              <a:xfrm>
                <a:off x="1397111" y="1296901"/>
                <a:ext cx="159384" cy="257809"/>
              </a:xfrm>
              <a:custGeom>
                <a:rect b="b" l="l" r="r" t="t"/>
                <a:pathLst>
                  <a:path extrusionOk="0" h="257809" w="159384">
                    <a:moveTo>
                      <a:pt x="148906" y="0"/>
                    </a:moveTo>
                    <a:lnTo>
                      <a:pt x="144184" y="0"/>
                    </a:lnTo>
                    <a:lnTo>
                      <a:pt x="2366" y="81871"/>
                    </a:lnTo>
                    <a:lnTo>
                      <a:pt x="0" y="85976"/>
                    </a:lnTo>
                    <a:lnTo>
                      <a:pt x="0" y="249720"/>
                    </a:lnTo>
                    <a:lnTo>
                      <a:pt x="2366" y="253824"/>
                    </a:lnTo>
                    <a:lnTo>
                      <a:pt x="8125" y="257144"/>
                    </a:lnTo>
                    <a:lnTo>
                      <a:pt x="10271" y="257698"/>
                    </a:lnTo>
                    <a:lnTo>
                      <a:pt x="14565" y="257698"/>
                    </a:lnTo>
                    <a:lnTo>
                      <a:pt x="16701" y="257144"/>
                    </a:lnTo>
                    <a:lnTo>
                      <a:pt x="74503" y="223773"/>
                    </a:lnTo>
                    <a:lnTo>
                      <a:pt x="24836" y="223773"/>
                    </a:lnTo>
                    <a:lnTo>
                      <a:pt x="24836" y="97578"/>
                    </a:lnTo>
                    <a:lnTo>
                      <a:pt x="134121" y="34480"/>
                    </a:lnTo>
                    <a:lnTo>
                      <a:pt x="158958" y="34480"/>
                    </a:lnTo>
                    <a:lnTo>
                      <a:pt x="158958" y="8533"/>
                    </a:lnTo>
                    <a:lnTo>
                      <a:pt x="156592" y="4429"/>
                    </a:lnTo>
                    <a:lnTo>
                      <a:pt x="148906" y="0"/>
                    </a:lnTo>
                    <a:close/>
                  </a:path>
                  <a:path extrusionOk="0" h="257809" w="159384">
                    <a:moveTo>
                      <a:pt x="158958" y="34480"/>
                    </a:moveTo>
                    <a:lnTo>
                      <a:pt x="134121" y="34480"/>
                    </a:lnTo>
                    <a:lnTo>
                      <a:pt x="134121" y="160675"/>
                    </a:lnTo>
                    <a:lnTo>
                      <a:pt x="24836" y="223773"/>
                    </a:lnTo>
                    <a:lnTo>
                      <a:pt x="74503" y="223773"/>
                    </a:lnTo>
                    <a:lnTo>
                      <a:pt x="156592" y="176382"/>
                    </a:lnTo>
                    <a:lnTo>
                      <a:pt x="158958" y="172277"/>
                    </a:lnTo>
                    <a:lnTo>
                      <a:pt x="158958" y="34480"/>
                    </a:lnTo>
                    <a:close/>
                  </a:path>
                </a:pathLst>
              </a:custGeom>
              <a:solidFill>
                <a:srgbClr val="00000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54" name="Google Shape;54;p3"/>
              <p:cNvSpPr/>
              <p:nvPr/>
            </p:nvSpPr>
            <p:spPr>
              <a:xfrm>
                <a:off x="1543660" y="1309866"/>
                <a:ext cx="134619" cy="232409"/>
              </a:xfrm>
              <a:custGeom>
                <a:rect b="b" l="l" r="r" t="t"/>
                <a:pathLst>
                  <a:path extrusionOk="0" h="232409" w="134619">
                    <a:moveTo>
                      <a:pt x="0" y="0"/>
                    </a:moveTo>
                    <a:lnTo>
                      <a:pt x="0" y="154885"/>
                    </a:lnTo>
                    <a:lnTo>
                      <a:pt x="134121" y="232317"/>
                    </a:lnTo>
                    <a:lnTo>
                      <a:pt x="134121" y="77442"/>
                    </a:lnTo>
                    <a:lnTo>
                      <a:pt x="0"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55" name="Google Shape;55;p3"/>
              <p:cNvSpPr/>
              <p:nvPr/>
            </p:nvSpPr>
            <p:spPr>
              <a:xfrm>
                <a:off x="1531237" y="1296900"/>
                <a:ext cx="159385" cy="257809"/>
              </a:xfrm>
              <a:custGeom>
                <a:rect b="b" l="l" r="r" t="t"/>
                <a:pathLst>
                  <a:path extrusionOk="0" h="257809" w="159385">
                    <a:moveTo>
                      <a:pt x="14784" y="0"/>
                    </a:moveTo>
                    <a:lnTo>
                      <a:pt x="10052" y="0"/>
                    </a:lnTo>
                    <a:lnTo>
                      <a:pt x="2366" y="4429"/>
                    </a:lnTo>
                    <a:lnTo>
                      <a:pt x="0" y="8533"/>
                    </a:lnTo>
                    <a:lnTo>
                      <a:pt x="0" y="172277"/>
                    </a:lnTo>
                    <a:lnTo>
                      <a:pt x="2366" y="176382"/>
                    </a:lnTo>
                    <a:lnTo>
                      <a:pt x="142257" y="257144"/>
                    </a:lnTo>
                    <a:lnTo>
                      <a:pt x="144403" y="257698"/>
                    </a:lnTo>
                    <a:lnTo>
                      <a:pt x="148686" y="257698"/>
                    </a:lnTo>
                    <a:lnTo>
                      <a:pt x="150833" y="257144"/>
                    </a:lnTo>
                    <a:lnTo>
                      <a:pt x="156592" y="253824"/>
                    </a:lnTo>
                    <a:lnTo>
                      <a:pt x="158958" y="249720"/>
                    </a:lnTo>
                    <a:lnTo>
                      <a:pt x="158958" y="223773"/>
                    </a:lnTo>
                    <a:lnTo>
                      <a:pt x="134121" y="223773"/>
                    </a:lnTo>
                    <a:lnTo>
                      <a:pt x="24836" y="160675"/>
                    </a:lnTo>
                    <a:lnTo>
                      <a:pt x="24836" y="34480"/>
                    </a:lnTo>
                    <a:lnTo>
                      <a:pt x="74507" y="34480"/>
                    </a:lnTo>
                    <a:lnTo>
                      <a:pt x="14784" y="0"/>
                    </a:lnTo>
                    <a:close/>
                  </a:path>
                  <a:path extrusionOk="0" h="257809" w="159385">
                    <a:moveTo>
                      <a:pt x="74507" y="34480"/>
                    </a:moveTo>
                    <a:lnTo>
                      <a:pt x="24836" y="34480"/>
                    </a:lnTo>
                    <a:lnTo>
                      <a:pt x="134121" y="97578"/>
                    </a:lnTo>
                    <a:lnTo>
                      <a:pt x="134121" y="223773"/>
                    </a:lnTo>
                    <a:lnTo>
                      <a:pt x="158958" y="223773"/>
                    </a:lnTo>
                    <a:lnTo>
                      <a:pt x="158958" y="85976"/>
                    </a:lnTo>
                    <a:lnTo>
                      <a:pt x="156592" y="81871"/>
                    </a:lnTo>
                    <a:lnTo>
                      <a:pt x="74507" y="34480"/>
                    </a:lnTo>
                    <a:close/>
                  </a:path>
                </a:pathLst>
              </a:custGeom>
              <a:solidFill>
                <a:srgbClr val="00000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56" name="Google Shape;56;p3"/>
              <p:cNvSpPr/>
              <p:nvPr/>
            </p:nvSpPr>
            <p:spPr>
              <a:xfrm>
                <a:off x="1141280" y="1077556"/>
                <a:ext cx="134619" cy="542290"/>
              </a:xfrm>
              <a:custGeom>
                <a:rect b="b" l="l" r="r" t="t"/>
                <a:pathLst>
                  <a:path extrusionOk="0" h="542290" w="134619">
                    <a:moveTo>
                      <a:pt x="0" y="0"/>
                    </a:moveTo>
                    <a:lnTo>
                      <a:pt x="0" y="464624"/>
                    </a:lnTo>
                    <a:lnTo>
                      <a:pt x="134121" y="542067"/>
                    </a:lnTo>
                    <a:lnTo>
                      <a:pt x="134121" y="77432"/>
                    </a:lnTo>
                    <a:lnTo>
                      <a:pt x="0" y="0"/>
                    </a:lnTo>
                    <a:close/>
                  </a:path>
                </a:pathLst>
              </a:custGeom>
              <a:solidFill>
                <a:srgbClr val="F9C80A"/>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57" name="Google Shape;57;p3"/>
              <p:cNvSpPr/>
              <p:nvPr/>
            </p:nvSpPr>
            <p:spPr>
              <a:xfrm>
                <a:off x="1128861" y="1064585"/>
                <a:ext cx="159384" cy="567689"/>
              </a:xfrm>
              <a:custGeom>
                <a:rect b="b" l="l" r="r" t="t"/>
                <a:pathLst>
                  <a:path extrusionOk="0" h="567689" w="159384">
                    <a:moveTo>
                      <a:pt x="14784" y="0"/>
                    </a:moveTo>
                    <a:lnTo>
                      <a:pt x="10052" y="0"/>
                    </a:lnTo>
                    <a:lnTo>
                      <a:pt x="2366" y="4429"/>
                    </a:lnTo>
                    <a:lnTo>
                      <a:pt x="0" y="8533"/>
                    </a:lnTo>
                    <a:lnTo>
                      <a:pt x="0" y="482027"/>
                    </a:lnTo>
                    <a:lnTo>
                      <a:pt x="2366" y="486131"/>
                    </a:lnTo>
                    <a:lnTo>
                      <a:pt x="142257" y="566893"/>
                    </a:lnTo>
                    <a:lnTo>
                      <a:pt x="144403" y="567448"/>
                    </a:lnTo>
                    <a:lnTo>
                      <a:pt x="148686" y="567448"/>
                    </a:lnTo>
                    <a:lnTo>
                      <a:pt x="150833" y="566893"/>
                    </a:lnTo>
                    <a:lnTo>
                      <a:pt x="156592" y="563574"/>
                    </a:lnTo>
                    <a:lnTo>
                      <a:pt x="158958" y="559469"/>
                    </a:lnTo>
                    <a:lnTo>
                      <a:pt x="158958" y="533523"/>
                    </a:lnTo>
                    <a:lnTo>
                      <a:pt x="134121" y="533523"/>
                    </a:lnTo>
                    <a:lnTo>
                      <a:pt x="24836" y="470425"/>
                    </a:lnTo>
                    <a:lnTo>
                      <a:pt x="24836" y="34480"/>
                    </a:lnTo>
                    <a:lnTo>
                      <a:pt x="74507" y="34480"/>
                    </a:lnTo>
                    <a:lnTo>
                      <a:pt x="14784" y="0"/>
                    </a:lnTo>
                    <a:close/>
                  </a:path>
                  <a:path extrusionOk="0" h="567689" w="159384">
                    <a:moveTo>
                      <a:pt x="74507" y="34480"/>
                    </a:moveTo>
                    <a:lnTo>
                      <a:pt x="24836" y="34480"/>
                    </a:lnTo>
                    <a:lnTo>
                      <a:pt x="134121" y="97578"/>
                    </a:lnTo>
                    <a:lnTo>
                      <a:pt x="134121" y="533523"/>
                    </a:lnTo>
                    <a:lnTo>
                      <a:pt x="158958" y="533523"/>
                    </a:lnTo>
                    <a:lnTo>
                      <a:pt x="158958" y="85976"/>
                    </a:lnTo>
                    <a:lnTo>
                      <a:pt x="156592" y="81871"/>
                    </a:lnTo>
                    <a:lnTo>
                      <a:pt x="74507" y="34480"/>
                    </a:lnTo>
                    <a:close/>
                  </a:path>
                </a:pathLst>
              </a:custGeom>
              <a:solidFill>
                <a:srgbClr val="00000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58" name="Google Shape;58;p3"/>
              <p:cNvSpPr/>
              <p:nvPr/>
            </p:nvSpPr>
            <p:spPr>
              <a:xfrm>
                <a:off x="1007153" y="1077551"/>
                <a:ext cx="134619" cy="542290"/>
              </a:xfrm>
              <a:custGeom>
                <a:rect b="b" l="l" r="r" t="t"/>
                <a:pathLst>
                  <a:path extrusionOk="0" h="542290" w="134619">
                    <a:moveTo>
                      <a:pt x="134121" y="0"/>
                    </a:moveTo>
                    <a:lnTo>
                      <a:pt x="0" y="77442"/>
                    </a:lnTo>
                    <a:lnTo>
                      <a:pt x="0" y="542067"/>
                    </a:lnTo>
                    <a:lnTo>
                      <a:pt x="134121" y="464624"/>
                    </a:lnTo>
                    <a:lnTo>
                      <a:pt x="134121"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59" name="Google Shape;59;p3"/>
              <p:cNvSpPr/>
              <p:nvPr/>
            </p:nvSpPr>
            <p:spPr>
              <a:xfrm>
                <a:off x="994735" y="1064585"/>
                <a:ext cx="159384" cy="567689"/>
              </a:xfrm>
              <a:custGeom>
                <a:rect b="b" l="l" r="r" t="t"/>
                <a:pathLst>
                  <a:path extrusionOk="0" h="567689" w="159384">
                    <a:moveTo>
                      <a:pt x="148906" y="0"/>
                    </a:moveTo>
                    <a:lnTo>
                      <a:pt x="144184" y="0"/>
                    </a:lnTo>
                    <a:lnTo>
                      <a:pt x="2366" y="81871"/>
                    </a:lnTo>
                    <a:lnTo>
                      <a:pt x="0" y="85976"/>
                    </a:lnTo>
                    <a:lnTo>
                      <a:pt x="0" y="559469"/>
                    </a:lnTo>
                    <a:lnTo>
                      <a:pt x="2366" y="563574"/>
                    </a:lnTo>
                    <a:lnTo>
                      <a:pt x="8125" y="566893"/>
                    </a:lnTo>
                    <a:lnTo>
                      <a:pt x="10271" y="567448"/>
                    </a:lnTo>
                    <a:lnTo>
                      <a:pt x="14565" y="567448"/>
                    </a:lnTo>
                    <a:lnTo>
                      <a:pt x="16701" y="566893"/>
                    </a:lnTo>
                    <a:lnTo>
                      <a:pt x="74503" y="533523"/>
                    </a:lnTo>
                    <a:lnTo>
                      <a:pt x="24836" y="533523"/>
                    </a:lnTo>
                    <a:lnTo>
                      <a:pt x="24836" y="97578"/>
                    </a:lnTo>
                    <a:lnTo>
                      <a:pt x="134121" y="34480"/>
                    </a:lnTo>
                    <a:lnTo>
                      <a:pt x="158958" y="34480"/>
                    </a:lnTo>
                    <a:lnTo>
                      <a:pt x="158958" y="8533"/>
                    </a:lnTo>
                    <a:lnTo>
                      <a:pt x="156592" y="4429"/>
                    </a:lnTo>
                    <a:lnTo>
                      <a:pt x="148906" y="0"/>
                    </a:lnTo>
                    <a:close/>
                  </a:path>
                  <a:path extrusionOk="0" h="567689" w="159384">
                    <a:moveTo>
                      <a:pt x="158958" y="34480"/>
                    </a:moveTo>
                    <a:lnTo>
                      <a:pt x="134121" y="34480"/>
                    </a:lnTo>
                    <a:lnTo>
                      <a:pt x="134121" y="470425"/>
                    </a:lnTo>
                    <a:lnTo>
                      <a:pt x="24836" y="533523"/>
                    </a:lnTo>
                    <a:lnTo>
                      <a:pt x="74503" y="533523"/>
                    </a:lnTo>
                    <a:lnTo>
                      <a:pt x="156592" y="486131"/>
                    </a:lnTo>
                    <a:lnTo>
                      <a:pt x="158958" y="482027"/>
                    </a:lnTo>
                    <a:lnTo>
                      <a:pt x="158958" y="34480"/>
                    </a:lnTo>
                    <a:close/>
                  </a:path>
                </a:pathLst>
              </a:custGeom>
              <a:solidFill>
                <a:srgbClr val="00000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60" name="Google Shape;60;p3"/>
              <p:cNvSpPr/>
              <p:nvPr/>
            </p:nvSpPr>
            <p:spPr>
              <a:xfrm>
                <a:off x="1007152" y="1542176"/>
                <a:ext cx="268605" cy="154939"/>
              </a:xfrm>
              <a:custGeom>
                <a:rect b="b" l="l" r="r" t="t"/>
                <a:pathLst>
                  <a:path extrusionOk="0" h="154939" w="268605">
                    <a:moveTo>
                      <a:pt x="134132" y="0"/>
                    </a:moveTo>
                    <a:lnTo>
                      <a:pt x="0" y="77442"/>
                    </a:lnTo>
                    <a:lnTo>
                      <a:pt x="134132" y="154885"/>
                    </a:lnTo>
                    <a:lnTo>
                      <a:pt x="268253" y="77442"/>
                    </a:lnTo>
                    <a:lnTo>
                      <a:pt x="134132"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61" name="Google Shape;61;p3"/>
              <p:cNvSpPr/>
              <p:nvPr/>
            </p:nvSpPr>
            <p:spPr>
              <a:xfrm>
                <a:off x="994736" y="1529202"/>
                <a:ext cx="293369" cy="180339"/>
              </a:xfrm>
              <a:custGeom>
                <a:rect b="b" l="l" r="r" t="t"/>
                <a:pathLst>
                  <a:path extrusionOk="0" h="180339" w="293369">
                    <a:moveTo>
                      <a:pt x="148906" y="0"/>
                    </a:moveTo>
                    <a:lnTo>
                      <a:pt x="144173" y="0"/>
                    </a:lnTo>
                    <a:lnTo>
                      <a:pt x="2366" y="81882"/>
                    </a:lnTo>
                    <a:lnTo>
                      <a:pt x="0" y="85976"/>
                    </a:lnTo>
                    <a:lnTo>
                      <a:pt x="0" y="94855"/>
                    </a:lnTo>
                    <a:lnTo>
                      <a:pt x="2366" y="98949"/>
                    </a:lnTo>
                    <a:lnTo>
                      <a:pt x="142257" y="179722"/>
                    </a:lnTo>
                    <a:lnTo>
                      <a:pt x="144403" y="180266"/>
                    </a:lnTo>
                    <a:lnTo>
                      <a:pt x="148686" y="180266"/>
                    </a:lnTo>
                    <a:lnTo>
                      <a:pt x="150833" y="179722"/>
                    </a:lnTo>
                    <a:lnTo>
                      <a:pt x="196224" y="153513"/>
                    </a:lnTo>
                    <a:lnTo>
                      <a:pt x="146540" y="153513"/>
                    </a:lnTo>
                    <a:lnTo>
                      <a:pt x="37255" y="90416"/>
                    </a:lnTo>
                    <a:lnTo>
                      <a:pt x="146540" y="27318"/>
                    </a:lnTo>
                    <a:lnTo>
                      <a:pt x="196221" y="27318"/>
                    </a:lnTo>
                    <a:lnTo>
                      <a:pt x="148906" y="0"/>
                    </a:lnTo>
                    <a:close/>
                  </a:path>
                  <a:path extrusionOk="0" h="180339" w="293369">
                    <a:moveTo>
                      <a:pt x="196221" y="27318"/>
                    </a:moveTo>
                    <a:lnTo>
                      <a:pt x="146540" y="27318"/>
                    </a:lnTo>
                    <a:lnTo>
                      <a:pt x="255835" y="90416"/>
                    </a:lnTo>
                    <a:lnTo>
                      <a:pt x="146540" y="153513"/>
                    </a:lnTo>
                    <a:lnTo>
                      <a:pt x="196224" y="153513"/>
                    </a:lnTo>
                    <a:lnTo>
                      <a:pt x="290724" y="98949"/>
                    </a:lnTo>
                    <a:lnTo>
                      <a:pt x="293090" y="94855"/>
                    </a:lnTo>
                    <a:lnTo>
                      <a:pt x="293090" y="85976"/>
                    </a:lnTo>
                    <a:lnTo>
                      <a:pt x="290724" y="81882"/>
                    </a:lnTo>
                    <a:lnTo>
                      <a:pt x="196221" y="27318"/>
                    </a:lnTo>
                    <a:close/>
                  </a:path>
                </a:pathLst>
              </a:custGeom>
              <a:solidFill>
                <a:srgbClr val="00000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grpSp>
        <p:grpSp>
          <p:nvGrpSpPr>
            <p:cNvPr id="62" name="Google Shape;62;p3"/>
            <p:cNvGrpSpPr/>
            <p:nvPr/>
          </p:nvGrpSpPr>
          <p:grpSpPr>
            <a:xfrm>
              <a:off x="994735" y="1529204"/>
              <a:ext cx="964142" cy="567595"/>
              <a:chOff x="994735" y="1529204"/>
              <a:chExt cx="964142" cy="567595"/>
            </a:xfrm>
          </p:grpSpPr>
          <p:sp>
            <p:nvSpPr>
              <p:cNvPr id="63" name="Google Shape;63;p3"/>
              <p:cNvSpPr/>
              <p:nvPr/>
            </p:nvSpPr>
            <p:spPr>
              <a:xfrm>
                <a:off x="1409531" y="1774491"/>
                <a:ext cx="134619" cy="232410"/>
              </a:xfrm>
              <a:custGeom>
                <a:rect b="b" l="l" r="r" t="t"/>
                <a:pathLst>
                  <a:path extrusionOk="0" h="232410" w="134619">
                    <a:moveTo>
                      <a:pt x="134132" y="0"/>
                    </a:moveTo>
                    <a:lnTo>
                      <a:pt x="0" y="77442"/>
                    </a:lnTo>
                    <a:lnTo>
                      <a:pt x="0" y="232317"/>
                    </a:lnTo>
                    <a:lnTo>
                      <a:pt x="134132" y="154874"/>
                    </a:lnTo>
                    <a:lnTo>
                      <a:pt x="134132"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64" name="Google Shape;64;p3"/>
              <p:cNvSpPr/>
              <p:nvPr/>
            </p:nvSpPr>
            <p:spPr>
              <a:xfrm>
                <a:off x="1397114" y="1761525"/>
                <a:ext cx="159384" cy="257810"/>
              </a:xfrm>
              <a:custGeom>
                <a:rect b="b" l="l" r="r" t="t"/>
                <a:pathLst>
                  <a:path extrusionOk="0" h="257810" w="159384">
                    <a:moveTo>
                      <a:pt x="148916" y="0"/>
                    </a:moveTo>
                    <a:lnTo>
                      <a:pt x="144184" y="0"/>
                    </a:lnTo>
                    <a:lnTo>
                      <a:pt x="2366" y="81871"/>
                    </a:lnTo>
                    <a:lnTo>
                      <a:pt x="0" y="85976"/>
                    </a:lnTo>
                    <a:lnTo>
                      <a:pt x="0" y="249720"/>
                    </a:lnTo>
                    <a:lnTo>
                      <a:pt x="2366" y="253824"/>
                    </a:lnTo>
                    <a:lnTo>
                      <a:pt x="8125" y="257144"/>
                    </a:lnTo>
                    <a:lnTo>
                      <a:pt x="10271" y="257698"/>
                    </a:lnTo>
                    <a:lnTo>
                      <a:pt x="14565" y="257698"/>
                    </a:lnTo>
                    <a:lnTo>
                      <a:pt x="16701" y="257144"/>
                    </a:lnTo>
                    <a:lnTo>
                      <a:pt x="74508" y="223773"/>
                    </a:lnTo>
                    <a:lnTo>
                      <a:pt x="24836" y="223773"/>
                    </a:lnTo>
                    <a:lnTo>
                      <a:pt x="24836" y="97578"/>
                    </a:lnTo>
                    <a:lnTo>
                      <a:pt x="134132" y="34480"/>
                    </a:lnTo>
                    <a:lnTo>
                      <a:pt x="158968" y="34480"/>
                    </a:lnTo>
                    <a:lnTo>
                      <a:pt x="158968" y="8533"/>
                    </a:lnTo>
                    <a:lnTo>
                      <a:pt x="156602" y="4429"/>
                    </a:lnTo>
                    <a:lnTo>
                      <a:pt x="148916" y="0"/>
                    </a:lnTo>
                    <a:close/>
                  </a:path>
                  <a:path extrusionOk="0" h="257810" w="159384">
                    <a:moveTo>
                      <a:pt x="158968" y="34480"/>
                    </a:moveTo>
                    <a:lnTo>
                      <a:pt x="134132" y="34480"/>
                    </a:lnTo>
                    <a:lnTo>
                      <a:pt x="134132" y="160675"/>
                    </a:lnTo>
                    <a:lnTo>
                      <a:pt x="24836" y="223773"/>
                    </a:lnTo>
                    <a:lnTo>
                      <a:pt x="74508" y="223773"/>
                    </a:lnTo>
                    <a:lnTo>
                      <a:pt x="156602" y="176382"/>
                    </a:lnTo>
                    <a:lnTo>
                      <a:pt x="158968" y="172277"/>
                    </a:lnTo>
                    <a:lnTo>
                      <a:pt x="158968" y="34480"/>
                    </a:lnTo>
                    <a:close/>
                  </a:path>
                </a:pathLst>
              </a:custGeom>
              <a:solidFill>
                <a:srgbClr val="00000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65" name="Google Shape;65;p3"/>
              <p:cNvSpPr/>
              <p:nvPr/>
            </p:nvSpPr>
            <p:spPr>
              <a:xfrm>
                <a:off x="1007156" y="1619616"/>
                <a:ext cx="402590" cy="387350"/>
              </a:xfrm>
              <a:custGeom>
                <a:rect b="b" l="l" r="r" t="t"/>
                <a:pathLst>
                  <a:path extrusionOk="0" h="387350" w="402590">
                    <a:moveTo>
                      <a:pt x="0" y="0"/>
                    </a:moveTo>
                    <a:lnTo>
                      <a:pt x="0" y="154874"/>
                    </a:lnTo>
                    <a:lnTo>
                      <a:pt x="402375" y="387192"/>
                    </a:lnTo>
                    <a:lnTo>
                      <a:pt x="402375" y="232317"/>
                    </a:lnTo>
                    <a:lnTo>
                      <a:pt x="0" y="0"/>
                    </a:lnTo>
                    <a:close/>
                  </a:path>
                </a:pathLst>
              </a:custGeom>
              <a:solidFill>
                <a:srgbClr val="00852A"/>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66" name="Google Shape;66;p3"/>
              <p:cNvSpPr/>
              <p:nvPr/>
            </p:nvSpPr>
            <p:spPr>
              <a:xfrm>
                <a:off x="994735" y="1606649"/>
                <a:ext cx="427355" cy="412750"/>
              </a:xfrm>
              <a:custGeom>
                <a:rect b="b" l="l" r="r" t="t"/>
                <a:pathLst>
                  <a:path extrusionOk="0" h="412750" w="427355">
                    <a:moveTo>
                      <a:pt x="14784" y="0"/>
                    </a:moveTo>
                    <a:lnTo>
                      <a:pt x="10052" y="0"/>
                    </a:lnTo>
                    <a:lnTo>
                      <a:pt x="2366" y="4429"/>
                    </a:lnTo>
                    <a:lnTo>
                      <a:pt x="0" y="8533"/>
                    </a:lnTo>
                    <a:lnTo>
                      <a:pt x="0" y="172277"/>
                    </a:lnTo>
                    <a:lnTo>
                      <a:pt x="2366" y="176382"/>
                    </a:lnTo>
                    <a:lnTo>
                      <a:pt x="410511" y="412029"/>
                    </a:lnTo>
                    <a:lnTo>
                      <a:pt x="412657" y="412584"/>
                    </a:lnTo>
                    <a:lnTo>
                      <a:pt x="416940" y="412584"/>
                    </a:lnTo>
                    <a:lnTo>
                      <a:pt x="419086" y="412029"/>
                    </a:lnTo>
                    <a:lnTo>
                      <a:pt x="424845" y="408699"/>
                    </a:lnTo>
                    <a:lnTo>
                      <a:pt x="427212" y="404595"/>
                    </a:lnTo>
                    <a:lnTo>
                      <a:pt x="427212" y="378648"/>
                    </a:lnTo>
                    <a:lnTo>
                      <a:pt x="402375" y="378648"/>
                    </a:lnTo>
                    <a:lnTo>
                      <a:pt x="24836" y="160675"/>
                    </a:lnTo>
                    <a:lnTo>
                      <a:pt x="24836" y="34480"/>
                    </a:lnTo>
                    <a:lnTo>
                      <a:pt x="74507" y="34480"/>
                    </a:lnTo>
                    <a:lnTo>
                      <a:pt x="14784" y="0"/>
                    </a:lnTo>
                    <a:close/>
                  </a:path>
                  <a:path extrusionOk="0" h="412750" w="427355">
                    <a:moveTo>
                      <a:pt x="74507" y="34480"/>
                    </a:moveTo>
                    <a:lnTo>
                      <a:pt x="24836" y="34480"/>
                    </a:lnTo>
                    <a:lnTo>
                      <a:pt x="402375" y="252453"/>
                    </a:lnTo>
                    <a:lnTo>
                      <a:pt x="402375" y="378648"/>
                    </a:lnTo>
                    <a:lnTo>
                      <a:pt x="427212" y="378648"/>
                    </a:lnTo>
                    <a:lnTo>
                      <a:pt x="427212" y="240851"/>
                    </a:lnTo>
                    <a:lnTo>
                      <a:pt x="424845" y="236746"/>
                    </a:lnTo>
                    <a:lnTo>
                      <a:pt x="74507" y="34480"/>
                    </a:lnTo>
                    <a:close/>
                  </a:path>
                </a:pathLst>
              </a:custGeom>
              <a:solidFill>
                <a:srgbClr val="00000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67" name="Google Shape;67;p3"/>
              <p:cNvSpPr/>
              <p:nvPr/>
            </p:nvSpPr>
            <p:spPr>
              <a:xfrm>
                <a:off x="1007154" y="1542178"/>
                <a:ext cx="536575" cy="309880"/>
              </a:xfrm>
              <a:custGeom>
                <a:rect b="b" l="l" r="r" t="t"/>
                <a:pathLst>
                  <a:path extrusionOk="0" h="309880" w="536575">
                    <a:moveTo>
                      <a:pt x="134121" y="0"/>
                    </a:moveTo>
                    <a:lnTo>
                      <a:pt x="0" y="77442"/>
                    </a:lnTo>
                    <a:lnTo>
                      <a:pt x="402375" y="309760"/>
                    </a:lnTo>
                    <a:lnTo>
                      <a:pt x="536507" y="232317"/>
                    </a:lnTo>
                    <a:lnTo>
                      <a:pt x="134121"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68" name="Google Shape;68;p3"/>
              <p:cNvSpPr/>
              <p:nvPr/>
            </p:nvSpPr>
            <p:spPr>
              <a:xfrm>
                <a:off x="994736" y="1529204"/>
                <a:ext cx="561340" cy="335280"/>
              </a:xfrm>
              <a:custGeom>
                <a:rect b="b" l="l" r="r" t="t"/>
                <a:pathLst>
                  <a:path extrusionOk="0" h="335280" w="561340">
                    <a:moveTo>
                      <a:pt x="148906" y="0"/>
                    </a:moveTo>
                    <a:lnTo>
                      <a:pt x="144173" y="0"/>
                    </a:lnTo>
                    <a:lnTo>
                      <a:pt x="2366" y="81882"/>
                    </a:lnTo>
                    <a:lnTo>
                      <a:pt x="0" y="85976"/>
                    </a:lnTo>
                    <a:lnTo>
                      <a:pt x="0" y="94855"/>
                    </a:lnTo>
                    <a:lnTo>
                      <a:pt x="2366" y="98949"/>
                    </a:lnTo>
                    <a:lnTo>
                      <a:pt x="410511" y="334597"/>
                    </a:lnTo>
                    <a:lnTo>
                      <a:pt x="412657" y="335141"/>
                    </a:lnTo>
                    <a:lnTo>
                      <a:pt x="416940" y="335141"/>
                    </a:lnTo>
                    <a:lnTo>
                      <a:pt x="419086" y="334597"/>
                    </a:lnTo>
                    <a:lnTo>
                      <a:pt x="464477" y="308388"/>
                    </a:lnTo>
                    <a:lnTo>
                      <a:pt x="414793" y="308388"/>
                    </a:lnTo>
                    <a:lnTo>
                      <a:pt x="37255" y="90416"/>
                    </a:lnTo>
                    <a:lnTo>
                      <a:pt x="146540" y="27318"/>
                    </a:lnTo>
                    <a:lnTo>
                      <a:pt x="196223" y="27318"/>
                    </a:lnTo>
                    <a:lnTo>
                      <a:pt x="148906" y="0"/>
                    </a:lnTo>
                    <a:close/>
                  </a:path>
                  <a:path extrusionOk="0" h="335280" w="561340">
                    <a:moveTo>
                      <a:pt x="196223" y="27318"/>
                    </a:moveTo>
                    <a:lnTo>
                      <a:pt x="146540" y="27318"/>
                    </a:lnTo>
                    <a:lnTo>
                      <a:pt x="524088" y="245290"/>
                    </a:lnTo>
                    <a:lnTo>
                      <a:pt x="414793" y="308388"/>
                    </a:lnTo>
                    <a:lnTo>
                      <a:pt x="464477" y="308388"/>
                    </a:lnTo>
                    <a:lnTo>
                      <a:pt x="558977" y="253824"/>
                    </a:lnTo>
                    <a:lnTo>
                      <a:pt x="561344" y="249730"/>
                    </a:lnTo>
                    <a:lnTo>
                      <a:pt x="561344" y="240851"/>
                    </a:lnTo>
                    <a:lnTo>
                      <a:pt x="558977" y="236757"/>
                    </a:lnTo>
                    <a:lnTo>
                      <a:pt x="196223" y="27318"/>
                    </a:lnTo>
                    <a:close/>
                  </a:path>
                </a:pathLst>
              </a:custGeom>
              <a:solidFill>
                <a:srgbClr val="00000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69" name="Google Shape;69;p3"/>
              <p:cNvSpPr/>
              <p:nvPr/>
            </p:nvSpPr>
            <p:spPr>
              <a:xfrm>
                <a:off x="1409531" y="1774491"/>
                <a:ext cx="536575" cy="309880"/>
              </a:xfrm>
              <a:custGeom>
                <a:rect b="b" l="l" r="r" t="t"/>
                <a:pathLst>
                  <a:path extrusionOk="0" h="309880" w="536575">
                    <a:moveTo>
                      <a:pt x="402375" y="0"/>
                    </a:moveTo>
                    <a:lnTo>
                      <a:pt x="0" y="232317"/>
                    </a:lnTo>
                    <a:lnTo>
                      <a:pt x="134121" y="309760"/>
                    </a:lnTo>
                    <a:lnTo>
                      <a:pt x="536507" y="77442"/>
                    </a:lnTo>
                    <a:lnTo>
                      <a:pt x="402375" y="0"/>
                    </a:lnTo>
                    <a:close/>
                  </a:path>
                </a:pathLst>
              </a:custGeom>
              <a:solidFill>
                <a:srgbClr val="901F75"/>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70" name="Google Shape;70;p3"/>
              <p:cNvSpPr/>
              <p:nvPr/>
            </p:nvSpPr>
            <p:spPr>
              <a:xfrm>
                <a:off x="1397114" y="1761519"/>
                <a:ext cx="561339" cy="335280"/>
              </a:xfrm>
              <a:custGeom>
                <a:rect b="b" l="l" r="r" t="t"/>
                <a:pathLst>
                  <a:path extrusionOk="0" h="335280" w="561339">
                    <a:moveTo>
                      <a:pt x="417160" y="0"/>
                    </a:moveTo>
                    <a:lnTo>
                      <a:pt x="412427" y="0"/>
                    </a:lnTo>
                    <a:lnTo>
                      <a:pt x="2366" y="236757"/>
                    </a:lnTo>
                    <a:lnTo>
                      <a:pt x="0" y="240851"/>
                    </a:lnTo>
                    <a:lnTo>
                      <a:pt x="0" y="249730"/>
                    </a:lnTo>
                    <a:lnTo>
                      <a:pt x="2366" y="253824"/>
                    </a:lnTo>
                    <a:lnTo>
                      <a:pt x="142257" y="334597"/>
                    </a:lnTo>
                    <a:lnTo>
                      <a:pt x="144403" y="335152"/>
                    </a:lnTo>
                    <a:lnTo>
                      <a:pt x="148686" y="335152"/>
                    </a:lnTo>
                    <a:lnTo>
                      <a:pt x="150833" y="334597"/>
                    </a:lnTo>
                    <a:lnTo>
                      <a:pt x="196226" y="308388"/>
                    </a:lnTo>
                    <a:lnTo>
                      <a:pt x="146540" y="308388"/>
                    </a:lnTo>
                    <a:lnTo>
                      <a:pt x="37255" y="245290"/>
                    </a:lnTo>
                    <a:lnTo>
                      <a:pt x="414793" y="27318"/>
                    </a:lnTo>
                    <a:lnTo>
                      <a:pt x="464480" y="27318"/>
                    </a:lnTo>
                    <a:lnTo>
                      <a:pt x="417160" y="0"/>
                    </a:lnTo>
                    <a:close/>
                  </a:path>
                  <a:path extrusionOk="0" h="335280" w="561339">
                    <a:moveTo>
                      <a:pt x="464480" y="27318"/>
                    </a:moveTo>
                    <a:lnTo>
                      <a:pt x="414793" y="27318"/>
                    </a:lnTo>
                    <a:lnTo>
                      <a:pt x="524088" y="90416"/>
                    </a:lnTo>
                    <a:lnTo>
                      <a:pt x="146540" y="308388"/>
                    </a:lnTo>
                    <a:lnTo>
                      <a:pt x="196226" y="308388"/>
                    </a:lnTo>
                    <a:lnTo>
                      <a:pt x="558977" y="98949"/>
                    </a:lnTo>
                    <a:lnTo>
                      <a:pt x="561344" y="94845"/>
                    </a:lnTo>
                    <a:lnTo>
                      <a:pt x="561344" y="85976"/>
                    </a:lnTo>
                    <a:lnTo>
                      <a:pt x="558977" y="81871"/>
                    </a:lnTo>
                    <a:lnTo>
                      <a:pt x="464480" y="27318"/>
                    </a:lnTo>
                    <a:close/>
                  </a:path>
                </a:pathLst>
              </a:custGeom>
              <a:solidFill>
                <a:srgbClr val="00000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71" name="Google Shape;71;p3"/>
              <p:cNvSpPr/>
              <p:nvPr/>
            </p:nvSpPr>
            <p:spPr>
              <a:xfrm>
                <a:off x="1409531" y="1619616"/>
                <a:ext cx="402589" cy="387350"/>
              </a:xfrm>
              <a:custGeom>
                <a:rect b="b" l="l" r="r" t="t"/>
                <a:pathLst>
                  <a:path extrusionOk="0" h="387350" w="402589">
                    <a:moveTo>
                      <a:pt x="402375" y="0"/>
                    </a:moveTo>
                    <a:lnTo>
                      <a:pt x="0" y="232317"/>
                    </a:lnTo>
                    <a:lnTo>
                      <a:pt x="0" y="387192"/>
                    </a:lnTo>
                    <a:lnTo>
                      <a:pt x="402375" y="154874"/>
                    </a:lnTo>
                    <a:lnTo>
                      <a:pt x="402375"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72" name="Google Shape;72;p3"/>
              <p:cNvSpPr/>
              <p:nvPr/>
            </p:nvSpPr>
            <p:spPr>
              <a:xfrm>
                <a:off x="1397114" y="1606650"/>
                <a:ext cx="427355" cy="412750"/>
              </a:xfrm>
              <a:custGeom>
                <a:rect b="b" l="l" r="r" t="t"/>
                <a:pathLst>
                  <a:path extrusionOk="0" h="412750" w="427355">
                    <a:moveTo>
                      <a:pt x="417160" y="0"/>
                    </a:moveTo>
                    <a:lnTo>
                      <a:pt x="412427" y="0"/>
                    </a:lnTo>
                    <a:lnTo>
                      <a:pt x="2366" y="236746"/>
                    </a:lnTo>
                    <a:lnTo>
                      <a:pt x="0" y="240851"/>
                    </a:lnTo>
                    <a:lnTo>
                      <a:pt x="0" y="404595"/>
                    </a:lnTo>
                    <a:lnTo>
                      <a:pt x="2366" y="408699"/>
                    </a:lnTo>
                    <a:lnTo>
                      <a:pt x="8125" y="412018"/>
                    </a:lnTo>
                    <a:lnTo>
                      <a:pt x="10271" y="412573"/>
                    </a:lnTo>
                    <a:lnTo>
                      <a:pt x="14565" y="412573"/>
                    </a:lnTo>
                    <a:lnTo>
                      <a:pt x="16701" y="412018"/>
                    </a:lnTo>
                    <a:lnTo>
                      <a:pt x="74502" y="378648"/>
                    </a:lnTo>
                    <a:lnTo>
                      <a:pt x="24836" y="378648"/>
                    </a:lnTo>
                    <a:lnTo>
                      <a:pt x="24836" y="252453"/>
                    </a:lnTo>
                    <a:lnTo>
                      <a:pt x="402375" y="34480"/>
                    </a:lnTo>
                    <a:lnTo>
                      <a:pt x="427212" y="34480"/>
                    </a:lnTo>
                    <a:lnTo>
                      <a:pt x="427212" y="8533"/>
                    </a:lnTo>
                    <a:lnTo>
                      <a:pt x="424845" y="4429"/>
                    </a:lnTo>
                    <a:lnTo>
                      <a:pt x="417160" y="0"/>
                    </a:lnTo>
                    <a:close/>
                  </a:path>
                  <a:path extrusionOk="0" h="412750" w="427355">
                    <a:moveTo>
                      <a:pt x="427212" y="34480"/>
                    </a:moveTo>
                    <a:lnTo>
                      <a:pt x="402375" y="34480"/>
                    </a:lnTo>
                    <a:lnTo>
                      <a:pt x="402375" y="160675"/>
                    </a:lnTo>
                    <a:lnTo>
                      <a:pt x="24836" y="378648"/>
                    </a:lnTo>
                    <a:lnTo>
                      <a:pt x="74502" y="378648"/>
                    </a:lnTo>
                    <a:lnTo>
                      <a:pt x="424845" y="176382"/>
                    </a:lnTo>
                    <a:lnTo>
                      <a:pt x="427212" y="172277"/>
                    </a:lnTo>
                    <a:lnTo>
                      <a:pt x="427212" y="34480"/>
                    </a:lnTo>
                    <a:close/>
                  </a:path>
                </a:pathLst>
              </a:custGeom>
              <a:solidFill>
                <a:srgbClr val="00000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73" name="Google Shape;73;p3"/>
              <p:cNvSpPr/>
              <p:nvPr/>
            </p:nvSpPr>
            <p:spPr>
              <a:xfrm>
                <a:off x="1811910" y="1619620"/>
                <a:ext cx="134619" cy="232410"/>
              </a:xfrm>
              <a:custGeom>
                <a:rect b="b" l="l" r="r" t="t"/>
                <a:pathLst>
                  <a:path extrusionOk="0" h="232410" w="134619">
                    <a:moveTo>
                      <a:pt x="0" y="0"/>
                    </a:moveTo>
                    <a:lnTo>
                      <a:pt x="0" y="154874"/>
                    </a:lnTo>
                    <a:lnTo>
                      <a:pt x="134121" y="232317"/>
                    </a:lnTo>
                    <a:lnTo>
                      <a:pt x="134121" y="77432"/>
                    </a:lnTo>
                    <a:lnTo>
                      <a:pt x="0"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74" name="Google Shape;74;p3"/>
              <p:cNvSpPr/>
              <p:nvPr/>
            </p:nvSpPr>
            <p:spPr>
              <a:xfrm>
                <a:off x="1799492" y="1606649"/>
                <a:ext cx="159385" cy="257810"/>
              </a:xfrm>
              <a:custGeom>
                <a:rect b="b" l="l" r="r" t="t"/>
                <a:pathLst>
                  <a:path extrusionOk="0" h="257810" w="159385">
                    <a:moveTo>
                      <a:pt x="14784" y="0"/>
                    </a:moveTo>
                    <a:lnTo>
                      <a:pt x="10052" y="0"/>
                    </a:lnTo>
                    <a:lnTo>
                      <a:pt x="2366" y="4429"/>
                    </a:lnTo>
                    <a:lnTo>
                      <a:pt x="0" y="8533"/>
                    </a:lnTo>
                    <a:lnTo>
                      <a:pt x="0" y="172277"/>
                    </a:lnTo>
                    <a:lnTo>
                      <a:pt x="2366" y="176382"/>
                    </a:lnTo>
                    <a:lnTo>
                      <a:pt x="142257" y="257144"/>
                    </a:lnTo>
                    <a:lnTo>
                      <a:pt x="144403" y="257698"/>
                    </a:lnTo>
                    <a:lnTo>
                      <a:pt x="148686" y="257698"/>
                    </a:lnTo>
                    <a:lnTo>
                      <a:pt x="150833" y="257144"/>
                    </a:lnTo>
                    <a:lnTo>
                      <a:pt x="156592" y="253824"/>
                    </a:lnTo>
                    <a:lnTo>
                      <a:pt x="158958" y="249720"/>
                    </a:lnTo>
                    <a:lnTo>
                      <a:pt x="158958" y="223773"/>
                    </a:lnTo>
                    <a:lnTo>
                      <a:pt x="134121" y="223773"/>
                    </a:lnTo>
                    <a:lnTo>
                      <a:pt x="24836" y="160675"/>
                    </a:lnTo>
                    <a:lnTo>
                      <a:pt x="24836" y="34480"/>
                    </a:lnTo>
                    <a:lnTo>
                      <a:pt x="74507" y="34480"/>
                    </a:lnTo>
                    <a:lnTo>
                      <a:pt x="14784" y="0"/>
                    </a:lnTo>
                    <a:close/>
                  </a:path>
                  <a:path extrusionOk="0" h="257810" w="159385">
                    <a:moveTo>
                      <a:pt x="74507" y="34480"/>
                    </a:moveTo>
                    <a:lnTo>
                      <a:pt x="24836" y="34480"/>
                    </a:lnTo>
                    <a:lnTo>
                      <a:pt x="134121" y="97578"/>
                    </a:lnTo>
                    <a:lnTo>
                      <a:pt x="134121" y="223773"/>
                    </a:lnTo>
                    <a:lnTo>
                      <a:pt x="158958" y="223773"/>
                    </a:lnTo>
                    <a:lnTo>
                      <a:pt x="158958" y="85976"/>
                    </a:lnTo>
                    <a:lnTo>
                      <a:pt x="156592" y="81871"/>
                    </a:lnTo>
                    <a:lnTo>
                      <a:pt x="74507" y="34480"/>
                    </a:lnTo>
                    <a:close/>
                  </a:path>
                </a:pathLst>
              </a:custGeom>
              <a:solidFill>
                <a:srgbClr val="00000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grpSp>
        <p:grpSp>
          <p:nvGrpSpPr>
            <p:cNvPr id="75" name="Google Shape;75;p3"/>
            <p:cNvGrpSpPr/>
            <p:nvPr/>
          </p:nvGrpSpPr>
          <p:grpSpPr>
            <a:xfrm>
              <a:off x="2149414" y="1200902"/>
              <a:ext cx="1876309" cy="219379"/>
              <a:chOff x="2149414" y="1200902"/>
              <a:chExt cx="1876309" cy="219379"/>
            </a:xfrm>
          </p:grpSpPr>
          <p:pic>
            <p:nvPicPr>
              <p:cNvPr id="76" name="Google Shape;76;p3"/>
              <p:cNvPicPr preferRelativeResize="0"/>
              <p:nvPr/>
            </p:nvPicPr>
            <p:blipFill rotWithShape="1">
              <a:blip r:embed="rId2">
                <a:alphaModFix/>
              </a:blip>
              <a:srcRect b="0" l="0" r="0" t="0"/>
              <a:stretch/>
            </p:blipFill>
            <p:spPr>
              <a:xfrm>
                <a:off x="2149414" y="1200902"/>
                <a:ext cx="439058" cy="219375"/>
              </a:xfrm>
              <a:prstGeom prst="rect">
                <a:avLst/>
              </a:prstGeom>
              <a:noFill/>
              <a:ln>
                <a:noFill/>
              </a:ln>
            </p:spPr>
          </p:pic>
          <p:pic>
            <p:nvPicPr>
              <p:cNvPr id="77" name="Google Shape;77;p3"/>
              <p:cNvPicPr preferRelativeResize="0"/>
              <p:nvPr/>
            </p:nvPicPr>
            <p:blipFill rotWithShape="1">
              <a:blip r:embed="rId3">
                <a:alphaModFix/>
              </a:blip>
              <a:srcRect b="0" l="0" r="0" t="0"/>
              <a:stretch/>
            </p:blipFill>
            <p:spPr>
              <a:xfrm>
                <a:off x="2618039" y="1204408"/>
                <a:ext cx="189795" cy="212056"/>
              </a:xfrm>
              <a:prstGeom prst="rect">
                <a:avLst/>
              </a:prstGeom>
              <a:noFill/>
              <a:ln>
                <a:noFill/>
              </a:ln>
            </p:spPr>
          </p:pic>
          <p:pic>
            <p:nvPicPr>
              <p:cNvPr id="78" name="Google Shape;78;p3"/>
              <p:cNvPicPr preferRelativeResize="0"/>
              <p:nvPr/>
            </p:nvPicPr>
            <p:blipFill rotWithShape="1">
              <a:blip r:embed="rId4">
                <a:alphaModFix/>
              </a:blip>
              <a:srcRect b="0" l="0" r="0" t="0"/>
              <a:stretch/>
            </p:blipFill>
            <p:spPr>
              <a:xfrm>
                <a:off x="2836894" y="1201228"/>
                <a:ext cx="360552" cy="219050"/>
              </a:xfrm>
              <a:prstGeom prst="rect">
                <a:avLst/>
              </a:prstGeom>
              <a:noFill/>
              <a:ln>
                <a:noFill/>
              </a:ln>
            </p:spPr>
          </p:pic>
          <p:pic>
            <p:nvPicPr>
              <p:cNvPr id="79" name="Google Shape;79;p3"/>
              <p:cNvPicPr preferRelativeResize="0"/>
              <p:nvPr/>
            </p:nvPicPr>
            <p:blipFill rotWithShape="1">
              <a:blip r:embed="rId5">
                <a:alphaModFix/>
              </a:blip>
              <a:srcRect b="0" l="0" r="0" t="0"/>
              <a:stretch/>
            </p:blipFill>
            <p:spPr>
              <a:xfrm>
                <a:off x="3221792" y="1204406"/>
                <a:ext cx="171680" cy="212056"/>
              </a:xfrm>
              <a:prstGeom prst="rect">
                <a:avLst/>
              </a:prstGeom>
              <a:noFill/>
              <a:ln>
                <a:noFill/>
              </a:ln>
            </p:spPr>
          </p:pic>
          <p:pic>
            <p:nvPicPr>
              <p:cNvPr id="80" name="Google Shape;80;p3"/>
              <p:cNvPicPr preferRelativeResize="0"/>
              <p:nvPr/>
            </p:nvPicPr>
            <p:blipFill rotWithShape="1">
              <a:blip r:embed="rId6">
                <a:alphaModFix/>
              </a:blip>
              <a:srcRect b="0" l="0" r="0" t="0"/>
              <a:stretch/>
            </p:blipFill>
            <p:spPr>
              <a:xfrm>
                <a:off x="3420815" y="1204403"/>
                <a:ext cx="189481" cy="215878"/>
              </a:xfrm>
              <a:prstGeom prst="rect">
                <a:avLst/>
              </a:prstGeom>
              <a:noFill/>
              <a:ln>
                <a:noFill/>
              </a:ln>
            </p:spPr>
          </p:pic>
          <p:pic>
            <p:nvPicPr>
              <p:cNvPr id="81" name="Google Shape;81;p3"/>
              <p:cNvPicPr preferRelativeResize="0"/>
              <p:nvPr/>
            </p:nvPicPr>
            <p:blipFill rotWithShape="1">
              <a:blip r:embed="rId7">
                <a:alphaModFix/>
              </a:blip>
              <a:srcRect b="0" l="0" r="0" t="0"/>
              <a:stretch/>
            </p:blipFill>
            <p:spPr>
              <a:xfrm>
                <a:off x="3638275" y="1200907"/>
                <a:ext cx="387448" cy="219365"/>
              </a:xfrm>
              <a:prstGeom prst="rect">
                <a:avLst/>
              </a:prstGeom>
              <a:noFill/>
              <a:ln>
                <a:noFill/>
              </a:ln>
            </p:spPr>
          </p:pic>
        </p:grpSp>
        <p:grpSp>
          <p:nvGrpSpPr>
            <p:cNvPr id="82" name="Google Shape;82;p3"/>
            <p:cNvGrpSpPr/>
            <p:nvPr/>
          </p:nvGrpSpPr>
          <p:grpSpPr>
            <a:xfrm>
              <a:off x="2159583" y="1508896"/>
              <a:ext cx="1149947" cy="219689"/>
              <a:chOff x="2159583" y="1508896"/>
              <a:chExt cx="1149947" cy="219689"/>
            </a:xfrm>
          </p:grpSpPr>
          <p:pic>
            <p:nvPicPr>
              <p:cNvPr id="83" name="Google Shape;83;p3"/>
              <p:cNvPicPr preferRelativeResize="0"/>
              <p:nvPr/>
            </p:nvPicPr>
            <p:blipFill rotWithShape="1">
              <a:blip r:embed="rId8">
                <a:alphaModFix/>
              </a:blip>
              <a:srcRect b="0" l="0" r="0" t="0"/>
              <a:stretch/>
            </p:blipFill>
            <p:spPr>
              <a:xfrm>
                <a:off x="2159583" y="1512390"/>
                <a:ext cx="196161" cy="212056"/>
              </a:xfrm>
              <a:prstGeom prst="rect">
                <a:avLst/>
              </a:prstGeom>
              <a:noFill/>
              <a:ln>
                <a:noFill/>
              </a:ln>
            </p:spPr>
          </p:pic>
          <p:sp>
            <p:nvSpPr>
              <p:cNvPr id="84" name="Google Shape;84;p3"/>
              <p:cNvSpPr/>
              <p:nvPr/>
            </p:nvSpPr>
            <p:spPr>
              <a:xfrm>
                <a:off x="2388492" y="1512393"/>
                <a:ext cx="45719" cy="212089"/>
              </a:xfrm>
              <a:custGeom>
                <a:rect b="b" l="l" r="r" t="t"/>
                <a:pathLst>
                  <a:path extrusionOk="0" h="212089" w="45719">
                    <a:moveTo>
                      <a:pt x="45150" y="0"/>
                    </a:moveTo>
                    <a:lnTo>
                      <a:pt x="0" y="0"/>
                    </a:lnTo>
                    <a:lnTo>
                      <a:pt x="0" y="212056"/>
                    </a:lnTo>
                    <a:lnTo>
                      <a:pt x="45150" y="212056"/>
                    </a:lnTo>
                    <a:lnTo>
                      <a:pt x="45150"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pic>
            <p:nvPicPr>
              <p:cNvPr id="85" name="Google Shape;85;p3"/>
              <p:cNvPicPr preferRelativeResize="0"/>
              <p:nvPr/>
            </p:nvPicPr>
            <p:blipFill rotWithShape="1">
              <a:blip r:embed="rId9">
                <a:alphaModFix/>
              </a:blip>
              <a:srcRect b="0" l="0" r="0" t="0"/>
              <a:stretch/>
            </p:blipFill>
            <p:spPr>
              <a:xfrm>
                <a:off x="2466154" y="1508896"/>
                <a:ext cx="203156" cy="219689"/>
              </a:xfrm>
              <a:prstGeom prst="rect">
                <a:avLst/>
              </a:prstGeom>
              <a:noFill/>
              <a:ln>
                <a:noFill/>
              </a:ln>
            </p:spPr>
          </p:pic>
          <p:sp>
            <p:nvSpPr>
              <p:cNvPr id="86" name="Google Shape;86;p3"/>
              <p:cNvSpPr/>
              <p:nvPr/>
            </p:nvSpPr>
            <p:spPr>
              <a:xfrm>
                <a:off x="2708409" y="1512393"/>
                <a:ext cx="45719" cy="212089"/>
              </a:xfrm>
              <a:custGeom>
                <a:rect b="b" l="l" r="r" t="t"/>
                <a:pathLst>
                  <a:path extrusionOk="0" h="212089" w="45719">
                    <a:moveTo>
                      <a:pt x="45139" y="0"/>
                    </a:moveTo>
                    <a:lnTo>
                      <a:pt x="0" y="0"/>
                    </a:lnTo>
                    <a:lnTo>
                      <a:pt x="0" y="212056"/>
                    </a:lnTo>
                    <a:lnTo>
                      <a:pt x="45139" y="212056"/>
                    </a:lnTo>
                    <a:lnTo>
                      <a:pt x="45139"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pic>
            <p:nvPicPr>
              <p:cNvPr id="87" name="Google Shape;87;p3"/>
              <p:cNvPicPr preferRelativeResize="0"/>
              <p:nvPr/>
            </p:nvPicPr>
            <p:blipFill rotWithShape="1">
              <a:blip r:embed="rId10">
                <a:alphaModFix/>
              </a:blip>
              <a:srcRect b="0" l="0" r="0" t="0"/>
              <a:stretch/>
            </p:blipFill>
            <p:spPr>
              <a:xfrm>
                <a:off x="2777520" y="1512390"/>
                <a:ext cx="373244" cy="212464"/>
              </a:xfrm>
              <a:prstGeom prst="rect">
                <a:avLst/>
              </a:prstGeom>
              <a:noFill/>
              <a:ln>
                <a:noFill/>
              </a:ln>
            </p:spPr>
          </p:pic>
          <p:sp>
            <p:nvSpPr>
              <p:cNvPr id="88" name="Google Shape;88;p3"/>
              <p:cNvSpPr/>
              <p:nvPr/>
            </p:nvSpPr>
            <p:spPr>
              <a:xfrm>
                <a:off x="3174276" y="1512398"/>
                <a:ext cx="135254" cy="212089"/>
              </a:xfrm>
              <a:custGeom>
                <a:rect b="b" l="l" r="r" t="t"/>
                <a:pathLst>
                  <a:path extrusionOk="0" h="212089" w="135254">
                    <a:moveTo>
                      <a:pt x="134810" y="172720"/>
                    </a:moveTo>
                    <a:lnTo>
                      <a:pt x="45148" y="172720"/>
                    </a:lnTo>
                    <a:lnTo>
                      <a:pt x="45148" y="0"/>
                    </a:lnTo>
                    <a:lnTo>
                      <a:pt x="0" y="0"/>
                    </a:lnTo>
                    <a:lnTo>
                      <a:pt x="0" y="172720"/>
                    </a:lnTo>
                    <a:lnTo>
                      <a:pt x="0" y="212090"/>
                    </a:lnTo>
                    <a:lnTo>
                      <a:pt x="134810" y="212090"/>
                    </a:lnTo>
                    <a:lnTo>
                      <a:pt x="134810" y="17272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gr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Title Grey with Blocks">
  <p:cSld name="+ Cover Title grey w blocks">
    <p:bg>
      <p:bgPr>
        <a:solidFill>
          <a:schemeClr val="lt2"/>
        </a:solidFill>
      </p:bgPr>
    </p:bg>
    <p:spTree>
      <p:nvGrpSpPr>
        <p:cNvPr id="89" name="Shape 89"/>
        <p:cNvGrpSpPr/>
        <p:nvPr/>
      </p:nvGrpSpPr>
      <p:grpSpPr>
        <a:xfrm>
          <a:off x="0" y="0"/>
          <a:ext cx="0" cy="0"/>
          <a:chOff x="0" y="0"/>
          <a:chExt cx="0" cy="0"/>
        </a:xfrm>
      </p:grpSpPr>
      <p:sp>
        <p:nvSpPr>
          <p:cNvPr id="90" name="Google Shape;90;p4"/>
          <p:cNvSpPr txBox="1"/>
          <p:nvPr>
            <p:ph type="title"/>
          </p:nvPr>
        </p:nvSpPr>
        <p:spPr>
          <a:xfrm>
            <a:off x="446650" y="2676750"/>
            <a:ext cx="4564800" cy="1034400"/>
          </a:xfrm>
          <a:prstGeom prst="rect">
            <a:avLst/>
          </a:prstGeom>
          <a:noFill/>
          <a:ln>
            <a:noFill/>
          </a:ln>
        </p:spPr>
        <p:txBody>
          <a:bodyPr anchorCtr="0" anchor="t" bIns="0" lIns="0" spcFirstLastPara="1" rIns="0" wrap="square" tIns="0">
            <a:spAutoFit/>
          </a:bodyPr>
          <a:lstStyle>
            <a:lvl1pPr lvl="0" marR="0" rtl="0" algn="l">
              <a:lnSpc>
                <a:spcPct val="80000"/>
              </a:lnSpc>
              <a:spcBef>
                <a:spcPts val="0"/>
              </a:spcBef>
              <a:spcAft>
                <a:spcPts val="0"/>
              </a:spcAft>
              <a:buClr>
                <a:srgbClr val="191919"/>
              </a:buClr>
              <a:buSzPts val="4200"/>
              <a:buFont typeface="Proxima Nova"/>
              <a:buNone/>
              <a:defRPr b="1" i="0" sz="4200" u="none" cap="none" strike="noStrike">
                <a:solidFill>
                  <a:srgbClr val="191919"/>
                </a:solidFill>
                <a:latin typeface="Proxima Nova"/>
                <a:ea typeface="Proxima Nova"/>
                <a:cs typeface="Proxima Nova"/>
                <a:sym typeface="Proxima Nova"/>
              </a:defRPr>
            </a:lvl1pPr>
            <a:lvl2pPr lvl="1" marR="0" rtl="0" algn="l">
              <a:lnSpc>
                <a:spcPct val="100000"/>
              </a:lnSpc>
              <a:spcBef>
                <a:spcPts val="0"/>
              </a:spcBef>
              <a:spcAft>
                <a:spcPts val="0"/>
              </a:spcAft>
              <a:buClr>
                <a:srgbClr val="191919"/>
              </a:buClr>
              <a:buSzPts val="600"/>
              <a:buFont typeface="Arial"/>
              <a:buNone/>
              <a:defRPr b="0" i="0" sz="1400" u="none" cap="none" strike="noStrike">
                <a:solidFill>
                  <a:srgbClr val="191919"/>
                </a:solidFill>
                <a:latin typeface="Arial"/>
                <a:ea typeface="Arial"/>
                <a:cs typeface="Arial"/>
                <a:sym typeface="Arial"/>
              </a:defRPr>
            </a:lvl2pPr>
            <a:lvl3pPr lvl="2" marR="0" rtl="0" algn="l">
              <a:lnSpc>
                <a:spcPct val="100000"/>
              </a:lnSpc>
              <a:spcBef>
                <a:spcPts val="0"/>
              </a:spcBef>
              <a:spcAft>
                <a:spcPts val="0"/>
              </a:spcAft>
              <a:buClr>
                <a:srgbClr val="191919"/>
              </a:buClr>
              <a:buSzPts val="600"/>
              <a:buFont typeface="Arial"/>
              <a:buNone/>
              <a:defRPr b="0" i="0" sz="1400" u="none" cap="none" strike="noStrike">
                <a:solidFill>
                  <a:srgbClr val="191919"/>
                </a:solidFill>
                <a:latin typeface="Arial"/>
                <a:ea typeface="Arial"/>
                <a:cs typeface="Arial"/>
                <a:sym typeface="Arial"/>
              </a:defRPr>
            </a:lvl3pPr>
            <a:lvl4pPr lvl="3" marR="0" rtl="0" algn="l">
              <a:lnSpc>
                <a:spcPct val="100000"/>
              </a:lnSpc>
              <a:spcBef>
                <a:spcPts val="0"/>
              </a:spcBef>
              <a:spcAft>
                <a:spcPts val="0"/>
              </a:spcAft>
              <a:buClr>
                <a:srgbClr val="191919"/>
              </a:buClr>
              <a:buSzPts val="600"/>
              <a:buFont typeface="Arial"/>
              <a:buNone/>
              <a:defRPr b="0" i="0" sz="1400" u="none" cap="none" strike="noStrike">
                <a:solidFill>
                  <a:srgbClr val="191919"/>
                </a:solidFill>
                <a:latin typeface="Arial"/>
                <a:ea typeface="Arial"/>
                <a:cs typeface="Arial"/>
                <a:sym typeface="Arial"/>
              </a:defRPr>
            </a:lvl4pPr>
            <a:lvl5pPr lvl="4" marR="0" rtl="0" algn="l">
              <a:lnSpc>
                <a:spcPct val="100000"/>
              </a:lnSpc>
              <a:spcBef>
                <a:spcPts val="0"/>
              </a:spcBef>
              <a:spcAft>
                <a:spcPts val="0"/>
              </a:spcAft>
              <a:buClr>
                <a:srgbClr val="191919"/>
              </a:buClr>
              <a:buSzPts val="600"/>
              <a:buFont typeface="Arial"/>
              <a:buNone/>
              <a:defRPr b="0" i="0" sz="1400" u="none" cap="none" strike="noStrike">
                <a:solidFill>
                  <a:srgbClr val="191919"/>
                </a:solidFill>
                <a:latin typeface="Arial"/>
                <a:ea typeface="Arial"/>
                <a:cs typeface="Arial"/>
                <a:sym typeface="Arial"/>
              </a:defRPr>
            </a:lvl5pPr>
            <a:lvl6pPr lvl="5" marR="0" rtl="0" algn="l">
              <a:lnSpc>
                <a:spcPct val="100000"/>
              </a:lnSpc>
              <a:spcBef>
                <a:spcPts val="0"/>
              </a:spcBef>
              <a:spcAft>
                <a:spcPts val="0"/>
              </a:spcAft>
              <a:buClr>
                <a:srgbClr val="191919"/>
              </a:buClr>
              <a:buSzPts val="600"/>
              <a:buFont typeface="Arial"/>
              <a:buNone/>
              <a:defRPr b="0" i="0" sz="1400" u="none" cap="none" strike="noStrike">
                <a:solidFill>
                  <a:srgbClr val="191919"/>
                </a:solidFill>
                <a:latin typeface="Arial"/>
                <a:ea typeface="Arial"/>
                <a:cs typeface="Arial"/>
                <a:sym typeface="Arial"/>
              </a:defRPr>
            </a:lvl6pPr>
            <a:lvl7pPr lvl="6" marR="0" rtl="0" algn="l">
              <a:lnSpc>
                <a:spcPct val="100000"/>
              </a:lnSpc>
              <a:spcBef>
                <a:spcPts val="0"/>
              </a:spcBef>
              <a:spcAft>
                <a:spcPts val="0"/>
              </a:spcAft>
              <a:buClr>
                <a:srgbClr val="191919"/>
              </a:buClr>
              <a:buSzPts val="600"/>
              <a:buFont typeface="Arial"/>
              <a:buNone/>
              <a:defRPr b="0" i="0" sz="1400" u="none" cap="none" strike="noStrike">
                <a:solidFill>
                  <a:srgbClr val="191919"/>
                </a:solidFill>
                <a:latin typeface="Arial"/>
                <a:ea typeface="Arial"/>
                <a:cs typeface="Arial"/>
                <a:sym typeface="Arial"/>
              </a:defRPr>
            </a:lvl7pPr>
            <a:lvl8pPr lvl="7" marR="0" rtl="0" algn="l">
              <a:lnSpc>
                <a:spcPct val="100000"/>
              </a:lnSpc>
              <a:spcBef>
                <a:spcPts val="0"/>
              </a:spcBef>
              <a:spcAft>
                <a:spcPts val="0"/>
              </a:spcAft>
              <a:buClr>
                <a:srgbClr val="191919"/>
              </a:buClr>
              <a:buSzPts val="600"/>
              <a:buFont typeface="Arial"/>
              <a:buNone/>
              <a:defRPr b="0" i="0" sz="1400" u="none" cap="none" strike="noStrike">
                <a:solidFill>
                  <a:srgbClr val="191919"/>
                </a:solidFill>
                <a:latin typeface="Arial"/>
                <a:ea typeface="Arial"/>
                <a:cs typeface="Arial"/>
                <a:sym typeface="Arial"/>
              </a:defRPr>
            </a:lvl8pPr>
            <a:lvl9pPr lvl="8" marR="0" rtl="0" algn="l">
              <a:lnSpc>
                <a:spcPct val="100000"/>
              </a:lnSpc>
              <a:spcBef>
                <a:spcPts val="0"/>
              </a:spcBef>
              <a:spcAft>
                <a:spcPts val="0"/>
              </a:spcAft>
              <a:buClr>
                <a:srgbClr val="191919"/>
              </a:buClr>
              <a:buSzPts val="600"/>
              <a:buFont typeface="Arial"/>
              <a:buNone/>
              <a:defRPr b="0" i="0" sz="1400" u="none" cap="none" strike="noStrike">
                <a:solidFill>
                  <a:srgbClr val="191919"/>
                </a:solidFill>
                <a:latin typeface="Arial"/>
                <a:ea typeface="Arial"/>
                <a:cs typeface="Arial"/>
                <a:sym typeface="Arial"/>
              </a:defRPr>
            </a:lvl9pPr>
          </a:lstStyle>
          <a:p/>
        </p:txBody>
      </p:sp>
      <p:sp>
        <p:nvSpPr>
          <p:cNvPr id="91" name="Google Shape;91;p4"/>
          <p:cNvSpPr txBox="1"/>
          <p:nvPr>
            <p:ph idx="1" type="subTitle"/>
          </p:nvPr>
        </p:nvSpPr>
        <p:spPr>
          <a:xfrm>
            <a:off x="446650" y="3732646"/>
            <a:ext cx="4564800" cy="376200"/>
          </a:xfrm>
          <a:prstGeom prst="rect">
            <a:avLst/>
          </a:prstGeom>
          <a:noFill/>
          <a:ln>
            <a:noFill/>
          </a:ln>
        </p:spPr>
        <p:txBody>
          <a:bodyPr anchorCtr="0" anchor="t" bIns="0" lIns="0" spcFirstLastPara="1" rIns="0" wrap="square" tIns="0">
            <a:noAutofit/>
          </a:bodyPr>
          <a:lstStyle>
            <a:lvl1pPr lvl="0" marR="0" rtl="0" algn="l">
              <a:lnSpc>
                <a:spcPct val="100000"/>
              </a:lnSpc>
              <a:spcBef>
                <a:spcPts val="0"/>
              </a:spcBef>
              <a:spcAft>
                <a:spcPts val="0"/>
              </a:spcAft>
              <a:buClr>
                <a:schemeClr val="accent1"/>
              </a:buClr>
              <a:buSzPts val="2400"/>
              <a:buFont typeface="Proxima Nova"/>
              <a:buNone/>
              <a:defRPr b="0" i="0" sz="2400" u="none" cap="none" strike="noStrike">
                <a:solidFill>
                  <a:schemeClr val="accent1"/>
                </a:solidFill>
                <a:latin typeface="Proxima Nova"/>
                <a:ea typeface="Proxima Nova"/>
                <a:cs typeface="Proxima Nova"/>
                <a:sym typeface="Proxima Nova"/>
              </a:defRPr>
            </a:lvl1pPr>
            <a:lvl2pPr lvl="1" marR="0" rtl="0" algn="l">
              <a:lnSpc>
                <a:spcPct val="100000"/>
              </a:lnSpc>
              <a:spcBef>
                <a:spcPts val="0"/>
              </a:spcBef>
              <a:spcAft>
                <a:spcPts val="0"/>
              </a:spcAft>
              <a:buClr>
                <a:srgbClr val="CCCCCC"/>
              </a:buClr>
              <a:buSzPts val="2400"/>
              <a:buFont typeface="Proxima Nova"/>
              <a:buNone/>
              <a:defRPr b="0" i="0" sz="2400" u="none" cap="none" strike="noStrike">
                <a:solidFill>
                  <a:srgbClr val="CCCCCC"/>
                </a:solidFill>
                <a:latin typeface="Proxima Nova"/>
                <a:ea typeface="Proxima Nova"/>
                <a:cs typeface="Proxima Nova"/>
                <a:sym typeface="Proxima Nova"/>
              </a:defRPr>
            </a:lvl2pPr>
            <a:lvl3pPr lvl="2" marR="0" rtl="0" algn="l">
              <a:lnSpc>
                <a:spcPct val="100000"/>
              </a:lnSpc>
              <a:spcBef>
                <a:spcPts val="0"/>
              </a:spcBef>
              <a:spcAft>
                <a:spcPts val="0"/>
              </a:spcAft>
              <a:buClr>
                <a:srgbClr val="CCCCCC"/>
              </a:buClr>
              <a:buSzPts val="2400"/>
              <a:buFont typeface="Proxima Nova"/>
              <a:buNone/>
              <a:defRPr b="0" i="0" sz="2400" u="none" cap="none" strike="noStrike">
                <a:solidFill>
                  <a:srgbClr val="CCCCCC"/>
                </a:solidFill>
                <a:latin typeface="Proxima Nova"/>
                <a:ea typeface="Proxima Nova"/>
                <a:cs typeface="Proxima Nova"/>
                <a:sym typeface="Proxima Nova"/>
              </a:defRPr>
            </a:lvl3pPr>
            <a:lvl4pPr lvl="3" marR="0" rtl="0" algn="l">
              <a:lnSpc>
                <a:spcPct val="100000"/>
              </a:lnSpc>
              <a:spcBef>
                <a:spcPts val="0"/>
              </a:spcBef>
              <a:spcAft>
                <a:spcPts val="0"/>
              </a:spcAft>
              <a:buClr>
                <a:srgbClr val="CCCCCC"/>
              </a:buClr>
              <a:buSzPts val="2400"/>
              <a:buFont typeface="Proxima Nova"/>
              <a:buNone/>
              <a:defRPr b="0" i="0" sz="2400" u="none" cap="none" strike="noStrike">
                <a:solidFill>
                  <a:srgbClr val="CCCCCC"/>
                </a:solidFill>
                <a:latin typeface="Proxima Nova"/>
                <a:ea typeface="Proxima Nova"/>
                <a:cs typeface="Proxima Nova"/>
                <a:sym typeface="Proxima Nova"/>
              </a:defRPr>
            </a:lvl4pPr>
            <a:lvl5pPr lvl="4" marR="0" rtl="0" algn="l">
              <a:lnSpc>
                <a:spcPct val="100000"/>
              </a:lnSpc>
              <a:spcBef>
                <a:spcPts val="0"/>
              </a:spcBef>
              <a:spcAft>
                <a:spcPts val="0"/>
              </a:spcAft>
              <a:buClr>
                <a:srgbClr val="CCCCCC"/>
              </a:buClr>
              <a:buSzPts val="2400"/>
              <a:buFont typeface="Proxima Nova"/>
              <a:buNone/>
              <a:defRPr b="0" i="0" sz="2400" u="none" cap="none" strike="noStrike">
                <a:solidFill>
                  <a:srgbClr val="CCCCCC"/>
                </a:solidFill>
                <a:latin typeface="Proxima Nova"/>
                <a:ea typeface="Proxima Nova"/>
                <a:cs typeface="Proxima Nova"/>
                <a:sym typeface="Proxima Nova"/>
              </a:defRPr>
            </a:lvl5pPr>
            <a:lvl6pPr lvl="5" marR="0" rtl="0" algn="l">
              <a:lnSpc>
                <a:spcPct val="100000"/>
              </a:lnSpc>
              <a:spcBef>
                <a:spcPts val="0"/>
              </a:spcBef>
              <a:spcAft>
                <a:spcPts val="0"/>
              </a:spcAft>
              <a:buClr>
                <a:srgbClr val="CCCCCC"/>
              </a:buClr>
              <a:buSzPts val="2400"/>
              <a:buFont typeface="Proxima Nova"/>
              <a:buNone/>
              <a:defRPr b="0" i="0" sz="2400" u="none" cap="none" strike="noStrike">
                <a:solidFill>
                  <a:srgbClr val="CCCCCC"/>
                </a:solidFill>
                <a:latin typeface="Proxima Nova"/>
                <a:ea typeface="Proxima Nova"/>
                <a:cs typeface="Proxima Nova"/>
                <a:sym typeface="Proxima Nova"/>
              </a:defRPr>
            </a:lvl6pPr>
            <a:lvl7pPr lvl="6" marR="0" rtl="0" algn="l">
              <a:lnSpc>
                <a:spcPct val="100000"/>
              </a:lnSpc>
              <a:spcBef>
                <a:spcPts val="0"/>
              </a:spcBef>
              <a:spcAft>
                <a:spcPts val="0"/>
              </a:spcAft>
              <a:buClr>
                <a:srgbClr val="CCCCCC"/>
              </a:buClr>
              <a:buSzPts val="2400"/>
              <a:buFont typeface="Proxima Nova"/>
              <a:buNone/>
              <a:defRPr b="0" i="0" sz="2400" u="none" cap="none" strike="noStrike">
                <a:solidFill>
                  <a:srgbClr val="CCCCCC"/>
                </a:solidFill>
                <a:latin typeface="Proxima Nova"/>
                <a:ea typeface="Proxima Nova"/>
                <a:cs typeface="Proxima Nova"/>
                <a:sym typeface="Proxima Nova"/>
              </a:defRPr>
            </a:lvl7pPr>
            <a:lvl8pPr lvl="7" marR="0" rtl="0" algn="l">
              <a:lnSpc>
                <a:spcPct val="100000"/>
              </a:lnSpc>
              <a:spcBef>
                <a:spcPts val="0"/>
              </a:spcBef>
              <a:spcAft>
                <a:spcPts val="0"/>
              </a:spcAft>
              <a:buClr>
                <a:srgbClr val="CCCCCC"/>
              </a:buClr>
              <a:buSzPts val="2400"/>
              <a:buFont typeface="Proxima Nova"/>
              <a:buNone/>
              <a:defRPr b="0" i="0" sz="2400" u="none" cap="none" strike="noStrike">
                <a:solidFill>
                  <a:srgbClr val="CCCCCC"/>
                </a:solidFill>
                <a:latin typeface="Proxima Nova"/>
                <a:ea typeface="Proxima Nova"/>
                <a:cs typeface="Proxima Nova"/>
                <a:sym typeface="Proxima Nova"/>
              </a:defRPr>
            </a:lvl8pPr>
            <a:lvl9pPr lvl="8" marR="0" rtl="0" algn="l">
              <a:lnSpc>
                <a:spcPct val="100000"/>
              </a:lnSpc>
              <a:spcBef>
                <a:spcPts val="0"/>
              </a:spcBef>
              <a:spcAft>
                <a:spcPts val="0"/>
              </a:spcAft>
              <a:buClr>
                <a:srgbClr val="CCCCCC"/>
              </a:buClr>
              <a:buSzPts val="2400"/>
              <a:buFont typeface="Proxima Nova"/>
              <a:buNone/>
              <a:defRPr b="0" i="0" sz="2400" u="none" cap="none" strike="noStrike">
                <a:solidFill>
                  <a:srgbClr val="CCCCCC"/>
                </a:solidFill>
                <a:latin typeface="Proxima Nova"/>
                <a:ea typeface="Proxima Nova"/>
                <a:cs typeface="Proxima Nova"/>
                <a:sym typeface="Proxima Nova"/>
              </a:defRPr>
            </a:lvl9pPr>
          </a:lstStyle>
          <a:p/>
        </p:txBody>
      </p:sp>
      <p:grpSp>
        <p:nvGrpSpPr>
          <p:cNvPr id="92" name="Google Shape;92;p4"/>
          <p:cNvGrpSpPr/>
          <p:nvPr/>
        </p:nvGrpSpPr>
        <p:grpSpPr>
          <a:xfrm>
            <a:off x="6672154" y="452036"/>
            <a:ext cx="1322528" cy="1509309"/>
            <a:chOff x="14544219" y="658793"/>
            <a:chExt cx="3060700" cy="3493771"/>
          </a:xfrm>
        </p:grpSpPr>
        <p:sp>
          <p:nvSpPr>
            <p:cNvPr id="93" name="Google Shape;93;p4"/>
            <p:cNvSpPr/>
            <p:nvPr/>
          </p:nvSpPr>
          <p:spPr>
            <a:xfrm>
              <a:off x="14673895" y="788465"/>
              <a:ext cx="2800984" cy="3234690"/>
            </a:xfrm>
            <a:custGeom>
              <a:rect b="b" l="l" r="r" t="t"/>
              <a:pathLst>
                <a:path extrusionOk="0" h="3234690" w="2800984">
                  <a:moveTo>
                    <a:pt x="1400470" y="0"/>
                  </a:moveTo>
                  <a:lnTo>
                    <a:pt x="0" y="808561"/>
                  </a:lnTo>
                  <a:lnTo>
                    <a:pt x="0" y="2425685"/>
                  </a:lnTo>
                  <a:lnTo>
                    <a:pt x="1400470" y="3234247"/>
                  </a:lnTo>
                  <a:lnTo>
                    <a:pt x="2800940" y="2425685"/>
                  </a:lnTo>
                  <a:lnTo>
                    <a:pt x="2800940" y="808561"/>
                  </a:lnTo>
                  <a:lnTo>
                    <a:pt x="1400470"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94" name="Google Shape;94;p4"/>
            <p:cNvSpPr/>
            <p:nvPr/>
          </p:nvSpPr>
          <p:spPr>
            <a:xfrm>
              <a:off x="14544219" y="658794"/>
              <a:ext cx="3060700" cy="3493770"/>
            </a:xfrm>
            <a:custGeom>
              <a:rect b="b" l="l" r="r" t="t"/>
              <a:pathLst>
                <a:path extrusionOk="0" h="3493770" w="3060700">
                  <a:moveTo>
                    <a:pt x="1530141" y="0"/>
                  </a:moveTo>
                  <a:lnTo>
                    <a:pt x="1465306" y="17371"/>
                  </a:lnTo>
                  <a:lnTo>
                    <a:pt x="64846" y="825932"/>
                  </a:lnTo>
                  <a:lnTo>
                    <a:pt x="17376" y="873397"/>
                  </a:lnTo>
                  <a:lnTo>
                    <a:pt x="0" y="938233"/>
                  </a:lnTo>
                  <a:lnTo>
                    <a:pt x="0" y="2555356"/>
                  </a:lnTo>
                  <a:lnTo>
                    <a:pt x="17376" y="2620192"/>
                  </a:lnTo>
                  <a:lnTo>
                    <a:pt x="64846" y="2667656"/>
                  </a:lnTo>
                  <a:lnTo>
                    <a:pt x="1465306" y="3476218"/>
                  </a:lnTo>
                  <a:lnTo>
                    <a:pt x="1513388" y="3492504"/>
                  </a:lnTo>
                  <a:lnTo>
                    <a:pt x="1530141" y="3493589"/>
                  </a:lnTo>
                  <a:lnTo>
                    <a:pt x="1546897" y="3492504"/>
                  </a:lnTo>
                  <a:lnTo>
                    <a:pt x="1563435" y="3489247"/>
                  </a:lnTo>
                  <a:lnTo>
                    <a:pt x="1579535" y="3483818"/>
                  </a:lnTo>
                  <a:lnTo>
                    <a:pt x="1594977" y="3476218"/>
                  </a:lnTo>
                  <a:lnTo>
                    <a:pt x="2048833" y="3214184"/>
                  </a:lnTo>
                  <a:lnTo>
                    <a:pt x="1530141" y="3214184"/>
                  </a:lnTo>
                  <a:lnTo>
                    <a:pt x="259353" y="2480489"/>
                  </a:lnTo>
                  <a:lnTo>
                    <a:pt x="259353" y="1013100"/>
                  </a:lnTo>
                  <a:lnTo>
                    <a:pt x="1530141" y="279405"/>
                  </a:lnTo>
                  <a:lnTo>
                    <a:pt x="2048833" y="279405"/>
                  </a:lnTo>
                  <a:lnTo>
                    <a:pt x="1594977" y="17371"/>
                  </a:lnTo>
                  <a:lnTo>
                    <a:pt x="1563434" y="4342"/>
                  </a:lnTo>
                  <a:lnTo>
                    <a:pt x="1530141" y="0"/>
                  </a:lnTo>
                  <a:close/>
                </a:path>
                <a:path extrusionOk="0" h="3493770" w="3060700">
                  <a:moveTo>
                    <a:pt x="2048833" y="279405"/>
                  </a:moveTo>
                  <a:lnTo>
                    <a:pt x="1530141" y="279405"/>
                  </a:lnTo>
                  <a:lnTo>
                    <a:pt x="2800940" y="1013100"/>
                  </a:lnTo>
                  <a:lnTo>
                    <a:pt x="2800940" y="2480489"/>
                  </a:lnTo>
                  <a:lnTo>
                    <a:pt x="1530141" y="3214184"/>
                  </a:lnTo>
                  <a:lnTo>
                    <a:pt x="2048833" y="3214184"/>
                  </a:lnTo>
                  <a:lnTo>
                    <a:pt x="2995448" y="2667656"/>
                  </a:lnTo>
                  <a:lnTo>
                    <a:pt x="3042917" y="2620192"/>
                  </a:lnTo>
                  <a:lnTo>
                    <a:pt x="3060294" y="2555356"/>
                  </a:lnTo>
                  <a:lnTo>
                    <a:pt x="3060294" y="938233"/>
                  </a:lnTo>
                  <a:lnTo>
                    <a:pt x="3055804" y="904396"/>
                  </a:lnTo>
                  <a:lnTo>
                    <a:pt x="3042917" y="873393"/>
                  </a:lnTo>
                  <a:lnTo>
                    <a:pt x="3022507" y="846735"/>
                  </a:lnTo>
                  <a:lnTo>
                    <a:pt x="2995448" y="825932"/>
                  </a:lnTo>
                  <a:lnTo>
                    <a:pt x="2048833" y="279405"/>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95" name="Google Shape;95;p4"/>
            <p:cNvSpPr/>
            <p:nvPr/>
          </p:nvSpPr>
          <p:spPr>
            <a:xfrm>
              <a:off x="16074364" y="788463"/>
              <a:ext cx="1400809" cy="2425700"/>
            </a:xfrm>
            <a:custGeom>
              <a:rect b="b" l="l" r="r" t="t"/>
              <a:pathLst>
                <a:path extrusionOk="0" h="2425700" w="1400809">
                  <a:moveTo>
                    <a:pt x="0" y="0"/>
                  </a:moveTo>
                  <a:lnTo>
                    <a:pt x="0" y="1617123"/>
                  </a:lnTo>
                  <a:lnTo>
                    <a:pt x="1400470" y="2425685"/>
                  </a:lnTo>
                  <a:lnTo>
                    <a:pt x="1400470" y="808561"/>
                  </a:lnTo>
                  <a:lnTo>
                    <a:pt x="0" y="0"/>
                  </a:lnTo>
                  <a:close/>
                </a:path>
              </a:pathLst>
            </a:custGeom>
            <a:solidFill>
              <a:srgbClr val="F9C80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96" name="Google Shape;96;p4"/>
            <p:cNvSpPr/>
            <p:nvPr/>
          </p:nvSpPr>
          <p:spPr>
            <a:xfrm>
              <a:off x="15944689" y="658794"/>
              <a:ext cx="1659890" cy="2685415"/>
            </a:xfrm>
            <a:custGeom>
              <a:rect b="b" l="l" r="r" t="t"/>
              <a:pathLst>
                <a:path extrusionOk="0" h="2685415" w="1659890">
                  <a:moveTo>
                    <a:pt x="129681" y="0"/>
                  </a:moveTo>
                  <a:lnTo>
                    <a:pt x="64846" y="17371"/>
                  </a:lnTo>
                  <a:lnTo>
                    <a:pt x="17376" y="64831"/>
                  </a:lnTo>
                  <a:lnTo>
                    <a:pt x="0" y="129671"/>
                  </a:lnTo>
                  <a:lnTo>
                    <a:pt x="0" y="1746794"/>
                  </a:lnTo>
                  <a:lnTo>
                    <a:pt x="17376" y="1811630"/>
                  </a:lnTo>
                  <a:lnTo>
                    <a:pt x="64846" y="1859095"/>
                  </a:lnTo>
                  <a:lnTo>
                    <a:pt x="1465306" y="2667656"/>
                  </a:lnTo>
                  <a:lnTo>
                    <a:pt x="1513388" y="2683942"/>
                  </a:lnTo>
                  <a:lnTo>
                    <a:pt x="1530141" y="2685028"/>
                  </a:lnTo>
                  <a:lnTo>
                    <a:pt x="1546897" y="2683942"/>
                  </a:lnTo>
                  <a:lnTo>
                    <a:pt x="1594977" y="2667656"/>
                  </a:lnTo>
                  <a:lnTo>
                    <a:pt x="1642447" y="2620192"/>
                  </a:lnTo>
                  <a:lnTo>
                    <a:pt x="1659823" y="2555356"/>
                  </a:lnTo>
                  <a:lnTo>
                    <a:pt x="1659823" y="2330756"/>
                  </a:lnTo>
                  <a:lnTo>
                    <a:pt x="1400470" y="2330756"/>
                  </a:lnTo>
                  <a:lnTo>
                    <a:pt x="259353" y="1671928"/>
                  </a:lnTo>
                  <a:lnTo>
                    <a:pt x="259353" y="354271"/>
                  </a:lnTo>
                  <a:lnTo>
                    <a:pt x="778042" y="354271"/>
                  </a:lnTo>
                  <a:lnTo>
                    <a:pt x="194517" y="17371"/>
                  </a:lnTo>
                  <a:lnTo>
                    <a:pt x="162974" y="4342"/>
                  </a:lnTo>
                  <a:lnTo>
                    <a:pt x="129681" y="0"/>
                  </a:lnTo>
                  <a:close/>
                </a:path>
                <a:path extrusionOk="0" h="2685415" w="1659890">
                  <a:moveTo>
                    <a:pt x="778042" y="354271"/>
                  </a:moveTo>
                  <a:lnTo>
                    <a:pt x="259353" y="354271"/>
                  </a:lnTo>
                  <a:lnTo>
                    <a:pt x="1400470" y="1013100"/>
                  </a:lnTo>
                  <a:lnTo>
                    <a:pt x="1400470" y="2330756"/>
                  </a:lnTo>
                  <a:lnTo>
                    <a:pt x="1659823" y="2330756"/>
                  </a:lnTo>
                  <a:lnTo>
                    <a:pt x="1659823" y="938233"/>
                  </a:lnTo>
                  <a:lnTo>
                    <a:pt x="1655334" y="904400"/>
                  </a:lnTo>
                  <a:lnTo>
                    <a:pt x="1642447" y="873397"/>
                  </a:lnTo>
                  <a:lnTo>
                    <a:pt x="1622037" y="846736"/>
                  </a:lnTo>
                  <a:lnTo>
                    <a:pt x="1594977" y="825932"/>
                  </a:lnTo>
                  <a:lnTo>
                    <a:pt x="778042" y="354271"/>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97" name="Google Shape;97;p4"/>
            <p:cNvSpPr/>
            <p:nvPr/>
          </p:nvSpPr>
          <p:spPr>
            <a:xfrm>
              <a:off x="14673895" y="788466"/>
              <a:ext cx="1400809" cy="2425700"/>
            </a:xfrm>
            <a:custGeom>
              <a:rect b="b" l="l" r="r" t="t"/>
              <a:pathLst>
                <a:path extrusionOk="0" h="2425700" w="1400809">
                  <a:moveTo>
                    <a:pt x="1400470" y="0"/>
                  </a:moveTo>
                  <a:lnTo>
                    <a:pt x="0" y="808561"/>
                  </a:lnTo>
                  <a:lnTo>
                    <a:pt x="0" y="2425685"/>
                  </a:lnTo>
                  <a:lnTo>
                    <a:pt x="1400470" y="1617123"/>
                  </a:lnTo>
                  <a:lnTo>
                    <a:pt x="1400470"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98" name="Google Shape;98;p4"/>
            <p:cNvSpPr/>
            <p:nvPr/>
          </p:nvSpPr>
          <p:spPr>
            <a:xfrm>
              <a:off x="14544219" y="658793"/>
              <a:ext cx="1659890" cy="2685415"/>
            </a:xfrm>
            <a:custGeom>
              <a:rect b="b" l="l" r="r" t="t"/>
              <a:pathLst>
                <a:path extrusionOk="0" h="2685415" w="1659890">
                  <a:moveTo>
                    <a:pt x="1530141" y="0"/>
                  </a:moveTo>
                  <a:lnTo>
                    <a:pt x="1465306" y="17371"/>
                  </a:lnTo>
                  <a:lnTo>
                    <a:pt x="64846" y="825932"/>
                  </a:lnTo>
                  <a:lnTo>
                    <a:pt x="17376" y="873397"/>
                  </a:lnTo>
                  <a:lnTo>
                    <a:pt x="0" y="938233"/>
                  </a:lnTo>
                  <a:lnTo>
                    <a:pt x="0" y="2555356"/>
                  </a:lnTo>
                  <a:lnTo>
                    <a:pt x="17376" y="2620192"/>
                  </a:lnTo>
                  <a:lnTo>
                    <a:pt x="64846" y="2667656"/>
                  </a:lnTo>
                  <a:lnTo>
                    <a:pt x="112926" y="2683942"/>
                  </a:lnTo>
                  <a:lnTo>
                    <a:pt x="129681" y="2685028"/>
                  </a:lnTo>
                  <a:lnTo>
                    <a:pt x="146435" y="2683942"/>
                  </a:lnTo>
                  <a:lnTo>
                    <a:pt x="194517" y="2667656"/>
                  </a:lnTo>
                  <a:lnTo>
                    <a:pt x="778042" y="2330756"/>
                  </a:lnTo>
                  <a:lnTo>
                    <a:pt x="259353" y="2330756"/>
                  </a:lnTo>
                  <a:lnTo>
                    <a:pt x="259353" y="1013100"/>
                  </a:lnTo>
                  <a:lnTo>
                    <a:pt x="1400470" y="354271"/>
                  </a:lnTo>
                  <a:lnTo>
                    <a:pt x="1659823" y="354271"/>
                  </a:lnTo>
                  <a:lnTo>
                    <a:pt x="1659823" y="129671"/>
                  </a:lnTo>
                  <a:lnTo>
                    <a:pt x="1642447" y="64835"/>
                  </a:lnTo>
                  <a:lnTo>
                    <a:pt x="1594977" y="17371"/>
                  </a:lnTo>
                  <a:lnTo>
                    <a:pt x="1563434" y="4342"/>
                  </a:lnTo>
                  <a:lnTo>
                    <a:pt x="1530141" y="0"/>
                  </a:lnTo>
                  <a:close/>
                </a:path>
                <a:path extrusionOk="0" h="2685415" w="1659890">
                  <a:moveTo>
                    <a:pt x="1659823" y="354271"/>
                  </a:moveTo>
                  <a:lnTo>
                    <a:pt x="1400470" y="354271"/>
                  </a:lnTo>
                  <a:lnTo>
                    <a:pt x="1400470" y="1671928"/>
                  </a:lnTo>
                  <a:lnTo>
                    <a:pt x="259353" y="2330756"/>
                  </a:lnTo>
                  <a:lnTo>
                    <a:pt x="778042" y="2330756"/>
                  </a:lnTo>
                  <a:lnTo>
                    <a:pt x="1594977" y="1859095"/>
                  </a:lnTo>
                  <a:lnTo>
                    <a:pt x="1622037" y="1838291"/>
                  </a:lnTo>
                  <a:lnTo>
                    <a:pt x="1642447" y="1811630"/>
                  </a:lnTo>
                  <a:lnTo>
                    <a:pt x="1655334" y="1780627"/>
                  </a:lnTo>
                  <a:lnTo>
                    <a:pt x="1659823" y="1746794"/>
                  </a:lnTo>
                  <a:lnTo>
                    <a:pt x="1659823" y="354271"/>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grpSp>
      <p:grpSp>
        <p:nvGrpSpPr>
          <p:cNvPr id="99" name="Google Shape;99;p4"/>
          <p:cNvGrpSpPr/>
          <p:nvPr/>
        </p:nvGrpSpPr>
        <p:grpSpPr>
          <a:xfrm>
            <a:off x="4856720" y="1167853"/>
            <a:ext cx="2532837" cy="2205785"/>
            <a:chOff x="10342801" y="2315777"/>
            <a:chExt cx="5861692" cy="5105983"/>
          </a:xfrm>
        </p:grpSpPr>
        <p:sp>
          <p:nvSpPr>
            <p:cNvPr id="100" name="Google Shape;100;p4"/>
            <p:cNvSpPr/>
            <p:nvPr/>
          </p:nvSpPr>
          <p:spPr>
            <a:xfrm>
              <a:off x="10472482" y="4057664"/>
              <a:ext cx="5601969" cy="3234690"/>
            </a:xfrm>
            <a:custGeom>
              <a:rect b="b" l="l" r="r" t="t"/>
              <a:pathLst>
                <a:path extrusionOk="0" h="3234690" w="5601969">
                  <a:moveTo>
                    <a:pt x="1400480" y="0"/>
                  </a:moveTo>
                  <a:lnTo>
                    <a:pt x="0" y="808561"/>
                  </a:lnTo>
                  <a:lnTo>
                    <a:pt x="4201411" y="3234247"/>
                  </a:lnTo>
                  <a:lnTo>
                    <a:pt x="5601881" y="2425685"/>
                  </a:lnTo>
                  <a:lnTo>
                    <a:pt x="1400480"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101" name="Google Shape;101;p4"/>
            <p:cNvSpPr/>
            <p:nvPr/>
          </p:nvSpPr>
          <p:spPr>
            <a:xfrm>
              <a:off x="10342809" y="3927990"/>
              <a:ext cx="5861684" cy="3493770"/>
            </a:xfrm>
            <a:custGeom>
              <a:rect b="b" l="l" r="r" t="t"/>
              <a:pathLst>
                <a:path extrusionOk="0" h="3493770" w="5861684">
                  <a:moveTo>
                    <a:pt x="1530147" y="0"/>
                  </a:moveTo>
                  <a:lnTo>
                    <a:pt x="1465316" y="17363"/>
                  </a:lnTo>
                  <a:lnTo>
                    <a:pt x="64835" y="825935"/>
                  </a:lnTo>
                  <a:lnTo>
                    <a:pt x="17371" y="873400"/>
                  </a:lnTo>
                  <a:lnTo>
                    <a:pt x="0" y="938235"/>
                  </a:lnTo>
                  <a:lnTo>
                    <a:pt x="4488" y="972068"/>
                  </a:lnTo>
                  <a:lnTo>
                    <a:pt x="37777" y="1029732"/>
                  </a:lnTo>
                  <a:lnTo>
                    <a:pt x="4266257" y="3476221"/>
                  </a:lnTo>
                  <a:lnTo>
                    <a:pt x="4314329" y="3492506"/>
                  </a:lnTo>
                  <a:lnTo>
                    <a:pt x="4331082" y="3493592"/>
                  </a:lnTo>
                  <a:lnTo>
                    <a:pt x="4347842" y="3492506"/>
                  </a:lnTo>
                  <a:lnTo>
                    <a:pt x="4364380" y="3489249"/>
                  </a:lnTo>
                  <a:lnTo>
                    <a:pt x="4380478" y="3483821"/>
                  </a:lnTo>
                  <a:lnTo>
                    <a:pt x="4395918" y="3476221"/>
                  </a:lnTo>
                  <a:lnTo>
                    <a:pt x="4849768" y="3214187"/>
                  </a:lnTo>
                  <a:lnTo>
                    <a:pt x="4331082" y="3214187"/>
                  </a:lnTo>
                  <a:lnTo>
                    <a:pt x="389014" y="938235"/>
                  </a:lnTo>
                  <a:lnTo>
                    <a:pt x="1530141" y="279407"/>
                  </a:lnTo>
                  <a:lnTo>
                    <a:pt x="2048849" y="279407"/>
                  </a:lnTo>
                  <a:lnTo>
                    <a:pt x="1594977" y="17363"/>
                  </a:lnTo>
                  <a:lnTo>
                    <a:pt x="1563436" y="4340"/>
                  </a:lnTo>
                  <a:lnTo>
                    <a:pt x="1530147" y="0"/>
                  </a:lnTo>
                  <a:close/>
                </a:path>
                <a:path extrusionOk="0" h="3493770" w="5861684">
                  <a:moveTo>
                    <a:pt x="2048849" y="279407"/>
                  </a:moveTo>
                  <a:lnTo>
                    <a:pt x="1530141" y="279407"/>
                  </a:lnTo>
                  <a:lnTo>
                    <a:pt x="5472210" y="2555348"/>
                  </a:lnTo>
                  <a:lnTo>
                    <a:pt x="4331082" y="3214187"/>
                  </a:lnTo>
                  <a:lnTo>
                    <a:pt x="4849768" y="3214187"/>
                  </a:lnTo>
                  <a:lnTo>
                    <a:pt x="5796388" y="2667649"/>
                  </a:lnTo>
                  <a:lnTo>
                    <a:pt x="5823447" y="2646846"/>
                  </a:lnTo>
                  <a:lnTo>
                    <a:pt x="5843853" y="2620188"/>
                  </a:lnTo>
                  <a:lnTo>
                    <a:pt x="5856736" y="2589185"/>
                  </a:lnTo>
                  <a:lnTo>
                    <a:pt x="5861224" y="2555348"/>
                  </a:lnTo>
                  <a:lnTo>
                    <a:pt x="5856736" y="2521518"/>
                  </a:lnTo>
                  <a:lnTo>
                    <a:pt x="5843853" y="2490518"/>
                  </a:lnTo>
                  <a:lnTo>
                    <a:pt x="5823447" y="2463861"/>
                  </a:lnTo>
                  <a:lnTo>
                    <a:pt x="5796388" y="2443059"/>
                  </a:lnTo>
                  <a:lnTo>
                    <a:pt x="2048849" y="279407"/>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102" name="Google Shape;102;p4"/>
            <p:cNvSpPr/>
            <p:nvPr/>
          </p:nvSpPr>
          <p:spPr>
            <a:xfrm>
              <a:off x="11872953" y="2445447"/>
              <a:ext cx="4201794" cy="4037965"/>
            </a:xfrm>
            <a:custGeom>
              <a:rect b="b" l="l" r="r" t="t"/>
              <a:pathLst>
                <a:path extrusionOk="0" h="4037965" w="4201794">
                  <a:moveTo>
                    <a:pt x="0" y="0"/>
                  </a:moveTo>
                  <a:lnTo>
                    <a:pt x="0" y="1612212"/>
                  </a:lnTo>
                  <a:lnTo>
                    <a:pt x="4201411" y="4037897"/>
                  </a:lnTo>
                  <a:lnTo>
                    <a:pt x="4201411" y="2420774"/>
                  </a:lnTo>
                  <a:lnTo>
                    <a:pt x="0" y="0"/>
                  </a:lnTo>
                  <a:close/>
                </a:path>
              </a:pathLst>
            </a:custGeom>
            <a:solidFill>
              <a:srgbClr val="901F7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103" name="Google Shape;103;p4"/>
            <p:cNvSpPr/>
            <p:nvPr/>
          </p:nvSpPr>
          <p:spPr>
            <a:xfrm>
              <a:off x="11743276" y="2315777"/>
              <a:ext cx="4460875" cy="4297680"/>
            </a:xfrm>
            <a:custGeom>
              <a:rect b="b" l="l" r="r" t="t"/>
              <a:pathLst>
                <a:path extrusionOk="0" h="4297680" w="4460875">
                  <a:moveTo>
                    <a:pt x="129599" y="0"/>
                  </a:moveTo>
                  <a:lnTo>
                    <a:pt x="64793" y="17401"/>
                  </a:lnTo>
                  <a:lnTo>
                    <a:pt x="17362" y="64861"/>
                  </a:lnTo>
                  <a:lnTo>
                    <a:pt x="0" y="129670"/>
                  </a:lnTo>
                  <a:lnTo>
                    <a:pt x="0" y="1741882"/>
                  </a:lnTo>
                  <a:lnTo>
                    <a:pt x="17376" y="1806718"/>
                  </a:lnTo>
                  <a:lnTo>
                    <a:pt x="64846" y="1854183"/>
                  </a:lnTo>
                  <a:lnTo>
                    <a:pt x="4266247" y="4279868"/>
                  </a:lnTo>
                  <a:lnTo>
                    <a:pt x="4314329" y="4296153"/>
                  </a:lnTo>
                  <a:lnTo>
                    <a:pt x="4331082" y="4297239"/>
                  </a:lnTo>
                  <a:lnTo>
                    <a:pt x="4347838" y="4296153"/>
                  </a:lnTo>
                  <a:lnTo>
                    <a:pt x="4395918" y="4279868"/>
                  </a:lnTo>
                  <a:lnTo>
                    <a:pt x="4443388" y="4232403"/>
                  </a:lnTo>
                  <a:lnTo>
                    <a:pt x="4460764" y="4167568"/>
                  </a:lnTo>
                  <a:lnTo>
                    <a:pt x="4460764" y="3942967"/>
                  </a:lnTo>
                  <a:lnTo>
                    <a:pt x="4201411" y="3942967"/>
                  </a:lnTo>
                  <a:lnTo>
                    <a:pt x="259353" y="1667015"/>
                  </a:lnTo>
                  <a:lnTo>
                    <a:pt x="259353" y="354040"/>
                  </a:lnTo>
                  <a:lnTo>
                    <a:pt x="778819" y="354040"/>
                  </a:lnTo>
                  <a:lnTo>
                    <a:pt x="194412" y="17317"/>
                  </a:lnTo>
                  <a:lnTo>
                    <a:pt x="162876" y="4318"/>
                  </a:lnTo>
                  <a:lnTo>
                    <a:pt x="129599" y="0"/>
                  </a:lnTo>
                  <a:close/>
                </a:path>
                <a:path extrusionOk="0" h="4297680" w="4460875">
                  <a:moveTo>
                    <a:pt x="778819" y="354040"/>
                  </a:moveTo>
                  <a:lnTo>
                    <a:pt x="259353" y="354040"/>
                  </a:lnTo>
                  <a:lnTo>
                    <a:pt x="4201411" y="2625384"/>
                  </a:lnTo>
                  <a:lnTo>
                    <a:pt x="4201411" y="3942967"/>
                  </a:lnTo>
                  <a:lnTo>
                    <a:pt x="4460764" y="3942967"/>
                  </a:lnTo>
                  <a:lnTo>
                    <a:pt x="4460764" y="2550444"/>
                  </a:lnTo>
                  <a:lnTo>
                    <a:pt x="4456267" y="2516583"/>
                  </a:lnTo>
                  <a:lnTo>
                    <a:pt x="4443360" y="2485557"/>
                  </a:lnTo>
                  <a:lnTo>
                    <a:pt x="4422920" y="2458885"/>
                  </a:lnTo>
                  <a:lnTo>
                    <a:pt x="4395824" y="2438081"/>
                  </a:lnTo>
                  <a:lnTo>
                    <a:pt x="778819" y="35404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104" name="Google Shape;104;p4"/>
            <p:cNvSpPr/>
            <p:nvPr/>
          </p:nvSpPr>
          <p:spPr>
            <a:xfrm>
              <a:off x="10472482" y="2445451"/>
              <a:ext cx="1400809" cy="2421254"/>
            </a:xfrm>
            <a:custGeom>
              <a:rect b="b" l="l" r="r" t="t"/>
              <a:pathLst>
                <a:path extrusionOk="0" h="2421254" w="1400809">
                  <a:moveTo>
                    <a:pt x="1400470" y="0"/>
                  </a:moveTo>
                  <a:lnTo>
                    <a:pt x="0" y="803650"/>
                  </a:lnTo>
                  <a:lnTo>
                    <a:pt x="0" y="2420774"/>
                  </a:lnTo>
                  <a:lnTo>
                    <a:pt x="1400480" y="1612212"/>
                  </a:lnTo>
                  <a:lnTo>
                    <a:pt x="1400470"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105" name="Google Shape;105;p4"/>
            <p:cNvSpPr/>
            <p:nvPr/>
          </p:nvSpPr>
          <p:spPr>
            <a:xfrm>
              <a:off x="10342801" y="2315777"/>
              <a:ext cx="1659890" cy="2680335"/>
            </a:xfrm>
            <a:custGeom>
              <a:rect b="b" l="l" r="r" t="t"/>
              <a:pathLst>
                <a:path extrusionOk="0" h="2680335" w="1659890">
                  <a:moveTo>
                    <a:pt x="1530420" y="0"/>
                  </a:moveTo>
                  <a:lnTo>
                    <a:pt x="1465620" y="17201"/>
                  </a:lnTo>
                  <a:lnTo>
                    <a:pt x="65139" y="820851"/>
                  </a:lnTo>
                  <a:lnTo>
                    <a:pt x="17460" y="868337"/>
                  </a:lnTo>
                  <a:lnTo>
                    <a:pt x="0" y="933319"/>
                  </a:lnTo>
                  <a:lnTo>
                    <a:pt x="0" y="2550453"/>
                  </a:lnTo>
                  <a:lnTo>
                    <a:pt x="17376" y="2615285"/>
                  </a:lnTo>
                  <a:lnTo>
                    <a:pt x="64846" y="2662754"/>
                  </a:lnTo>
                  <a:lnTo>
                    <a:pt x="112926" y="2679039"/>
                  </a:lnTo>
                  <a:lnTo>
                    <a:pt x="129681" y="2680125"/>
                  </a:lnTo>
                  <a:lnTo>
                    <a:pt x="146435" y="2679039"/>
                  </a:lnTo>
                  <a:lnTo>
                    <a:pt x="194517" y="2662743"/>
                  </a:lnTo>
                  <a:lnTo>
                    <a:pt x="778028" y="2325853"/>
                  </a:lnTo>
                  <a:lnTo>
                    <a:pt x="259353" y="2325853"/>
                  </a:lnTo>
                  <a:lnTo>
                    <a:pt x="259353" y="1008416"/>
                  </a:lnTo>
                  <a:lnTo>
                    <a:pt x="1400480" y="353588"/>
                  </a:lnTo>
                  <a:lnTo>
                    <a:pt x="1659834" y="353588"/>
                  </a:lnTo>
                  <a:lnTo>
                    <a:pt x="1659834" y="129668"/>
                  </a:lnTo>
                  <a:lnTo>
                    <a:pt x="1642499" y="64911"/>
                  </a:lnTo>
                  <a:lnTo>
                    <a:pt x="1595134" y="17462"/>
                  </a:lnTo>
                  <a:lnTo>
                    <a:pt x="1563658" y="4399"/>
                  </a:lnTo>
                  <a:lnTo>
                    <a:pt x="1530420" y="0"/>
                  </a:lnTo>
                  <a:close/>
                </a:path>
                <a:path extrusionOk="0" h="2680335" w="1659890">
                  <a:moveTo>
                    <a:pt x="1659834" y="353588"/>
                  </a:moveTo>
                  <a:lnTo>
                    <a:pt x="1400480" y="353588"/>
                  </a:lnTo>
                  <a:lnTo>
                    <a:pt x="1400480" y="1667014"/>
                  </a:lnTo>
                  <a:lnTo>
                    <a:pt x="259353" y="2325853"/>
                  </a:lnTo>
                  <a:lnTo>
                    <a:pt x="778028" y="2325853"/>
                  </a:lnTo>
                  <a:lnTo>
                    <a:pt x="1594988" y="1854181"/>
                  </a:lnTo>
                  <a:lnTo>
                    <a:pt x="1622047" y="1833377"/>
                  </a:lnTo>
                  <a:lnTo>
                    <a:pt x="1642457" y="1806717"/>
                  </a:lnTo>
                  <a:lnTo>
                    <a:pt x="1655344" y="1775713"/>
                  </a:lnTo>
                  <a:lnTo>
                    <a:pt x="1659834" y="1741881"/>
                  </a:lnTo>
                  <a:lnTo>
                    <a:pt x="1659834" y="353588"/>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grpSp>
      <p:grpSp>
        <p:nvGrpSpPr>
          <p:cNvPr id="106" name="Google Shape;106;p4"/>
          <p:cNvGrpSpPr/>
          <p:nvPr/>
        </p:nvGrpSpPr>
        <p:grpSpPr>
          <a:xfrm>
            <a:off x="6067002" y="2560302"/>
            <a:ext cx="2532835" cy="2207904"/>
            <a:chOff x="13143731" y="5539040"/>
            <a:chExt cx="5861687" cy="5110888"/>
          </a:xfrm>
        </p:grpSpPr>
        <p:sp>
          <p:nvSpPr>
            <p:cNvPr id="107" name="Google Shape;107;p4"/>
            <p:cNvSpPr/>
            <p:nvPr/>
          </p:nvSpPr>
          <p:spPr>
            <a:xfrm>
              <a:off x="17474834" y="5668715"/>
              <a:ext cx="1400809" cy="2425700"/>
            </a:xfrm>
            <a:custGeom>
              <a:rect b="b" l="l" r="r" t="t"/>
              <a:pathLst>
                <a:path extrusionOk="0" h="2425700" w="1400809">
                  <a:moveTo>
                    <a:pt x="0" y="0"/>
                  </a:moveTo>
                  <a:lnTo>
                    <a:pt x="10" y="1617113"/>
                  </a:lnTo>
                  <a:lnTo>
                    <a:pt x="1400470" y="2425674"/>
                  </a:lnTo>
                  <a:lnTo>
                    <a:pt x="1400470" y="808561"/>
                  </a:lnTo>
                  <a:lnTo>
                    <a:pt x="0"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108" name="Google Shape;108;p4"/>
            <p:cNvSpPr/>
            <p:nvPr/>
          </p:nvSpPr>
          <p:spPr>
            <a:xfrm>
              <a:off x="17345159" y="5539040"/>
              <a:ext cx="1659890" cy="2685415"/>
            </a:xfrm>
            <a:custGeom>
              <a:rect b="b" l="l" r="r" t="t"/>
              <a:pathLst>
                <a:path extrusionOk="0" h="2685415" w="1659890">
                  <a:moveTo>
                    <a:pt x="129671" y="0"/>
                  </a:moveTo>
                  <a:lnTo>
                    <a:pt x="64835" y="17379"/>
                  </a:lnTo>
                  <a:lnTo>
                    <a:pt x="17371" y="64839"/>
                  </a:lnTo>
                  <a:lnTo>
                    <a:pt x="0" y="129679"/>
                  </a:lnTo>
                  <a:lnTo>
                    <a:pt x="10" y="1746792"/>
                  </a:lnTo>
                  <a:lnTo>
                    <a:pt x="17386" y="1811628"/>
                  </a:lnTo>
                  <a:lnTo>
                    <a:pt x="64856" y="1859092"/>
                  </a:lnTo>
                  <a:lnTo>
                    <a:pt x="1465306" y="2667643"/>
                  </a:lnTo>
                  <a:lnTo>
                    <a:pt x="1513388" y="2683929"/>
                  </a:lnTo>
                  <a:lnTo>
                    <a:pt x="1530141" y="2685015"/>
                  </a:lnTo>
                  <a:lnTo>
                    <a:pt x="1546897" y="2683929"/>
                  </a:lnTo>
                  <a:lnTo>
                    <a:pt x="1594977" y="2667643"/>
                  </a:lnTo>
                  <a:lnTo>
                    <a:pt x="1642447" y="2620179"/>
                  </a:lnTo>
                  <a:lnTo>
                    <a:pt x="1659823" y="2555343"/>
                  </a:lnTo>
                  <a:lnTo>
                    <a:pt x="1659823" y="2330743"/>
                  </a:lnTo>
                  <a:lnTo>
                    <a:pt x="1400470" y="2330743"/>
                  </a:lnTo>
                  <a:lnTo>
                    <a:pt x="259363" y="1671925"/>
                  </a:lnTo>
                  <a:lnTo>
                    <a:pt x="259353" y="354279"/>
                  </a:lnTo>
                  <a:lnTo>
                    <a:pt x="778036" y="354279"/>
                  </a:lnTo>
                  <a:lnTo>
                    <a:pt x="194507" y="17379"/>
                  </a:lnTo>
                  <a:lnTo>
                    <a:pt x="162963" y="4344"/>
                  </a:lnTo>
                  <a:lnTo>
                    <a:pt x="129671" y="0"/>
                  </a:lnTo>
                  <a:close/>
                </a:path>
                <a:path extrusionOk="0" h="2685415" w="1659890">
                  <a:moveTo>
                    <a:pt x="778036" y="354279"/>
                  </a:moveTo>
                  <a:lnTo>
                    <a:pt x="259353" y="354279"/>
                  </a:lnTo>
                  <a:lnTo>
                    <a:pt x="1400470" y="1013107"/>
                  </a:lnTo>
                  <a:lnTo>
                    <a:pt x="1400470" y="2330743"/>
                  </a:lnTo>
                  <a:lnTo>
                    <a:pt x="1659823" y="2330743"/>
                  </a:lnTo>
                  <a:lnTo>
                    <a:pt x="1659823" y="938241"/>
                  </a:lnTo>
                  <a:lnTo>
                    <a:pt x="1655334" y="904404"/>
                  </a:lnTo>
                  <a:lnTo>
                    <a:pt x="1642447" y="873401"/>
                  </a:lnTo>
                  <a:lnTo>
                    <a:pt x="1622037" y="846743"/>
                  </a:lnTo>
                  <a:lnTo>
                    <a:pt x="1594977" y="825940"/>
                  </a:lnTo>
                  <a:lnTo>
                    <a:pt x="778036" y="354279"/>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109" name="Google Shape;109;p4"/>
            <p:cNvSpPr/>
            <p:nvPr/>
          </p:nvSpPr>
          <p:spPr>
            <a:xfrm>
              <a:off x="13273405" y="7285831"/>
              <a:ext cx="5601969" cy="3234690"/>
            </a:xfrm>
            <a:custGeom>
              <a:rect b="b" l="l" r="r" t="t"/>
              <a:pathLst>
                <a:path extrusionOk="0" h="3234690" w="5601969">
                  <a:moveTo>
                    <a:pt x="4201442" y="0"/>
                  </a:moveTo>
                  <a:lnTo>
                    <a:pt x="0" y="2425706"/>
                  </a:lnTo>
                  <a:lnTo>
                    <a:pt x="1400491" y="3234257"/>
                  </a:lnTo>
                  <a:lnTo>
                    <a:pt x="5601902" y="808551"/>
                  </a:lnTo>
                  <a:lnTo>
                    <a:pt x="4201442"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110" name="Google Shape;110;p4"/>
            <p:cNvSpPr/>
            <p:nvPr/>
          </p:nvSpPr>
          <p:spPr>
            <a:xfrm>
              <a:off x="13143734" y="7156158"/>
              <a:ext cx="5861684" cy="3493770"/>
            </a:xfrm>
            <a:custGeom>
              <a:rect b="b" l="l" r="r" t="t"/>
              <a:pathLst>
                <a:path extrusionOk="0" h="3493770" w="5861684">
                  <a:moveTo>
                    <a:pt x="4331114" y="0"/>
                  </a:moveTo>
                  <a:lnTo>
                    <a:pt x="4266278" y="17371"/>
                  </a:lnTo>
                  <a:lnTo>
                    <a:pt x="64846" y="2443077"/>
                  </a:lnTo>
                  <a:lnTo>
                    <a:pt x="17376" y="2490541"/>
                  </a:lnTo>
                  <a:lnTo>
                    <a:pt x="0" y="2555377"/>
                  </a:lnTo>
                  <a:lnTo>
                    <a:pt x="4489" y="2589214"/>
                  </a:lnTo>
                  <a:lnTo>
                    <a:pt x="37786" y="2646875"/>
                  </a:lnTo>
                  <a:lnTo>
                    <a:pt x="1465327" y="3476229"/>
                  </a:lnTo>
                  <a:lnTo>
                    <a:pt x="1513409" y="3492514"/>
                  </a:lnTo>
                  <a:lnTo>
                    <a:pt x="1530162" y="3493600"/>
                  </a:lnTo>
                  <a:lnTo>
                    <a:pt x="1546916" y="3492514"/>
                  </a:lnTo>
                  <a:lnTo>
                    <a:pt x="1594998" y="3476229"/>
                  </a:lnTo>
                  <a:lnTo>
                    <a:pt x="2048849" y="3214195"/>
                  </a:lnTo>
                  <a:lnTo>
                    <a:pt x="1530162" y="3214195"/>
                  </a:lnTo>
                  <a:lnTo>
                    <a:pt x="389024" y="2555377"/>
                  </a:lnTo>
                  <a:lnTo>
                    <a:pt x="4331114" y="279405"/>
                  </a:lnTo>
                  <a:lnTo>
                    <a:pt x="4849799" y="279405"/>
                  </a:lnTo>
                  <a:lnTo>
                    <a:pt x="4395949" y="17371"/>
                  </a:lnTo>
                  <a:lnTo>
                    <a:pt x="4364406" y="4342"/>
                  </a:lnTo>
                  <a:lnTo>
                    <a:pt x="4331114" y="0"/>
                  </a:lnTo>
                  <a:close/>
                </a:path>
                <a:path extrusionOk="0" h="3493770" w="5861684">
                  <a:moveTo>
                    <a:pt x="4849799" y="279405"/>
                  </a:moveTo>
                  <a:lnTo>
                    <a:pt x="4331114" y="279405"/>
                  </a:lnTo>
                  <a:lnTo>
                    <a:pt x="5472220" y="938222"/>
                  </a:lnTo>
                  <a:lnTo>
                    <a:pt x="1530162" y="3214195"/>
                  </a:lnTo>
                  <a:lnTo>
                    <a:pt x="2048849" y="3214195"/>
                  </a:lnTo>
                  <a:lnTo>
                    <a:pt x="5796399" y="1050522"/>
                  </a:lnTo>
                  <a:lnTo>
                    <a:pt x="5843869" y="1003062"/>
                  </a:lnTo>
                  <a:lnTo>
                    <a:pt x="5861245" y="938222"/>
                  </a:lnTo>
                  <a:lnTo>
                    <a:pt x="5856755" y="904391"/>
                  </a:lnTo>
                  <a:lnTo>
                    <a:pt x="5843869" y="873392"/>
                  </a:lnTo>
                  <a:lnTo>
                    <a:pt x="5823459" y="846735"/>
                  </a:lnTo>
                  <a:lnTo>
                    <a:pt x="5796399" y="825932"/>
                  </a:lnTo>
                  <a:lnTo>
                    <a:pt x="4849799" y="279405"/>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111" name="Google Shape;111;p4"/>
            <p:cNvSpPr/>
            <p:nvPr/>
          </p:nvSpPr>
          <p:spPr>
            <a:xfrm>
              <a:off x="13273413" y="5668715"/>
              <a:ext cx="4201794" cy="4043045"/>
            </a:xfrm>
            <a:custGeom>
              <a:rect b="b" l="l" r="r" t="t"/>
              <a:pathLst>
                <a:path extrusionOk="0" h="4043045" w="4201794">
                  <a:moveTo>
                    <a:pt x="4201421" y="0"/>
                  </a:moveTo>
                  <a:lnTo>
                    <a:pt x="0" y="2425674"/>
                  </a:lnTo>
                  <a:lnTo>
                    <a:pt x="0" y="4042819"/>
                  </a:lnTo>
                  <a:lnTo>
                    <a:pt x="4201421" y="1617113"/>
                  </a:lnTo>
                  <a:lnTo>
                    <a:pt x="4201421" y="0"/>
                  </a:lnTo>
                  <a:close/>
                </a:path>
              </a:pathLst>
            </a:custGeom>
            <a:solidFill>
              <a:srgbClr val="1D59A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112" name="Google Shape;112;p4"/>
            <p:cNvSpPr/>
            <p:nvPr/>
          </p:nvSpPr>
          <p:spPr>
            <a:xfrm>
              <a:off x="13143731" y="5539043"/>
              <a:ext cx="4460875" cy="4302759"/>
            </a:xfrm>
            <a:custGeom>
              <a:rect b="b" l="l" r="r" t="t"/>
              <a:pathLst>
                <a:path extrusionOk="0" h="4302759" w="4460875">
                  <a:moveTo>
                    <a:pt x="4331103" y="0"/>
                  </a:moveTo>
                  <a:lnTo>
                    <a:pt x="4266268" y="17379"/>
                  </a:lnTo>
                  <a:lnTo>
                    <a:pt x="64846" y="2443043"/>
                  </a:lnTo>
                  <a:lnTo>
                    <a:pt x="17376" y="2490507"/>
                  </a:lnTo>
                  <a:lnTo>
                    <a:pt x="0" y="2555343"/>
                  </a:lnTo>
                  <a:lnTo>
                    <a:pt x="0" y="4172488"/>
                  </a:lnTo>
                  <a:lnTo>
                    <a:pt x="17376" y="4237327"/>
                  </a:lnTo>
                  <a:lnTo>
                    <a:pt x="64846" y="4284788"/>
                  </a:lnTo>
                  <a:lnTo>
                    <a:pt x="112926" y="4301084"/>
                  </a:lnTo>
                  <a:lnTo>
                    <a:pt x="129681" y="4302170"/>
                  </a:lnTo>
                  <a:lnTo>
                    <a:pt x="146435" y="4301084"/>
                  </a:lnTo>
                  <a:lnTo>
                    <a:pt x="194517" y="4284788"/>
                  </a:lnTo>
                  <a:lnTo>
                    <a:pt x="778027" y="3947898"/>
                  </a:lnTo>
                  <a:lnTo>
                    <a:pt x="259353" y="3947898"/>
                  </a:lnTo>
                  <a:lnTo>
                    <a:pt x="259353" y="2630210"/>
                  </a:lnTo>
                  <a:lnTo>
                    <a:pt x="4201421" y="354269"/>
                  </a:lnTo>
                  <a:lnTo>
                    <a:pt x="4460775" y="354269"/>
                  </a:lnTo>
                  <a:lnTo>
                    <a:pt x="4460775" y="129668"/>
                  </a:lnTo>
                  <a:lnTo>
                    <a:pt x="4443403" y="64838"/>
                  </a:lnTo>
                  <a:lnTo>
                    <a:pt x="4395939" y="17379"/>
                  </a:lnTo>
                  <a:lnTo>
                    <a:pt x="4364396" y="4344"/>
                  </a:lnTo>
                  <a:lnTo>
                    <a:pt x="4331103" y="0"/>
                  </a:lnTo>
                  <a:close/>
                </a:path>
                <a:path extrusionOk="0" h="4302759" w="4460875">
                  <a:moveTo>
                    <a:pt x="4460775" y="354269"/>
                  </a:moveTo>
                  <a:lnTo>
                    <a:pt x="4201421" y="354269"/>
                  </a:lnTo>
                  <a:lnTo>
                    <a:pt x="4201421" y="1671925"/>
                  </a:lnTo>
                  <a:lnTo>
                    <a:pt x="259353" y="3947898"/>
                  </a:lnTo>
                  <a:lnTo>
                    <a:pt x="778027" y="3947898"/>
                  </a:lnTo>
                  <a:lnTo>
                    <a:pt x="4395939" y="1859092"/>
                  </a:lnTo>
                  <a:lnTo>
                    <a:pt x="4422997" y="1838284"/>
                  </a:lnTo>
                  <a:lnTo>
                    <a:pt x="4443403" y="1811624"/>
                  </a:lnTo>
                  <a:lnTo>
                    <a:pt x="4456287" y="1780623"/>
                  </a:lnTo>
                  <a:lnTo>
                    <a:pt x="4460775" y="1746792"/>
                  </a:lnTo>
                  <a:lnTo>
                    <a:pt x="4460775" y="354269"/>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grpSp>
      <p:sp>
        <p:nvSpPr>
          <p:cNvPr id="113" name="Google Shape;113;p4"/>
          <p:cNvSpPr txBox="1"/>
          <p:nvPr>
            <p:ph idx="2" type="body"/>
          </p:nvPr>
        </p:nvSpPr>
        <p:spPr>
          <a:xfrm>
            <a:off x="457563" y="4821112"/>
            <a:ext cx="4578596" cy="211840"/>
          </a:xfrm>
          <a:prstGeom prst="rect">
            <a:avLst/>
          </a:prstGeom>
          <a:noFill/>
          <a:ln>
            <a:noFill/>
          </a:ln>
        </p:spPr>
        <p:txBody>
          <a:bodyPr anchorCtr="0" anchor="t" bIns="0" lIns="0" spcFirstLastPara="1" rIns="0" wrap="square" tIns="0">
            <a:noAutofit/>
          </a:bodyPr>
          <a:lstStyle>
            <a:lvl1pPr indent="-228600" lvl="0" marL="457200" marR="0" rtl="0" algn="l">
              <a:lnSpc>
                <a:spcPct val="100000"/>
              </a:lnSpc>
              <a:spcBef>
                <a:spcPts val="0"/>
              </a:spcBef>
              <a:spcAft>
                <a:spcPts val="0"/>
              </a:spcAft>
              <a:buSzPts val="1400"/>
              <a:buNone/>
              <a:defRPr b="0" i="0" sz="1000" u="none" cap="none" strike="noStrike">
                <a:solidFill>
                  <a:schemeClr val="dk1"/>
                </a:solidFill>
                <a:latin typeface="Proxima Nova"/>
                <a:ea typeface="Proxima Nova"/>
                <a:cs typeface="Proxima Nova"/>
                <a:sym typeface="Proxima Nova"/>
              </a:defRPr>
            </a:lvl1pPr>
            <a:lvl2pPr indent="-228600" lvl="1" marL="9144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grpSp>
        <p:nvGrpSpPr>
          <p:cNvPr id="114" name="Google Shape;114;p4"/>
          <p:cNvGrpSpPr/>
          <p:nvPr/>
        </p:nvGrpSpPr>
        <p:grpSpPr>
          <a:xfrm>
            <a:off x="452405" y="302314"/>
            <a:ext cx="1383317" cy="575110"/>
            <a:chOff x="994735" y="832264"/>
            <a:chExt cx="3041595" cy="1264534"/>
          </a:xfrm>
        </p:grpSpPr>
        <p:grpSp>
          <p:nvGrpSpPr>
            <p:cNvPr id="115" name="Google Shape;115;p4"/>
            <p:cNvGrpSpPr/>
            <p:nvPr/>
          </p:nvGrpSpPr>
          <p:grpSpPr>
            <a:xfrm>
              <a:off x="994735" y="832264"/>
              <a:ext cx="963860" cy="877287"/>
              <a:chOff x="994735" y="832264"/>
              <a:chExt cx="963860" cy="877287"/>
            </a:xfrm>
          </p:grpSpPr>
          <p:sp>
            <p:nvSpPr>
              <p:cNvPr id="116" name="Google Shape;116;p4"/>
              <p:cNvSpPr/>
              <p:nvPr/>
            </p:nvSpPr>
            <p:spPr>
              <a:xfrm>
                <a:off x="1409534" y="1000122"/>
                <a:ext cx="536575" cy="309880"/>
              </a:xfrm>
              <a:custGeom>
                <a:rect b="b" l="l" r="r" t="t"/>
                <a:pathLst>
                  <a:path extrusionOk="0" h="309880" w="536575">
                    <a:moveTo>
                      <a:pt x="134121" y="0"/>
                    </a:moveTo>
                    <a:lnTo>
                      <a:pt x="0" y="77432"/>
                    </a:lnTo>
                    <a:lnTo>
                      <a:pt x="402375" y="309749"/>
                    </a:lnTo>
                    <a:lnTo>
                      <a:pt x="536496" y="232307"/>
                    </a:lnTo>
                    <a:lnTo>
                      <a:pt x="134121" y="0"/>
                    </a:lnTo>
                    <a:close/>
                  </a:path>
                </a:pathLst>
              </a:custGeom>
              <a:solidFill>
                <a:srgbClr val="CC000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117" name="Google Shape;117;p4"/>
              <p:cNvSpPr/>
              <p:nvPr/>
            </p:nvSpPr>
            <p:spPr>
              <a:xfrm>
                <a:off x="1397114" y="987153"/>
                <a:ext cx="561339" cy="335280"/>
              </a:xfrm>
              <a:custGeom>
                <a:rect b="b" l="l" r="r" t="t"/>
                <a:pathLst>
                  <a:path extrusionOk="0" h="335280" w="561339">
                    <a:moveTo>
                      <a:pt x="148906" y="0"/>
                    </a:moveTo>
                    <a:lnTo>
                      <a:pt x="144173" y="0"/>
                    </a:lnTo>
                    <a:lnTo>
                      <a:pt x="2366" y="81871"/>
                    </a:lnTo>
                    <a:lnTo>
                      <a:pt x="0" y="85965"/>
                    </a:lnTo>
                    <a:lnTo>
                      <a:pt x="0" y="94845"/>
                    </a:lnTo>
                    <a:lnTo>
                      <a:pt x="2366" y="98939"/>
                    </a:lnTo>
                    <a:lnTo>
                      <a:pt x="410511" y="334586"/>
                    </a:lnTo>
                    <a:lnTo>
                      <a:pt x="412657" y="335141"/>
                    </a:lnTo>
                    <a:lnTo>
                      <a:pt x="416940" y="335141"/>
                    </a:lnTo>
                    <a:lnTo>
                      <a:pt x="419086" y="334586"/>
                    </a:lnTo>
                    <a:lnTo>
                      <a:pt x="464480" y="308378"/>
                    </a:lnTo>
                    <a:lnTo>
                      <a:pt x="414793" y="308378"/>
                    </a:lnTo>
                    <a:lnTo>
                      <a:pt x="37255" y="90405"/>
                    </a:lnTo>
                    <a:lnTo>
                      <a:pt x="146540" y="27308"/>
                    </a:lnTo>
                    <a:lnTo>
                      <a:pt x="196205" y="27308"/>
                    </a:lnTo>
                    <a:lnTo>
                      <a:pt x="148906" y="0"/>
                    </a:lnTo>
                    <a:close/>
                  </a:path>
                  <a:path extrusionOk="0" h="335280" w="561339">
                    <a:moveTo>
                      <a:pt x="196205" y="27308"/>
                    </a:moveTo>
                    <a:lnTo>
                      <a:pt x="146540" y="27308"/>
                    </a:lnTo>
                    <a:lnTo>
                      <a:pt x="524078" y="245280"/>
                    </a:lnTo>
                    <a:lnTo>
                      <a:pt x="414793" y="308378"/>
                    </a:lnTo>
                    <a:lnTo>
                      <a:pt x="464480" y="308378"/>
                    </a:lnTo>
                    <a:lnTo>
                      <a:pt x="558967" y="253824"/>
                    </a:lnTo>
                    <a:lnTo>
                      <a:pt x="561333" y="249720"/>
                    </a:lnTo>
                    <a:lnTo>
                      <a:pt x="561333" y="240851"/>
                    </a:lnTo>
                    <a:lnTo>
                      <a:pt x="558967" y="236746"/>
                    </a:lnTo>
                    <a:lnTo>
                      <a:pt x="196205" y="27308"/>
                    </a:lnTo>
                    <a:close/>
                  </a:path>
                </a:pathLst>
              </a:custGeom>
              <a:solidFill>
                <a:srgbClr val="00000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118" name="Google Shape;118;p4"/>
              <p:cNvSpPr/>
              <p:nvPr/>
            </p:nvSpPr>
            <p:spPr>
              <a:xfrm>
                <a:off x="1543659" y="845241"/>
                <a:ext cx="402589" cy="387350"/>
              </a:xfrm>
              <a:custGeom>
                <a:rect b="b" l="l" r="r" t="t"/>
                <a:pathLst>
                  <a:path extrusionOk="0" h="387350" w="402589">
                    <a:moveTo>
                      <a:pt x="0" y="0"/>
                    </a:moveTo>
                    <a:lnTo>
                      <a:pt x="0" y="154874"/>
                    </a:lnTo>
                    <a:lnTo>
                      <a:pt x="402375" y="387192"/>
                    </a:lnTo>
                    <a:lnTo>
                      <a:pt x="402375" y="232317"/>
                    </a:lnTo>
                    <a:lnTo>
                      <a:pt x="0"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119" name="Google Shape;119;p4"/>
              <p:cNvSpPr/>
              <p:nvPr/>
            </p:nvSpPr>
            <p:spPr>
              <a:xfrm>
                <a:off x="1531240" y="832275"/>
                <a:ext cx="427355" cy="412750"/>
              </a:xfrm>
              <a:custGeom>
                <a:rect b="b" l="l" r="r" t="t"/>
                <a:pathLst>
                  <a:path extrusionOk="0" h="412750" w="427355">
                    <a:moveTo>
                      <a:pt x="14784" y="0"/>
                    </a:moveTo>
                    <a:lnTo>
                      <a:pt x="10052" y="0"/>
                    </a:lnTo>
                    <a:lnTo>
                      <a:pt x="2366" y="4429"/>
                    </a:lnTo>
                    <a:lnTo>
                      <a:pt x="0" y="8533"/>
                    </a:lnTo>
                    <a:lnTo>
                      <a:pt x="0" y="172277"/>
                    </a:lnTo>
                    <a:lnTo>
                      <a:pt x="2366" y="176382"/>
                    </a:lnTo>
                    <a:lnTo>
                      <a:pt x="410511" y="412029"/>
                    </a:lnTo>
                    <a:lnTo>
                      <a:pt x="412647" y="412584"/>
                    </a:lnTo>
                    <a:lnTo>
                      <a:pt x="416940" y="412584"/>
                    </a:lnTo>
                    <a:lnTo>
                      <a:pt x="419076" y="412029"/>
                    </a:lnTo>
                    <a:lnTo>
                      <a:pt x="424845" y="408699"/>
                    </a:lnTo>
                    <a:lnTo>
                      <a:pt x="427212" y="404595"/>
                    </a:lnTo>
                    <a:lnTo>
                      <a:pt x="427212" y="378648"/>
                    </a:lnTo>
                    <a:lnTo>
                      <a:pt x="402375" y="378648"/>
                    </a:lnTo>
                    <a:lnTo>
                      <a:pt x="24836" y="160675"/>
                    </a:lnTo>
                    <a:lnTo>
                      <a:pt x="24836" y="34480"/>
                    </a:lnTo>
                    <a:lnTo>
                      <a:pt x="74507" y="34480"/>
                    </a:lnTo>
                    <a:lnTo>
                      <a:pt x="14784" y="0"/>
                    </a:lnTo>
                    <a:close/>
                  </a:path>
                  <a:path extrusionOk="0" h="412750" w="427355">
                    <a:moveTo>
                      <a:pt x="74507" y="34480"/>
                    </a:moveTo>
                    <a:lnTo>
                      <a:pt x="24836" y="34480"/>
                    </a:lnTo>
                    <a:lnTo>
                      <a:pt x="402375" y="252453"/>
                    </a:lnTo>
                    <a:lnTo>
                      <a:pt x="402375" y="378648"/>
                    </a:lnTo>
                    <a:lnTo>
                      <a:pt x="427212" y="378648"/>
                    </a:lnTo>
                    <a:lnTo>
                      <a:pt x="427212" y="240851"/>
                    </a:lnTo>
                    <a:lnTo>
                      <a:pt x="424845" y="236746"/>
                    </a:lnTo>
                    <a:lnTo>
                      <a:pt x="74507" y="34480"/>
                    </a:lnTo>
                    <a:close/>
                  </a:path>
                </a:pathLst>
              </a:custGeom>
              <a:solidFill>
                <a:srgbClr val="00000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120" name="Google Shape;120;p4"/>
              <p:cNvSpPr/>
              <p:nvPr/>
            </p:nvSpPr>
            <p:spPr>
              <a:xfrm>
                <a:off x="1409530" y="845242"/>
                <a:ext cx="134619" cy="232409"/>
              </a:xfrm>
              <a:custGeom>
                <a:rect b="b" l="l" r="r" t="t"/>
                <a:pathLst>
                  <a:path extrusionOk="0" h="232409" w="134619">
                    <a:moveTo>
                      <a:pt x="134121" y="0"/>
                    </a:moveTo>
                    <a:lnTo>
                      <a:pt x="0" y="77442"/>
                    </a:lnTo>
                    <a:lnTo>
                      <a:pt x="0" y="232317"/>
                    </a:lnTo>
                    <a:lnTo>
                      <a:pt x="134121" y="154874"/>
                    </a:lnTo>
                    <a:lnTo>
                      <a:pt x="134121"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121" name="Google Shape;121;p4"/>
              <p:cNvSpPr/>
              <p:nvPr/>
            </p:nvSpPr>
            <p:spPr>
              <a:xfrm>
                <a:off x="1397113" y="832266"/>
                <a:ext cx="159384" cy="257809"/>
              </a:xfrm>
              <a:custGeom>
                <a:rect b="b" l="l" r="r" t="t"/>
                <a:pathLst>
                  <a:path extrusionOk="0" h="257809" w="159384">
                    <a:moveTo>
                      <a:pt x="148906" y="0"/>
                    </a:moveTo>
                    <a:lnTo>
                      <a:pt x="144184" y="0"/>
                    </a:lnTo>
                    <a:lnTo>
                      <a:pt x="2366" y="81882"/>
                    </a:lnTo>
                    <a:lnTo>
                      <a:pt x="0" y="85986"/>
                    </a:lnTo>
                    <a:lnTo>
                      <a:pt x="0" y="249730"/>
                    </a:lnTo>
                    <a:lnTo>
                      <a:pt x="2366" y="253835"/>
                    </a:lnTo>
                    <a:lnTo>
                      <a:pt x="8125" y="257154"/>
                    </a:lnTo>
                    <a:lnTo>
                      <a:pt x="10271" y="257709"/>
                    </a:lnTo>
                    <a:lnTo>
                      <a:pt x="14565" y="257709"/>
                    </a:lnTo>
                    <a:lnTo>
                      <a:pt x="16701" y="257154"/>
                    </a:lnTo>
                    <a:lnTo>
                      <a:pt x="74503" y="223783"/>
                    </a:lnTo>
                    <a:lnTo>
                      <a:pt x="24836" y="223783"/>
                    </a:lnTo>
                    <a:lnTo>
                      <a:pt x="24836" y="97588"/>
                    </a:lnTo>
                    <a:lnTo>
                      <a:pt x="134121" y="34491"/>
                    </a:lnTo>
                    <a:lnTo>
                      <a:pt x="158958" y="34491"/>
                    </a:lnTo>
                    <a:lnTo>
                      <a:pt x="158958" y="8544"/>
                    </a:lnTo>
                    <a:lnTo>
                      <a:pt x="156592" y="4439"/>
                    </a:lnTo>
                    <a:lnTo>
                      <a:pt x="148906" y="0"/>
                    </a:lnTo>
                    <a:close/>
                  </a:path>
                  <a:path extrusionOk="0" h="257809" w="159384">
                    <a:moveTo>
                      <a:pt x="158958" y="34491"/>
                    </a:moveTo>
                    <a:lnTo>
                      <a:pt x="134121" y="34491"/>
                    </a:lnTo>
                    <a:lnTo>
                      <a:pt x="134121" y="160686"/>
                    </a:lnTo>
                    <a:lnTo>
                      <a:pt x="24836" y="223783"/>
                    </a:lnTo>
                    <a:lnTo>
                      <a:pt x="74503" y="223783"/>
                    </a:lnTo>
                    <a:lnTo>
                      <a:pt x="156592" y="176392"/>
                    </a:lnTo>
                    <a:lnTo>
                      <a:pt x="158958" y="172287"/>
                    </a:lnTo>
                    <a:lnTo>
                      <a:pt x="158958" y="34491"/>
                    </a:lnTo>
                    <a:close/>
                  </a:path>
                </a:pathLst>
              </a:custGeom>
              <a:solidFill>
                <a:srgbClr val="00000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122" name="Google Shape;122;p4"/>
              <p:cNvSpPr/>
              <p:nvPr/>
            </p:nvSpPr>
            <p:spPr>
              <a:xfrm>
                <a:off x="1141280" y="845237"/>
                <a:ext cx="536575" cy="309880"/>
              </a:xfrm>
              <a:custGeom>
                <a:rect b="b" l="l" r="r" t="t"/>
                <a:pathLst>
                  <a:path extrusionOk="0" h="309880" w="536575">
                    <a:moveTo>
                      <a:pt x="402375" y="0"/>
                    </a:moveTo>
                    <a:lnTo>
                      <a:pt x="0" y="232317"/>
                    </a:lnTo>
                    <a:lnTo>
                      <a:pt x="134121" y="309760"/>
                    </a:lnTo>
                    <a:lnTo>
                      <a:pt x="536507" y="77442"/>
                    </a:lnTo>
                    <a:lnTo>
                      <a:pt x="402375"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123" name="Google Shape;123;p4"/>
              <p:cNvSpPr/>
              <p:nvPr/>
            </p:nvSpPr>
            <p:spPr>
              <a:xfrm>
                <a:off x="1128861" y="832264"/>
                <a:ext cx="561339" cy="335280"/>
              </a:xfrm>
              <a:custGeom>
                <a:rect b="b" l="l" r="r" t="t"/>
                <a:pathLst>
                  <a:path extrusionOk="0" h="335280" w="561339">
                    <a:moveTo>
                      <a:pt x="417160" y="0"/>
                    </a:moveTo>
                    <a:lnTo>
                      <a:pt x="412427" y="0"/>
                    </a:lnTo>
                    <a:lnTo>
                      <a:pt x="2366" y="236757"/>
                    </a:lnTo>
                    <a:lnTo>
                      <a:pt x="0" y="240851"/>
                    </a:lnTo>
                    <a:lnTo>
                      <a:pt x="0" y="249730"/>
                    </a:lnTo>
                    <a:lnTo>
                      <a:pt x="2366" y="253824"/>
                    </a:lnTo>
                    <a:lnTo>
                      <a:pt x="142257" y="334597"/>
                    </a:lnTo>
                    <a:lnTo>
                      <a:pt x="144403" y="335141"/>
                    </a:lnTo>
                    <a:lnTo>
                      <a:pt x="148686" y="335141"/>
                    </a:lnTo>
                    <a:lnTo>
                      <a:pt x="150833" y="334597"/>
                    </a:lnTo>
                    <a:lnTo>
                      <a:pt x="196226" y="308388"/>
                    </a:lnTo>
                    <a:lnTo>
                      <a:pt x="146540" y="308388"/>
                    </a:lnTo>
                    <a:lnTo>
                      <a:pt x="37255" y="245290"/>
                    </a:lnTo>
                    <a:lnTo>
                      <a:pt x="414793" y="27318"/>
                    </a:lnTo>
                    <a:lnTo>
                      <a:pt x="464480" y="27318"/>
                    </a:lnTo>
                    <a:lnTo>
                      <a:pt x="417160" y="0"/>
                    </a:lnTo>
                    <a:close/>
                  </a:path>
                  <a:path extrusionOk="0" h="335280" w="561339">
                    <a:moveTo>
                      <a:pt x="464480" y="27318"/>
                    </a:moveTo>
                    <a:lnTo>
                      <a:pt x="414793" y="27318"/>
                    </a:lnTo>
                    <a:lnTo>
                      <a:pt x="524088" y="90416"/>
                    </a:lnTo>
                    <a:lnTo>
                      <a:pt x="146540" y="308388"/>
                    </a:lnTo>
                    <a:lnTo>
                      <a:pt x="196226" y="308388"/>
                    </a:lnTo>
                    <a:lnTo>
                      <a:pt x="558977" y="98949"/>
                    </a:lnTo>
                    <a:lnTo>
                      <a:pt x="561344" y="94845"/>
                    </a:lnTo>
                    <a:lnTo>
                      <a:pt x="561344" y="85976"/>
                    </a:lnTo>
                    <a:lnTo>
                      <a:pt x="558977" y="81871"/>
                    </a:lnTo>
                    <a:lnTo>
                      <a:pt x="464480" y="27318"/>
                    </a:lnTo>
                    <a:close/>
                  </a:path>
                </a:pathLst>
              </a:custGeom>
              <a:solidFill>
                <a:srgbClr val="00000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124" name="Google Shape;124;p4"/>
              <p:cNvSpPr/>
              <p:nvPr/>
            </p:nvSpPr>
            <p:spPr>
              <a:xfrm>
                <a:off x="1275409" y="922680"/>
                <a:ext cx="402589" cy="386715"/>
              </a:xfrm>
              <a:custGeom>
                <a:rect b="b" l="l" r="r" t="t"/>
                <a:pathLst>
                  <a:path extrusionOk="0" h="386715" w="402589">
                    <a:moveTo>
                      <a:pt x="402375" y="0"/>
                    </a:moveTo>
                    <a:lnTo>
                      <a:pt x="0" y="232317"/>
                    </a:lnTo>
                    <a:lnTo>
                      <a:pt x="0" y="386721"/>
                    </a:lnTo>
                    <a:lnTo>
                      <a:pt x="402375" y="154874"/>
                    </a:lnTo>
                    <a:lnTo>
                      <a:pt x="402375" y="0"/>
                    </a:lnTo>
                    <a:close/>
                  </a:path>
                </a:pathLst>
              </a:custGeom>
              <a:solidFill>
                <a:srgbClr val="1D59A8"/>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125" name="Google Shape;125;p4"/>
              <p:cNvSpPr/>
              <p:nvPr/>
            </p:nvSpPr>
            <p:spPr>
              <a:xfrm>
                <a:off x="1262987" y="909700"/>
                <a:ext cx="427355" cy="412115"/>
              </a:xfrm>
              <a:custGeom>
                <a:rect b="b" l="l" r="r" t="t"/>
                <a:pathLst>
                  <a:path extrusionOk="0" h="412115" w="427355">
                    <a:moveTo>
                      <a:pt x="417160" y="0"/>
                    </a:moveTo>
                    <a:lnTo>
                      <a:pt x="412427" y="0"/>
                    </a:lnTo>
                    <a:lnTo>
                      <a:pt x="2366" y="236757"/>
                    </a:lnTo>
                    <a:lnTo>
                      <a:pt x="0" y="240861"/>
                    </a:lnTo>
                    <a:lnTo>
                      <a:pt x="0" y="404134"/>
                    </a:lnTo>
                    <a:lnTo>
                      <a:pt x="2366" y="408228"/>
                    </a:lnTo>
                    <a:lnTo>
                      <a:pt x="8165" y="411568"/>
                    </a:lnTo>
                    <a:lnTo>
                      <a:pt x="10271" y="412113"/>
                    </a:lnTo>
                    <a:lnTo>
                      <a:pt x="14554" y="412113"/>
                    </a:lnTo>
                    <a:lnTo>
                      <a:pt x="16719" y="411558"/>
                    </a:lnTo>
                    <a:lnTo>
                      <a:pt x="74599" y="378208"/>
                    </a:lnTo>
                    <a:lnTo>
                      <a:pt x="24836" y="378208"/>
                    </a:lnTo>
                    <a:lnTo>
                      <a:pt x="24836" y="252463"/>
                    </a:lnTo>
                    <a:lnTo>
                      <a:pt x="402375" y="34491"/>
                    </a:lnTo>
                    <a:lnTo>
                      <a:pt x="427212" y="34491"/>
                    </a:lnTo>
                    <a:lnTo>
                      <a:pt x="427212" y="8544"/>
                    </a:lnTo>
                    <a:lnTo>
                      <a:pt x="424845" y="4439"/>
                    </a:lnTo>
                    <a:lnTo>
                      <a:pt x="417160" y="0"/>
                    </a:lnTo>
                    <a:close/>
                  </a:path>
                  <a:path extrusionOk="0" h="412115" w="427355">
                    <a:moveTo>
                      <a:pt x="427212" y="34491"/>
                    </a:moveTo>
                    <a:lnTo>
                      <a:pt x="402375" y="34491"/>
                    </a:lnTo>
                    <a:lnTo>
                      <a:pt x="402375" y="160675"/>
                    </a:lnTo>
                    <a:lnTo>
                      <a:pt x="24836" y="378208"/>
                    </a:lnTo>
                    <a:lnTo>
                      <a:pt x="74599" y="378208"/>
                    </a:lnTo>
                    <a:lnTo>
                      <a:pt x="424845" y="176403"/>
                    </a:lnTo>
                    <a:lnTo>
                      <a:pt x="427212" y="172298"/>
                    </a:lnTo>
                    <a:lnTo>
                      <a:pt x="427212" y="34491"/>
                    </a:lnTo>
                    <a:close/>
                  </a:path>
                </a:pathLst>
              </a:custGeom>
              <a:solidFill>
                <a:srgbClr val="00000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126" name="Google Shape;126;p4"/>
              <p:cNvSpPr/>
              <p:nvPr/>
            </p:nvSpPr>
            <p:spPr>
              <a:xfrm>
                <a:off x="1141280" y="1077554"/>
                <a:ext cx="134619" cy="232409"/>
              </a:xfrm>
              <a:custGeom>
                <a:rect b="b" l="l" r="r" t="t"/>
                <a:pathLst>
                  <a:path extrusionOk="0" h="232409" w="134619">
                    <a:moveTo>
                      <a:pt x="0" y="0"/>
                    </a:moveTo>
                    <a:lnTo>
                      <a:pt x="0" y="154874"/>
                    </a:lnTo>
                    <a:lnTo>
                      <a:pt x="134121" y="231846"/>
                    </a:lnTo>
                    <a:lnTo>
                      <a:pt x="134121" y="77442"/>
                    </a:lnTo>
                    <a:lnTo>
                      <a:pt x="0"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127" name="Google Shape;127;p4"/>
              <p:cNvSpPr/>
              <p:nvPr/>
            </p:nvSpPr>
            <p:spPr>
              <a:xfrm>
                <a:off x="1128861" y="1064583"/>
                <a:ext cx="159384" cy="257809"/>
              </a:xfrm>
              <a:custGeom>
                <a:rect b="b" l="l" r="r" t="t"/>
                <a:pathLst>
                  <a:path extrusionOk="0" h="257809" w="159384">
                    <a:moveTo>
                      <a:pt x="14784" y="0"/>
                    </a:moveTo>
                    <a:lnTo>
                      <a:pt x="10052" y="0"/>
                    </a:lnTo>
                    <a:lnTo>
                      <a:pt x="2366" y="4439"/>
                    </a:lnTo>
                    <a:lnTo>
                      <a:pt x="0" y="8533"/>
                    </a:lnTo>
                    <a:lnTo>
                      <a:pt x="0" y="172298"/>
                    </a:lnTo>
                    <a:lnTo>
                      <a:pt x="2376" y="176403"/>
                    </a:lnTo>
                    <a:lnTo>
                      <a:pt x="142278" y="256683"/>
                    </a:lnTo>
                    <a:lnTo>
                      <a:pt x="144414" y="257227"/>
                    </a:lnTo>
                    <a:lnTo>
                      <a:pt x="148697" y="257227"/>
                    </a:lnTo>
                    <a:lnTo>
                      <a:pt x="150843" y="256672"/>
                    </a:lnTo>
                    <a:lnTo>
                      <a:pt x="156602" y="253343"/>
                    </a:lnTo>
                    <a:lnTo>
                      <a:pt x="158958" y="249238"/>
                    </a:lnTo>
                    <a:lnTo>
                      <a:pt x="158958" y="223364"/>
                    </a:lnTo>
                    <a:lnTo>
                      <a:pt x="134121" y="223364"/>
                    </a:lnTo>
                    <a:lnTo>
                      <a:pt x="24836" y="160654"/>
                    </a:lnTo>
                    <a:lnTo>
                      <a:pt x="24836" y="34480"/>
                    </a:lnTo>
                    <a:lnTo>
                      <a:pt x="74507" y="34480"/>
                    </a:lnTo>
                    <a:lnTo>
                      <a:pt x="14784" y="0"/>
                    </a:lnTo>
                    <a:close/>
                  </a:path>
                  <a:path extrusionOk="0" h="257809" w="159384">
                    <a:moveTo>
                      <a:pt x="74507" y="34480"/>
                    </a:moveTo>
                    <a:lnTo>
                      <a:pt x="24836" y="34480"/>
                    </a:lnTo>
                    <a:lnTo>
                      <a:pt x="134121" y="97578"/>
                    </a:lnTo>
                    <a:lnTo>
                      <a:pt x="134121" y="223364"/>
                    </a:lnTo>
                    <a:lnTo>
                      <a:pt x="158958" y="223364"/>
                    </a:lnTo>
                    <a:lnTo>
                      <a:pt x="158958" y="85976"/>
                    </a:lnTo>
                    <a:lnTo>
                      <a:pt x="156592" y="81871"/>
                    </a:lnTo>
                    <a:lnTo>
                      <a:pt x="74507" y="34480"/>
                    </a:lnTo>
                    <a:close/>
                  </a:path>
                </a:pathLst>
              </a:custGeom>
              <a:solidFill>
                <a:srgbClr val="00000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128" name="Google Shape;128;p4"/>
              <p:cNvSpPr/>
              <p:nvPr/>
            </p:nvSpPr>
            <p:spPr>
              <a:xfrm>
                <a:off x="1409527" y="1309866"/>
                <a:ext cx="268605" cy="309880"/>
              </a:xfrm>
              <a:custGeom>
                <a:rect b="b" l="l" r="r" t="t"/>
                <a:pathLst>
                  <a:path extrusionOk="0" h="309880" w="268605">
                    <a:moveTo>
                      <a:pt x="134132" y="0"/>
                    </a:moveTo>
                    <a:lnTo>
                      <a:pt x="0" y="77442"/>
                    </a:lnTo>
                    <a:lnTo>
                      <a:pt x="0" y="232317"/>
                    </a:lnTo>
                    <a:lnTo>
                      <a:pt x="134132" y="309760"/>
                    </a:lnTo>
                    <a:lnTo>
                      <a:pt x="268253" y="232317"/>
                    </a:lnTo>
                    <a:lnTo>
                      <a:pt x="268253" y="77442"/>
                    </a:lnTo>
                    <a:lnTo>
                      <a:pt x="134132"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129" name="Google Shape;129;p4"/>
              <p:cNvSpPr/>
              <p:nvPr/>
            </p:nvSpPr>
            <p:spPr>
              <a:xfrm>
                <a:off x="1397111" y="1296895"/>
                <a:ext cx="293369" cy="335280"/>
              </a:xfrm>
              <a:custGeom>
                <a:rect b="b" l="l" r="r" t="t"/>
                <a:pathLst>
                  <a:path extrusionOk="0" h="335280" w="293369">
                    <a:moveTo>
                      <a:pt x="148906" y="0"/>
                    </a:moveTo>
                    <a:lnTo>
                      <a:pt x="144184" y="0"/>
                    </a:lnTo>
                    <a:lnTo>
                      <a:pt x="2366" y="81871"/>
                    </a:lnTo>
                    <a:lnTo>
                      <a:pt x="0" y="85976"/>
                    </a:lnTo>
                    <a:lnTo>
                      <a:pt x="0" y="249720"/>
                    </a:lnTo>
                    <a:lnTo>
                      <a:pt x="2366" y="253824"/>
                    </a:lnTo>
                    <a:lnTo>
                      <a:pt x="142257" y="334586"/>
                    </a:lnTo>
                    <a:lnTo>
                      <a:pt x="144403" y="335141"/>
                    </a:lnTo>
                    <a:lnTo>
                      <a:pt x="148686" y="335141"/>
                    </a:lnTo>
                    <a:lnTo>
                      <a:pt x="150833" y="334586"/>
                    </a:lnTo>
                    <a:lnTo>
                      <a:pt x="196211" y="308388"/>
                    </a:lnTo>
                    <a:lnTo>
                      <a:pt x="146540" y="308388"/>
                    </a:lnTo>
                    <a:lnTo>
                      <a:pt x="24836" y="238118"/>
                    </a:lnTo>
                    <a:lnTo>
                      <a:pt x="24836" y="97588"/>
                    </a:lnTo>
                    <a:lnTo>
                      <a:pt x="146540" y="27318"/>
                    </a:lnTo>
                    <a:lnTo>
                      <a:pt x="196227" y="27318"/>
                    </a:lnTo>
                    <a:lnTo>
                      <a:pt x="148906" y="0"/>
                    </a:lnTo>
                    <a:close/>
                  </a:path>
                  <a:path extrusionOk="0" h="335280" w="293369">
                    <a:moveTo>
                      <a:pt x="196227" y="27318"/>
                    </a:moveTo>
                    <a:lnTo>
                      <a:pt x="146540" y="27318"/>
                    </a:lnTo>
                    <a:lnTo>
                      <a:pt x="268253" y="97588"/>
                    </a:lnTo>
                    <a:lnTo>
                      <a:pt x="268253" y="238118"/>
                    </a:lnTo>
                    <a:lnTo>
                      <a:pt x="146540" y="308388"/>
                    </a:lnTo>
                    <a:lnTo>
                      <a:pt x="196211" y="308388"/>
                    </a:lnTo>
                    <a:lnTo>
                      <a:pt x="290724" y="253824"/>
                    </a:lnTo>
                    <a:lnTo>
                      <a:pt x="293090" y="249720"/>
                    </a:lnTo>
                    <a:lnTo>
                      <a:pt x="293090" y="85976"/>
                    </a:lnTo>
                    <a:lnTo>
                      <a:pt x="290724" y="81871"/>
                    </a:lnTo>
                    <a:lnTo>
                      <a:pt x="196227" y="27318"/>
                    </a:lnTo>
                    <a:close/>
                  </a:path>
                </a:pathLst>
              </a:custGeom>
              <a:solidFill>
                <a:srgbClr val="00000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130" name="Google Shape;130;p4"/>
              <p:cNvSpPr/>
              <p:nvPr/>
            </p:nvSpPr>
            <p:spPr>
              <a:xfrm>
                <a:off x="1409529" y="1309866"/>
                <a:ext cx="134619" cy="232409"/>
              </a:xfrm>
              <a:custGeom>
                <a:rect b="b" l="l" r="r" t="t"/>
                <a:pathLst>
                  <a:path extrusionOk="0" h="232409" w="134619">
                    <a:moveTo>
                      <a:pt x="134121" y="0"/>
                    </a:moveTo>
                    <a:lnTo>
                      <a:pt x="0" y="77442"/>
                    </a:lnTo>
                    <a:lnTo>
                      <a:pt x="0" y="232317"/>
                    </a:lnTo>
                    <a:lnTo>
                      <a:pt x="134121" y="154874"/>
                    </a:lnTo>
                    <a:lnTo>
                      <a:pt x="134121" y="0"/>
                    </a:lnTo>
                    <a:close/>
                  </a:path>
                </a:pathLst>
              </a:custGeom>
              <a:solidFill>
                <a:srgbClr val="CC000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131" name="Google Shape;131;p4"/>
              <p:cNvSpPr/>
              <p:nvPr/>
            </p:nvSpPr>
            <p:spPr>
              <a:xfrm>
                <a:off x="1397111" y="1296901"/>
                <a:ext cx="159384" cy="257809"/>
              </a:xfrm>
              <a:custGeom>
                <a:rect b="b" l="l" r="r" t="t"/>
                <a:pathLst>
                  <a:path extrusionOk="0" h="257809" w="159384">
                    <a:moveTo>
                      <a:pt x="148906" y="0"/>
                    </a:moveTo>
                    <a:lnTo>
                      <a:pt x="144184" y="0"/>
                    </a:lnTo>
                    <a:lnTo>
                      <a:pt x="2366" y="81871"/>
                    </a:lnTo>
                    <a:lnTo>
                      <a:pt x="0" y="85976"/>
                    </a:lnTo>
                    <a:lnTo>
                      <a:pt x="0" y="249720"/>
                    </a:lnTo>
                    <a:lnTo>
                      <a:pt x="2366" y="253824"/>
                    </a:lnTo>
                    <a:lnTo>
                      <a:pt x="8135" y="257144"/>
                    </a:lnTo>
                    <a:lnTo>
                      <a:pt x="10271" y="257698"/>
                    </a:lnTo>
                    <a:lnTo>
                      <a:pt x="14565" y="257698"/>
                    </a:lnTo>
                    <a:lnTo>
                      <a:pt x="16701" y="257144"/>
                    </a:lnTo>
                    <a:lnTo>
                      <a:pt x="74503" y="223773"/>
                    </a:lnTo>
                    <a:lnTo>
                      <a:pt x="24836" y="223773"/>
                    </a:lnTo>
                    <a:lnTo>
                      <a:pt x="24836" y="97578"/>
                    </a:lnTo>
                    <a:lnTo>
                      <a:pt x="134121" y="34480"/>
                    </a:lnTo>
                    <a:lnTo>
                      <a:pt x="158958" y="34480"/>
                    </a:lnTo>
                    <a:lnTo>
                      <a:pt x="158958" y="8533"/>
                    </a:lnTo>
                    <a:lnTo>
                      <a:pt x="156592" y="4429"/>
                    </a:lnTo>
                    <a:lnTo>
                      <a:pt x="148906" y="0"/>
                    </a:lnTo>
                    <a:close/>
                  </a:path>
                  <a:path extrusionOk="0" h="257809" w="159384">
                    <a:moveTo>
                      <a:pt x="158958" y="34480"/>
                    </a:moveTo>
                    <a:lnTo>
                      <a:pt x="134121" y="34480"/>
                    </a:lnTo>
                    <a:lnTo>
                      <a:pt x="134121" y="160675"/>
                    </a:lnTo>
                    <a:lnTo>
                      <a:pt x="24836" y="223773"/>
                    </a:lnTo>
                    <a:lnTo>
                      <a:pt x="74503" y="223773"/>
                    </a:lnTo>
                    <a:lnTo>
                      <a:pt x="156592" y="176382"/>
                    </a:lnTo>
                    <a:lnTo>
                      <a:pt x="158958" y="172277"/>
                    </a:lnTo>
                    <a:lnTo>
                      <a:pt x="158958" y="34480"/>
                    </a:lnTo>
                    <a:close/>
                  </a:path>
                </a:pathLst>
              </a:custGeom>
              <a:solidFill>
                <a:srgbClr val="00000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132" name="Google Shape;132;p4"/>
              <p:cNvSpPr/>
              <p:nvPr/>
            </p:nvSpPr>
            <p:spPr>
              <a:xfrm>
                <a:off x="1543659" y="1309866"/>
                <a:ext cx="134619" cy="232409"/>
              </a:xfrm>
              <a:custGeom>
                <a:rect b="b" l="l" r="r" t="t"/>
                <a:pathLst>
                  <a:path extrusionOk="0" h="232409" w="134619">
                    <a:moveTo>
                      <a:pt x="0" y="0"/>
                    </a:moveTo>
                    <a:lnTo>
                      <a:pt x="0" y="154885"/>
                    </a:lnTo>
                    <a:lnTo>
                      <a:pt x="134121" y="232317"/>
                    </a:lnTo>
                    <a:lnTo>
                      <a:pt x="134121" y="77442"/>
                    </a:lnTo>
                    <a:lnTo>
                      <a:pt x="0"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133" name="Google Shape;133;p4"/>
              <p:cNvSpPr/>
              <p:nvPr/>
            </p:nvSpPr>
            <p:spPr>
              <a:xfrm>
                <a:off x="1531237" y="1296900"/>
                <a:ext cx="159385" cy="257809"/>
              </a:xfrm>
              <a:custGeom>
                <a:rect b="b" l="l" r="r" t="t"/>
                <a:pathLst>
                  <a:path extrusionOk="0" h="257809" w="159385">
                    <a:moveTo>
                      <a:pt x="14784" y="0"/>
                    </a:moveTo>
                    <a:lnTo>
                      <a:pt x="10052" y="0"/>
                    </a:lnTo>
                    <a:lnTo>
                      <a:pt x="2366" y="4429"/>
                    </a:lnTo>
                    <a:lnTo>
                      <a:pt x="0" y="8533"/>
                    </a:lnTo>
                    <a:lnTo>
                      <a:pt x="0" y="172277"/>
                    </a:lnTo>
                    <a:lnTo>
                      <a:pt x="2366" y="176382"/>
                    </a:lnTo>
                    <a:lnTo>
                      <a:pt x="142257" y="257144"/>
                    </a:lnTo>
                    <a:lnTo>
                      <a:pt x="144403" y="257698"/>
                    </a:lnTo>
                    <a:lnTo>
                      <a:pt x="148686" y="257698"/>
                    </a:lnTo>
                    <a:lnTo>
                      <a:pt x="150833" y="257144"/>
                    </a:lnTo>
                    <a:lnTo>
                      <a:pt x="156592" y="253824"/>
                    </a:lnTo>
                    <a:lnTo>
                      <a:pt x="158958" y="249720"/>
                    </a:lnTo>
                    <a:lnTo>
                      <a:pt x="158958" y="223773"/>
                    </a:lnTo>
                    <a:lnTo>
                      <a:pt x="134121" y="223773"/>
                    </a:lnTo>
                    <a:lnTo>
                      <a:pt x="24836" y="160675"/>
                    </a:lnTo>
                    <a:lnTo>
                      <a:pt x="24836" y="34480"/>
                    </a:lnTo>
                    <a:lnTo>
                      <a:pt x="74507" y="34480"/>
                    </a:lnTo>
                    <a:lnTo>
                      <a:pt x="14784" y="0"/>
                    </a:lnTo>
                    <a:close/>
                  </a:path>
                  <a:path extrusionOk="0" h="257809" w="159385">
                    <a:moveTo>
                      <a:pt x="74507" y="34480"/>
                    </a:moveTo>
                    <a:lnTo>
                      <a:pt x="24836" y="34480"/>
                    </a:lnTo>
                    <a:lnTo>
                      <a:pt x="134121" y="97578"/>
                    </a:lnTo>
                    <a:lnTo>
                      <a:pt x="134121" y="223773"/>
                    </a:lnTo>
                    <a:lnTo>
                      <a:pt x="158958" y="223773"/>
                    </a:lnTo>
                    <a:lnTo>
                      <a:pt x="158958" y="85976"/>
                    </a:lnTo>
                    <a:lnTo>
                      <a:pt x="156592" y="81871"/>
                    </a:lnTo>
                    <a:lnTo>
                      <a:pt x="74507" y="34480"/>
                    </a:lnTo>
                    <a:close/>
                  </a:path>
                </a:pathLst>
              </a:custGeom>
              <a:solidFill>
                <a:srgbClr val="00000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134" name="Google Shape;134;p4"/>
              <p:cNvSpPr/>
              <p:nvPr/>
            </p:nvSpPr>
            <p:spPr>
              <a:xfrm>
                <a:off x="1141280" y="1077556"/>
                <a:ext cx="134619" cy="542290"/>
              </a:xfrm>
              <a:custGeom>
                <a:rect b="b" l="l" r="r" t="t"/>
                <a:pathLst>
                  <a:path extrusionOk="0" h="542290" w="134619">
                    <a:moveTo>
                      <a:pt x="0" y="0"/>
                    </a:moveTo>
                    <a:lnTo>
                      <a:pt x="0" y="464624"/>
                    </a:lnTo>
                    <a:lnTo>
                      <a:pt x="134121" y="542067"/>
                    </a:lnTo>
                    <a:lnTo>
                      <a:pt x="134121" y="77432"/>
                    </a:lnTo>
                    <a:lnTo>
                      <a:pt x="0" y="0"/>
                    </a:lnTo>
                    <a:close/>
                  </a:path>
                </a:pathLst>
              </a:custGeom>
              <a:solidFill>
                <a:srgbClr val="F9C80A"/>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135" name="Google Shape;135;p4"/>
              <p:cNvSpPr/>
              <p:nvPr/>
            </p:nvSpPr>
            <p:spPr>
              <a:xfrm>
                <a:off x="1128861" y="1064585"/>
                <a:ext cx="159384" cy="567689"/>
              </a:xfrm>
              <a:custGeom>
                <a:rect b="b" l="l" r="r" t="t"/>
                <a:pathLst>
                  <a:path extrusionOk="0" h="567689" w="159384">
                    <a:moveTo>
                      <a:pt x="14784" y="0"/>
                    </a:moveTo>
                    <a:lnTo>
                      <a:pt x="10052" y="0"/>
                    </a:lnTo>
                    <a:lnTo>
                      <a:pt x="2366" y="4429"/>
                    </a:lnTo>
                    <a:lnTo>
                      <a:pt x="0" y="8533"/>
                    </a:lnTo>
                    <a:lnTo>
                      <a:pt x="0" y="482027"/>
                    </a:lnTo>
                    <a:lnTo>
                      <a:pt x="2366" y="486131"/>
                    </a:lnTo>
                    <a:lnTo>
                      <a:pt x="142257" y="566893"/>
                    </a:lnTo>
                    <a:lnTo>
                      <a:pt x="144403" y="567448"/>
                    </a:lnTo>
                    <a:lnTo>
                      <a:pt x="148686" y="567448"/>
                    </a:lnTo>
                    <a:lnTo>
                      <a:pt x="150833" y="566893"/>
                    </a:lnTo>
                    <a:lnTo>
                      <a:pt x="156592" y="563574"/>
                    </a:lnTo>
                    <a:lnTo>
                      <a:pt x="158958" y="559469"/>
                    </a:lnTo>
                    <a:lnTo>
                      <a:pt x="158958" y="533523"/>
                    </a:lnTo>
                    <a:lnTo>
                      <a:pt x="134121" y="533523"/>
                    </a:lnTo>
                    <a:lnTo>
                      <a:pt x="24836" y="470425"/>
                    </a:lnTo>
                    <a:lnTo>
                      <a:pt x="24836" y="34480"/>
                    </a:lnTo>
                    <a:lnTo>
                      <a:pt x="74507" y="34480"/>
                    </a:lnTo>
                    <a:lnTo>
                      <a:pt x="14784" y="0"/>
                    </a:lnTo>
                    <a:close/>
                  </a:path>
                  <a:path extrusionOk="0" h="567689" w="159384">
                    <a:moveTo>
                      <a:pt x="74507" y="34480"/>
                    </a:moveTo>
                    <a:lnTo>
                      <a:pt x="24836" y="34480"/>
                    </a:lnTo>
                    <a:lnTo>
                      <a:pt x="134121" y="97578"/>
                    </a:lnTo>
                    <a:lnTo>
                      <a:pt x="134121" y="533523"/>
                    </a:lnTo>
                    <a:lnTo>
                      <a:pt x="158958" y="533523"/>
                    </a:lnTo>
                    <a:lnTo>
                      <a:pt x="158958" y="85976"/>
                    </a:lnTo>
                    <a:lnTo>
                      <a:pt x="156592" y="81871"/>
                    </a:lnTo>
                    <a:lnTo>
                      <a:pt x="74507" y="34480"/>
                    </a:lnTo>
                    <a:close/>
                  </a:path>
                </a:pathLst>
              </a:custGeom>
              <a:solidFill>
                <a:srgbClr val="00000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136" name="Google Shape;136;p4"/>
              <p:cNvSpPr/>
              <p:nvPr/>
            </p:nvSpPr>
            <p:spPr>
              <a:xfrm>
                <a:off x="1007153" y="1077551"/>
                <a:ext cx="134619" cy="542290"/>
              </a:xfrm>
              <a:custGeom>
                <a:rect b="b" l="l" r="r" t="t"/>
                <a:pathLst>
                  <a:path extrusionOk="0" h="542290" w="134619">
                    <a:moveTo>
                      <a:pt x="134121" y="0"/>
                    </a:moveTo>
                    <a:lnTo>
                      <a:pt x="0" y="77442"/>
                    </a:lnTo>
                    <a:lnTo>
                      <a:pt x="0" y="542067"/>
                    </a:lnTo>
                    <a:lnTo>
                      <a:pt x="134121" y="464624"/>
                    </a:lnTo>
                    <a:lnTo>
                      <a:pt x="134121"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137" name="Google Shape;137;p4"/>
              <p:cNvSpPr/>
              <p:nvPr/>
            </p:nvSpPr>
            <p:spPr>
              <a:xfrm>
                <a:off x="994735" y="1064585"/>
                <a:ext cx="159384" cy="567689"/>
              </a:xfrm>
              <a:custGeom>
                <a:rect b="b" l="l" r="r" t="t"/>
                <a:pathLst>
                  <a:path extrusionOk="0" h="567689" w="159384">
                    <a:moveTo>
                      <a:pt x="148906" y="0"/>
                    </a:moveTo>
                    <a:lnTo>
                      <a:pt x="144184" y="0"/>
                    </a:lnTo>
                    <a:lnTo>
                      <a:pt x="2366" y="81871"/>
                    </a:lnTo>
                    <a:lnTo>
                      <a:pt x="0" y="85976"/>
                    </a:lnTo>
                    <a:lnTo>
                      <a:pt x="0" y="559469"/>
                    </a:lnTo>
                    <a:lnTo>
                      <a:pt x="2366" y="563574"/>
                    </a:lnTo>
                    <a:lnTo>
                      <a:pt x="8135" y="566893"/>
                    </a:lnTo>
                    <a:lnTo>
                      <a:pt x="10271" y="567448"/>
                    </a:lnTo>
                    <a:lnTo>
                      <a:pt x="14565" y="567448"/>
                    </a:lnTo>
                    <a:lnTo>
                      <a:pt x="16701" y="566893"/>
                    </a:lnTo>
                    <a:lnTo>
                      <a:pt x="74503" y="533523"/>
                    </a:lnTo>
                    <a:lnTo>
                      <a:pt x="24836" y="533523"/>
                    </a:lnTo>
                    <a:lnTo>
                      <a:pt x="24836" y="97578"/>
                    </a:lnTo>
                    <a:lnTo>
                      <a:pt x="134121" y="34480"/>
                    </a:lnTo>
                    <a:lnTo>
                      <a:pt x="158958" y="34480"/>
                    </a:lnTo>
                    <a:lnTo>
                      <a:pt x="158958" y="8533"/>
                    </a:lnTo>
                    <a:lnTo>
                      <a:pt x="156592" y="4429"/>
                    </a:lnTo>
                    <a:lnTo>
                      <a:pt x="148906" y="0"/>
                    </a:lnTo>
                    <a:close/>
                  </a:path>
                  <a:path extrusionOk="0" h="567689" w="159384">
                    <a:moveTo>
                      <a:pt x="158958" y="34480"/>
                    </a:moveTo>
                    <a:lnTo>
                      <a:pt x="134121" y="34480"/>
                    </a:lnTo>
                    <a:lnTo>
                      <a:pt x="134121" y="470425"/>
                    </a:lnTo>
                    <a:lnTo>
                      <a:pt x="24836" y="533523"/>
                    </a:lnTo>
                    <a:lnTo>
                      <a:pt x="74503" y="533523"/>
                    </a:lnTo>
                    <a:lnTo>
                      <a:pt x="156592" y="486131"/>
                    </a:lnTo>
                    <a:lnTo>
                      <a:pt x="158958" y="482027"/>
                    </a:lnTo>
                    <a:lnTo>
                      <a:pt x="158958" y="34480"/>
                    </a:lnTo>
                    <a:close/>
                  </a:path>
                </a:pathLst>
              </a:custGeom>
              <a:solidFill>
                <a:srgbClr val="00000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138" name="Google Shape;138;p4"/>
              <p:cNvSpPr/>
              <p:nvPr/>
            </p:nvSpPr>
            <p:spPr>
              <a:xfrm>
                <a:off x="1007152" y="1542176"/>
                <a:ext cx="268605" cy="154939"/>
              </a:xfrm>
              <a:custGeom>
                <a:rect b="b" l="l" r="r" t="t"/>
                <a:pathLst>
                  <a:path extrusionOk="0" h="154939" w="268605">
                    <a:moveTo>
                      <a:pt x="134132" y="0"/>
                    </a:moveTo>
                    <a:lnTo>
                      <a:pt x="0" y="77442"/>
                    </a:lnTo>
                    <a:lnTo>
                      <a:pt x="134132" y="154885"/>
                    </a:lnTo>
                    <a:lnTo>
                      <a:pt x="268253" y="77442"/>
                    </a:lnTo>
                    <a:lnTo>
                      <a:pt x="134132"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139" name="Google Shape;139;p4"/>
              <p:cNvSpPr/>
              <p:nvPr/>
            </p:nvSpPr>
            <p:spPr>
              <a:xfrm>
                <a:off x="994736" y="1529212"/>
                <a:ext cx="293369" cy="180339"/>
              </a:xfrm>
              <a:custGeom>
                <a:rect b="b" l="l" r="r" t="t"/>
                <a:pathLst>
                  <a:path extrusionOk="0" h="180339" w="293369">
                    <a:moveTo>
                      <a:pt x="148906" y="0"/>
                    </a:moveTo>
                    <a:lnTo>
                      <a:pt x="144173" y="0"/>
                    </a:lnTo>
                    <a:lnTo>
                      <a:pt x="2366" y="81871"/>
                    </a:lnTo>
                    <a:lnTo>
                      <a:pt x="0" y="85965"/>
                    </a:lnTo>
                    <a:lnTo>
                      <a:pt x="0" y="94845"/>
                    </a:lnTo>
                    <a:lnTo>
                      <a:pt x="2366" y="98939"/>
                    </a:lnTo>
                    <a:lnTo>
                      <a:pt x="142257" y="179711"/>
                    </a:lnTo>
                    <a:lnTo>
                      <a:pt x="144403" y="180266"/>
                    </a:lnTo>
                    <a:lnTo>
                      <a:pt x="148686" y="180266"/>
                    </a:lnTo>
                    <a:lnTo>
                      <a:pt x="150833" y="179711"/>
                    </a:lnTo>
                    <a:lnTo>
                      <a:pt x="196224" y="153503"/>
                    </a:lnTo>
                    <a:lnTo>
                      <a:pt x="146540" y="153503"/>
                    </a:lnTo>
                    <a:lnTo>
                      <a:pt x="37255" y="90405"/>
                    </a:lnTo>
                    <a:lnTo>
                      <a:pt x="146540" y="27308"/>
                    </a:lnTo>
                    <a:lnTo>
                      <a:pt x="196209" y="27308"/>
                    </a:lnTo>
                    <a:lnTo>
                      <a:pt x="148906" y="0"/>
                    </a:lnTo>
                    <a:close/>
                  </a:path>
                  <a:path extrusionOk="0" h="180339" w="293369">
                    <a:moveTo>
                      <a:pt x="196209" y="27308"/>
                    </a:moveTo>
                    <a:lnTo>
                      <a:pt x="146540" y="27308"/>
                    </a:lnTo>
                    <a:lnTo>
                      <a:pt x="255835" y="90405"/>
                    </a:lnTo>
                    <a:lnTo>
                      <a:pt x="146540" y="153503"/>
                    </a:lnTo>
                    <a:lnTo>
                      <a:pt x="196224" y="153503"/>
                    </a:lnTo>
                    <a:lnTo>
                      <a:pt x="290724" y="98939"/>
                    </a:lnTo>
                    <a:lnTo>
                      <a:pt x="293090" y="94845"/>
                    </a:lnTo>
                    <a:lnTo>
                      <a:pt x="293090" y="85965"/>
                    </a:lnTo>
                    <a:lnTo>
                      <a:pt x="290724" y="81871"/>
                    </a:lnTo>
                    <a:lnTo>
                      <a:pt x="196209" y="27308"/>
                    </a:lnTo>
                    <a:close/>
                  </a:path>
                </a:pathLst>
              </a:custGeom>
              <a:solidFill>
                <a:srgbClr val="00000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grpSp>
        <p:grpSp>
          <p:nvGrpSpPr>
            <p:cNvPr id="140" name="Google Shape;140;p4"/>
            <p:cNvGrpSpPr/>
            <p:nvPr/>
          </p:nvGrpSpPr>
          <p:grpSpPr>
            <a:xfrm>
              <a:off x="994735" y="1529204"/>
              <a:ext cx="964142" cy="567594"/>
              <a:chOff x="994735" y="1529204"/>
              <a:chExt cx="964142" cy="567594"/>
            </a:xfrm>
          </p:grpSpPr>
          <p:sp>
            <p:nvSpPr>
              <p:cNvPr id="141" name="Google Shape;141;p4"/>
              <p:cNvSpPr/>
              <p:nvPr/>
            </p:nvSpPr>
            <p:spPr>
              <a:xfrm>
                <a:off x="1409531" y="1774491"/>
                <a:ext cx="134619" cy="232410"/>
              </a:xfrm>
              <a:custGeom>
                <a:rect b="b" l="l" r="r" t="t"/>
                <a:pathLst>
                  <a:path extrusionOk="0" h="232410" w="134619">
                    <a:moveTo>
                      <a:pt x="134132" y="0"/>
                    </a:moveTo>
                    <a:lnTo>
                      <a:pt x="0" y="77442"/>
                    </a:lnTo>
                    <a:lnTo>
                      <a:pt x="0" y="232317"/>
                    </a:lnTo>
                    <a:lnTo>
                      <a:pt x="134132" y="154874"/>
                    </a:lnTo>
                    <a:lnTo>
                      <a:pt x="134132"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142" name="Google Shape;142;p4"/>
              <p:cNvSpPr/>
              <p:nvPr/>
            </p:nvSpPr>
            <p:spPr>
              <a:xfrm>
                <a:off x="1397113" y="1761524"/>
                <a:ext cx="159384" cy="257810"/>
              </a:xfrm>
              <a:custGeom>
                <a:rect b="b" l="l" r="r" t="t"/>
                <a:pathLst>
                  <a:path extrusionOk="0" h="257810" w="159384">
                    <a:moveTo>
                      <a:pt x="148916" y="0"/>
                    </a:moveTo>
                    <a:lnTo>
                      <a:pt x="144184" y="0"/>
                    </a:lnTo>
                    <a:lnTo>
                      <a:pt x="2366" y="81871"/>
                    </a:lnTo>
                    <a:lnTo>
                      <a:pt x="0" y="85976"/>
                    </a:lnTo>
                    <a:lnTo>
                      <a:pt x="0" y="249720"/>
                    </a:lnTo>
                    <a:lnTo>
                      <a:pt x="2366" y="253824"/>
                    </a:lnTo>
                    <a:lnTo>
                      <a:pt x="8125" y="257154"/>
                    </a:lnTo>
                    <a:lnTo>
                      <a:pt x="10271" y="257698"/>
                    </a:lnTo>
                    <a:lnTo>
                      <a:pt x="14565" y="257698"/>
                    </a:lnTo>
                    <a:lnTo>
                      <a:pt x="16701" y="257154"/>
                    </a:lnTo>
                    <a:lnTo>
                      <a:pt x="74518" y="223773"/>
                    </a:lnTo>
                    <a:lnTo>
                      <a:pt x="24836" y="223773"/>
                    </a:lnTo>
                    <a:lnTo>
                      <a:pt x="24836" y="97578"/>
                    </a:lnTo>
                    <a:lnTo>
                      <a:pt x="134132" y="34480"/>
                    </a:lnTo>
                    <a:lnTo>
                      <a:pt x="158968" y="34480"/>
                    </a:lnTo>
                    <a:lnTo>
                      <a:pt x="158968" y="8533"/>
                    </a:lnTo>
                    <a:lnTo>
                      <a:pt x="156602" y="4429"/>
                    </a:lnTo>
                    <a:lnTo>
                      <a:pt x="148916" y="0"/>
                    </a:lnTo>
                    <a:close/>
                  </a:path>
                  <a:path extrusionOk="0" h="257810" w="159384">
                    <a:moveTo>
                      <a:pt x="158968" y="34480"/>
                    </a:moveTo>
                    <a:lnTo>
                      <a:pt x="134132" y="34480"/>
                    </a:lnTo>
                    <a:lnTo>
                      <a:pt x="134132" y="160675"/>
                    </a:lnTo>
                    <a:lnTo>
                      <a:pt x="24836" y="223773"/>
                    </a:lnTo>
                    <a:lnTo>
                      <a:pt x="74518" y="223773"/>
                    </a:lnTo>
                    <a:lnTo>
                      <a:pt x="156602" y="176382"/>
                    </a:lnTo>
                    <a:lnTo>
                      <a:pt x="158968" y="172277"/>
                    </a:lnTo>
                    <a:lnTo>
                      <a:pt x="158968" y="34480"/>
                    </a:lnTo>
                    <a:close/>
                  </a:path>
                </a:pathLst>
              </a:custGeom>
              <a:solidFill>
                <a:srgbClr val="00000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143" name="Google Shape;143;p4"/>
              <p:cNvSpPr/>
              <p:nvPr/>
            </p:nvSpPr>
            <p:spPr>
              <a:xfrm>
                <a:off x="1007156" y="1619616"/>
                <a:ext cx="402590" cy="387350"/>
              </a:xfrm>
              <a:custGeom>
                <a:rect b="b" l="l" r="r" t="t"/>
                <a:pathLst>
                  <a:path extrusionOk="0" h="387350" w="402590">
                    <a:moveTo>
                      <a:pt x="0" y="0"/>
                    </a:moveTo>
                    <a:lnTo>
                      <a:pt x="0" y="154874"/>
                    </a:lnTo>
                    <a:lnTo>
                      <a:pt x="402375" y="387192"/>
                    </a:lnTo>
                    <a:lnTo>
                      <a:pt x="402375" y="232317"/>
                    </a:lnTo>
                    <a:lnTo>
                      <a:pt x="0" y="0"/>
                    </a:lnTo>
                    <a:close/>
                  </a:path>
                </a:pathLst>
              </a:custGeom>
              <a:solidFill>
                <a:srgbClr val="00852A"/>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144" name="Google Shape;144;p4"/>
              <p:cNvSpPr/>
              <p:nvPr/>
            </p:nvSpPr>
            <p:spPr>
              <a:xfrm>
                <a:off x="994735" y="1606649"/>
                <a:ext cx="427355" cy="412750"/>
              </a:xfrm>
              <a:custGeom>
                <a:rect b="b" l="l" r="r" t="t"/>
                <a:pathLst>
                  <a:path extrusionOk="0" h="412750" w="427355">
                    <a:moveTo>
                      <a:pt x="14784" y="0"/>
                    </a:moveTo>
                    <a:lnTo>
                      <a:pt x="10052" y="0"/>
                    </a:lnTo>
                    <a:lnTo>
                      <a:pt x="2366" y="4429"/>
                    </a:lnTo>
                    <a:lnTo>
                      <a:pt x="0" y="8533"/>
                    </a:lnTo>
                    <a:lnTo>
                      <a:pt x="0" y="172277"/>
                    </a:lnTo>
                    <a:lnTo>
                      <a:pt x="2366" y="176382"/>
                    </a:lnTo>
                    <a:lnTo>
                      <a:pt x="410511" y="412029"/>
                    </a:lnTo>
                    <a:lnTo>
                      <a:pt x="412657" y="412584"/>
                    </a:lnTo>
                    <a:lnTo>
                      <a:pt x="416940" y="412584"/>
                    </a:lnTo>
                    <a:lnTo>
                      <a:pt x="419086" y="412029"/>
                    </a:lnTo>
                    <a:lnTo>
                      <a:pt x="424845" y="408699"/>
                    </a:lnTo>
                    <a:lnTo>
                      <a:pt x="427212" y="404595"/>
                    </a:lnTo>
                    <a:lnTo>
                      <a:pt x="427212" y="378648"/>
                    </a:lnTo>
                    <a:lnTo>
                      <a:pt x="402375" y="378648"/>
                    </a:lnTo>
                    <a:lnTo>
                      <a:pt x="24836" y="160675"/>
                    </a:lnTo>
                    <a:lnTo>
                      <a:pt x="24836" y="34480"/>
                    </a:lnTo>
                    <a:lnTo>
                      <a:pt x="74507" y="34480"/>
                    </a:lnTo>
                    <a:lnTo>
                      <a:pt x="14784" y="0"/>
                    </a:lnTo>
                    <a:close/>
                  </a:path>
                  <a:path extrusionOk="0" h="412750" w="427355">
                    <a:moveTo>
                      <a:pt x="74507" y="34480"/>
                    </a:moveTo>
                    <a:lnTo>
                      <a:pt x="24836" y="34480"/>
                    </a:lnTo>
                    <a:lnTo>
                      <a:pt x="402375" y="252453"/>
                    </a:lnTo>
                    <a:lnTo>
                      <a:pt x="402375" y="378648"/>
                    </a:lnTo>
                    <a:lnTo>
                      <a:pt x="427212" y="378648"/>
                    </a:lnTo>
                    <a:lnTo>
                      <a:pt x="427212" y="240851"/>
                    </a:lnTo>
                    <a:lnTo>
                      <a:pt x="424845" y="236746"/>
                    </a:lnTo>
                    <a:lnTo>
                      <a:pt x="74507" y="34480"/>
                    </a:lnTo>
                    <a:close/>
                  </a:path>
                </a:pathLst>
              </a:custGeom>
              <a:solidFill>
                <a:srgbClr val="00000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145" name="Google Shape;145;p4"/>
              <p:cNvSpPr/>
              <p:nvPr/>
            </p:nvSpPr>
            <p:spPr>
              <a:xfrm>
                <a:off x="1007154" y="1542177"/>
                <a:ext cx="536575" cy="309880"/>
              </a:xfrm>
              <a:custGeom>
                <a:rect b="b" l="l" r="r" t="t"/>
                <a:pathLst>
                  <a:path extrusionOk="0" h="309880" w="536575">
                    <a:moveTo>
                      <a:pt x="134121" y="0"/>
                    </a:moveTo>
                    <a:lnTo>
                      <a:pt x="0" y="77442"/>
                    </a:lnTo>
                    <a:lnTo>
                      <a:pt x="402375" y="309760"/>
                    </a:lnTo>
                    <a:lnTo>
                      <a:pt x="536507" y="232317"/>
                    </a:lnTo>
                    <a:lnTo>
                      <a:pt x="134121"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146" name="Google Shape;146;p4"/>
              <p:cNvSpPr/>
              <p:nvPr/>
            </p:nvSpPr>
            <p:spPr>
              <a:xfrm>
                <a:off x="994736" y="1529204"/>
                <a:ext cx="561340" cy="335280"/>
              </a:xfrm>
              <a:custGeom>
                <a:rect b="b" l="l" r="r" t="t"/>
                <a:pathLst>
                  <a:path extrusionOk="0" h="335280" w="561340">
                    <a:moveTo>
                      <a:pt x="148906" y="0"/>
                    </a:moveTo>
                    <a:lnTo>
                      <a:pt x="144173" y="0"/>
                    </a:lnTo>
                    <a:lnTo>
                      <a:pt x="2366" y="81882"/>
                    </a:lnTo>
                    <a:lnTo>
                      <a:pt x="0" y="85976"/>
                    </a:lnTo>
                    <a:lnTo>
                      <a:pt x="0" y="94855"/>
                    </a:lnTo>
                    <a:lnTo>
                      <a:pt x="2366" y="98949"/>
                    </a:lnTo>
                    <a:lnTo>
                      <a:pt x="410511" y="334586"/>
                    </a:lnTo>
                    <a:lnTo>
                      <a:pt x="412657" y="335141"/>
                    </a:lnTo>
                    <a:lnTo>
                      <a:pt x="416940" y="335141"/>
                    </a:lnTo>
                    <a:lnTo>
                      <a:pt x="419086" y="334586"/>
                    </a:lnTo>
                    <a:lnTo>
                      <a:pt x="464465" y="308388"/>
                    </a:lnTo>
                    <a:lnTo>
                      <a:pt x="414793" y="308388"/>
                    </a:lnTo>
                    <a:lnTo>
                      <a:pt x="37255" y="90416"/>
                    </a:lnTo>
                    <a:lnTo>
                      <a:pt x="146540" y="27318"/>
                    </a:lnTo>
                    <a:lnTo>
                      <a:pt x="196223" y="27318"/>
                    </a:lnTo>
                    <a:lnTo>
                      <a:pt x="148906" y="0"/>
                    </a:lnTo>
                    <a:close/>
                  </a:path>
                  <a:path extrusionOk="0" h="335280" w="561340">
                    <a:moveTo>
                      <a:pt x="196223" y="27318"/>
                    </a:moveTo>
                    <a:lnTo>
                      <a:pt x="146540" y="27318"/>
                    </a:lnTo>
                    <a:lnTo>
                      <a:pt x="524088" y="245290"/>
                    </a:lnTo>
                    <a:lnTo>
                      <a:pt x="414793" y="308388"/>
                    </a:lnTo>
                    <a:lnTo>
                      <a:pt x="464465" y="308388"/>
                    </a:lnTo>
                    <a:lnTo>
                      <a:pt x="558977" y="253824"/>
                    </a:lnTo>
                    <a:lnTo>
                      <a:pt x="561344" y="249730"/>
                    </a:lnTo>
                    <a:lnTo>
                      <a:pt x="561344" y="240851"/>
                    </a:lnTo>
                    <a:lnTo>
                      <a:pt x="558977" y="236757"/>
                    </a:lnTo>
                    <a:lnTo>
                      <a:pt x="196223" y="27318"/>
                    </a:lnTo>
                    <a:close/>
                  </a:path>
                </a:pathLst>
              </a:custGeom>
              <a:solidFill>
                <a:srgbClr val="00000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147" name="Google Shape;147;p4"/>
              <p:cNvSpPr/>
              <p:nvPr/>
            </p:nvSpPr>
            <p:spPr>
              <a:xfrm>
                <a:off x="1409531" y="1774491"/>
                <a:ext cx="536575" cy="309880"/>
              </a:xfrm>
              <a:custGeom>
                <a:rect b="b" l="l" r="r" t="t"/>
                <a:pathLst>
                  <a:path extrusionOk="0" h="309880" w="536575">
                    <a:moveTo>
                      <a:pt x="402375" y="0"/>
                    </a:moveTo>
                    <a:lnTo>
                      <a:pt x="0" y="232317"/>
                    </a:lnTo>
                    <a:lnTo>
                      <a:pt x="134121" y="309760"/>
                    </a:lnTo>
                    <a:lnTo>
                      <a:pt x="536507" y="77442"/>
                    </a:lnTo>
                    <a:lnTo>
                      <a:pt x="402375" y="0"/>
                    </a:lnTo>
                    <a:close/>
                  </a:path>
                </a:pathLst>
              </a:custGeom>
              <a:solidFill>
                <a:srgbClr val="901F75"/>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148" name="Google Shape;148;p4"/>
              <p:cNvSpPr/>
              <p:nvPr/>
            </p:nvSpPr>
            <p:spPr>
              <a:xfrm>
                <a:off x="1397114" y="1761518"/>
                <a:ext cx="561339" cy="335280"/>
              </a:xfrm>
              <a:custGeom>
                <a:rect b="b" l="l" r="r" t="t"/>
                <a:pathLst>
                  <a:path extrusionOk="0" h="335280" w="561339">
                    <a:moveTo>
                      <a:pt x="417160" y="0"/>
                    </a:moveTo>
                    <a:lnTo>
                      <a:pt x="412427" y="0"/>
                    </a:lnTo>
                    <a:lnTo>
                      <a:pt x="2366" y="236757"/>
                    </a:lnTo>
                    <a:lnTo>
                      <a:pt x="0" y="240851"/>
                    </a:lnTo>
                    <a:lnTo>
                      <a:pt x="0" y="249730"/>
                    </a:lnTo>
                    <a:lnTo>
                      <a:pt x="2366" y="253824"/>
                    </a:lnTo>
                    <a:lnTo>
                      <a:pt x="142257" y="334597"/>
                    </a:lnTo>
                    <a:lnTo>
                      <a:pt x="144403" y="335152"/>
                    </a:lnTo>
                    <a:lnTo>
                      <a:pt x="148686" y="335152"/>
                    </a:lnTo>
                    <a:lnTo>
                      <a:pt x="150833" y="334597"/>
                    </a:lnTo>
                    <a:lnTo>
                      <a:pt x="196226" y="308388"/>
                    </a:lnTo>
                    <a:lnTo>
                      <a:pt x="146540" y="308388"/>
                    </a:lnTo>
                    <a:lnTo>
                      <a:pt x="37255" y="245290"/>
                    </a:lnTo>
                    <a:lnTo>
                      <a:pt x="414793" y="27318"/>
                    </a:lnTo>
                    <a:lnTo>
                      <a:pt x="464480" y="27318"/>
                    </a:lnTo>
                    <a:lnTo>
                      <a:pt x="417160" y="0"/>
                    </a:lnTo>
                    <a:close/>
                  </a:path>
                  <a:path extrusionOk="0" h="335280" w="561339">
                    <a:moveTo>
                      <a:pt x="464480" y="27318"/>
                    </a:moveTo>
                    <a:lnTo>
                      <a:pt x="414793" y="27318"/>
                    </a:lnTo>
                    <a:lnTo>
                      <a:pt x="524088" y="90416"/>
                    </a:lnTo>
                    <a:lnTo>
                      <a:pt x="146540" y="308388"/>
                    </a:lnTo>
                    <a:lnTo>
                      <a:pt x="196226" y="308388"/>
                    </a:lnTo>
                    <a:lnTo>
                      <a:pt x="558977" y="98949"/>
                    </a:lnTo>
                    <a:lnTo>
                      <a:pt x="561344" y="94845"/>
                    </a:lnTo>
                    <a:lnTo>
                      <a:pt x="561344" y="85976"/>
                    </a:lnTo>
                    <a:lnTo>
                      <a:pt x="558977" y="81871"/>
                    </a:lnTo>
                    <a:lnTo>
                      <a:pt x="464480" y="27318"/>
                    </a:lnTo>
                    <a:close/>
                  </a:path>
                </a:pathLst>
              </a:custGeom>
              <a:solidFill>
                <a:srgbClr val="00000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149" name="Google Shape;149;p4"/>
              <p:cNvSpPr/>
              <p:nvPr/>
            </p:nvSpPr>
            <p:spPr>
              <a:xfrm>
                <a:off x="1409531" y="1619616"/>
                <a:ext cx="402589" cy="387350"/>
              </a:xfrm>
              <a:custGeom>
                <a:rect b="b" l="l" r="r" t="t"/>
                <a:pathLst>
                  <a:path extrusionOk="0" h="387350" w="402589">
                    <a:moveTo>
                      <a:pt x="402375" y="0"/>
                    </a:moveTo>
                    <a:lnTo>
                      <a:pt x="0" y="232317"/>
                    </a:lnTo>
                    <a:lnTo>
                      <a:pt x="0" y="387192"/>
                    </a:lnTo>
                    <a:lnTo>
                      <a:pt x="402375" y="154874"/>
                    </a:lnTo>
                    <a:lnTo>
                      <a:pt x="402375"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150" name="Google Shape;150;p4"/>
              <p:cNvSpPr/>
              <p:nvPr/>
            </p:nvSpPr>
            <p:spPr>
              <a:xfrm>
                <a:off x="1397113" y="1606649"/>
                <a:ext cx="427355" cy="412750"/>
              </a:xfrm>
              <a:custGeom>
                <a:rect b="b" l="l" r="r" t="t"/>
                <a:pathLst>
                  <a:path extrusionOk="0" h="412750" w="427355">
                    <a:moveTo>
                      <a:pt x="417160" y="0"/>
                    </a:moveTo>
                    <a:lnTo>
                      <a:pt x="412427" y="0"/>
                    </a:lnTo>
                    <a:lnTo>
                      <a:pt x="2366" y="236746"/>
                    </a:lnTo>
                    <a:lnTo>
                      <a:pt x="0" y="240851"/>
                    </a:lnTo>
                    <a:lnTo>
                      <a:pt x="0" y="404595"/>
                    </a:lnTo>
                    <a:lnTo>
                      <a:pt x="2366" y="408699"/>
                    </a:lnTo>
                    <a:lnTo>
                      <a:pt x="8125" y="412029"/>
                    </a:lnTo>
                    <a:lnTo>
                      <a:pt x="10271" y="412573"/>
                    </a:lnTo>
                    <a:lnTo>
                      <a:pt x="14565" y="412573"/>
                    </a:lnTo>
                    <a:lnTo>
                      <a:pt x="16701" y="412029"/>
                    </a:lnTo>
                    <a:lnTo>
                      <a:pt x="74517" y="378648"/>
                    </a:lnTo>
                    <a:lnTo>
                      <a:pt x="24836" y="378648"/>
                    </a:lnTo>
                    <a:lnTo>
                      <a:pt x="24836" y="252453"/>
                    </a:lnTo>
                    <a:lnTo>
                      <a:pt x="402375" y="34480"/>
                    </a:lnTo>
                    <a:lnTo>
                      <a:pt x="427212" y="34480"/>
                    </a:lnTo>
                    <a:lnTo>
                      <a:pt x="427212" y="8533"/>
                    </a:lnTo>
                    <a:lnTo>
                      <a:pt x="424845" y="4429"/>
                    </a:lnTo>
                    <a:lnTo>
                      <a:pt x="417160" y="0"/>
                    </a:lnTo>
                    <a:close/>
                  </a:path>
                  <a:path extrusionOk="0" h="412750" w="427355">
                    <a:moveTo>
                      <a:pt x="427212" y="34480"/>
                    </a:moveTo>
                    <a:lnTo>
                      <a:pt x="402375" y="34480"/>
                    </a:lnTo>
                    <a:lnTo>
                      <a:pt x="402375" y="160675"/>
                    </a:lnTo>
                    <a:lnTo>
                      <a:pt x="24836" y="378648"/>
                    </a:lnTo>
                    <a:lnTo>
                      <a:pt x="74517" y="378648"/>
                    </a:lnTo>
                    <a:lnTo>
                      <a:pt x="424845" y="176382"/>
                    </a:lnTo>
                    <a:lnTo>
                      <a:pt x="427212" y="172277"/>
                    </a:lnTo>
                    <a:lnTo>
                      <a:pt x="427212" y="34480"/>
                    </a:lnTo>
                    <a:close/>
                  </a:path>
                </a:pathLst>
              </a:custGeom>
              <a:solidFill>
                <a:srgbClr val="00000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151" name="Google Shape;151;p4"/>
              <p:cNvSpPr/>
              <p:nvPr/>
            </p:nvSpPr>
            <p:spPr>
              <a:xfrm>
                <a:off x="1811909" y="1619620"/>
                <a:ext cx="134619" cy="232410"/>
              </a:xfrm>
              <a:custGeom>
                <a:rect b="b" l="l" r="r" t="t"/>
                <a:pathLst>
                  <a:path extrusionOk="0" h="232410" w="134619">
                    <a:moveTo>
                      <a:pt x="0" y="0"/>
                    </a:moveTo>
                    <a:lnTo>
                      <a:pt x="0" y="154874"/>
                    </a:lnTo>
                    <a:lnTo>
                      <a:pt x="134121" y="232317"/>
                    </a:lnTo>
                    <a:lnTo>
                      <a:pt x="134121" y="77432"/>
                    </a:lnTo>
                    <a:lnTo>
                      <a:pt x="0"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152" name="Google Shape;152;p4"/>
              <p:cNvSpPr/>
              <p:nvPr/>
            </p:nvSpPr>
            <p:spPr>
              <a:xfrm>
                <a:off x="1799492" y="1606649"/>
                <a:ext cx="159385" cy="257810"/>
              </a:xfrm>
              <a:custGeom>
                <a:rect b="b" l="l" r="r" t="t"/>
                <a:pathLst>
                  <a:path extrusionOk="0" h="257810" w="159385">
                    <a:moveTo>
                      <a:pt x="14784" y="0"/>
                    </a:moveTo>
                    <a:lnTo>
                      <a:pt x="10052" y="0"/>
                    </a:lnTo>
                    <a:lnTo>
                      <a:pt x="2366" y="4429"/>
                    </a:lnTo>
                    <a:lnTo>
                      <a:pt x="0" y="8533"/>
                    </a:lnTo>
                    <a:lnTo>
                      <a:pt x="0" y="172277"/>
                    </a:lnTo>
                    <a:lnTo>
                      <a:pt x="2366" y="176382"/>
                    </a:lnTo>
                    <a:lnTo>
                      <a:pt x="142257" y="257144"/>
                    </a:lnTo>
                    <a:lnTo>
                      <a:pt x="144403" y="257698"/>
                    </a:lnTo>
                    <a:lnTo>
                      <a:pt x="148686" y="257698"/>
                    </a:lnTo>
                    <a:lnTo>
                      <a:pt x="150833" y="257144"/>
                    </a:lnTo>
                    <a:lnTo>
                      <a:pt x="156592" y="253824"/>
                    </a:lnTo>
                    <a:lnTo>
                      <a:pt x="158958" y="249720"/>
                    </a:lnTo>
                    <a:lnTo>
                      <a:pt x="158958" y="223773"/>
                    </a:lnTo>
                    <a:lnTo>
                      <a:pt x="134121" y="223773"/>
                    </a:lnTo>
                    <a:lnTo>
                      <a:pt x="24836" y="160675"/>
                    </a:lnTo>
                    <a:lnTo>
                      <a:pt x="24836" y="34480"/>
                    </a:lnTo>
                    <a:lnTo>
                      <a:pt x="74507" y="34480"/>
                    </a:lnTo>
                    <a:lnTo>
                      <a:pt x="14784" y="0"/>
                    </a:lnTo>
                    <a:close/>
                  </a:path>
                  <a:path extrusionOk="0" h="257810" w="159385">
                    <a:moveTo>
                      <a:pt x="74507" y="34480"/>
                    </a:moveTo>
                    <a:lnTo>
                      <a:pt x="24836" y="34480"/>
                    </a:lnTo>
                    <a:lnTo>
                      <a:pt x="134121" y="97578"/>
                    </a:lnTo>
                    <a:lnTo>
                      <a:pt x="134121" y="223773"/>
                    </a:lnTo>
                    <a:lnTo>
                      <a:pt x="158958" y="223773"/>
                    </a:lnTo>
                    <a:lnTo>
                      <a:pt x="158958" y="85976"/>
                    </a:lnTo>
                    <a:lnTo>
                      <a:pt x="156592" y="81871"/>
                    </a:lnTo>
                    <a:lnTo>
                      <a:pt x="74507" y="34480"/>
                    </a:lnTo>
                    <a:close/>
                  </a:path>
                </a:pathLst>
              </a:custGeom>
              <a:solidFill>
                <a:srgbClr val="00000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grpSp>
        <p:grpSp>
          <p:nvGrpSpPr>
            <p:cNvPr id="153" name="Google Shape;153;p4"/>
            <p:cNvGrpSpPr/>
            <p:nvPr/>
          </p:nvGrpSpPr>
          <p:grpSpPr>
            <a:xfrm>
              <a:off x="2160021" y="1200902"/>
              <a:ext cx="1876309" cy="219379"/>
              <a:chOff x="2160021" y="1200902"/>
              <a:chExt cx="1876309" cy="219379"/>
            </a:xfrm>
          </p:grpSpPr>
          <p:pic>
            <p:nvPicPr>
              <p:cNvPr id="154" name="Google Shape;154;p4"/>
              <p:cNvPicPr preferRelativeResize="0"/>
              <p:nvPr/>
            </p:nvPicPr>
            <p:blipFill rotWithShape="1">
              <a:blip r:embed="rId2">
                <a:alphaModFix/>
              </a:blip>
              <a:srcRect b="0" l="0" r="0" t="0"/>
              <a:stretch/>
            </p:blipFill>
            <p:spPr>
              <a:xfrm>
                <a:off x="2160021" y="1200902"/>
                <a:ext cx="439058" cy="219375"/>
              </a:xfrm>
              <a:prstGeom prst="rect">
                <a:avLst/>
              </a:prstGeom>
              <a:noFill/>
              <a:ln>
                <a:noFill/>
              </a:ln>
            </p:spPr>
          </p:pic>
          <p:pic>
            <p:nvPicPr>
              <p:cNvPr id="155" name="Google Shape;155;p4"/>
              <p:cNvPicPr preferRelativeResize="0"/>
              <p:nvPr/>
            </p:nvPicPr>
            <p:blipFill rotWithShape="1">
              <a:blip r:embed="rId3">
                <a:alphaModFix/>
              </a:blip>
              <a:srcRect b="0" l="0" r="0" t="0"/>
              <a:stretch/>
            </p:blipFill>
            <p:spPr>
              <a:xfrm>
                <a:off x="2628636" y="1204398"/>
                <a:ext cx="189805" cy="212066"/>
              </a:xfrm>
              <a:prstGeom prst="rect">
                <a:avLst/>
              </a:prstGeom>
              <a:noFill/>
              <a:ln>
                <a:noFill/>
              </a:ln>
            </p:spPr>
          </p:pic>
          <p:pic>
            <p:nvPicPr>
              <p:cNvPr id="156" name="Google Shape;156;p4"/>
              <p:cNvPicPr preferRelativeResize="0"/>
              <p:nvPr/>
            </p:nvPicPr>
            <p:blipFill rotWithShape="1">
              <a:blip r:embed="rId4">
                <a:alphaModFix/>
              </a:blip>
              <a:srcRect b="0" l="0" r="0" t="0"/>
              <a:stretch/>
            </p:blipFill>
            <p:spPr>
              <a:xfrm>
                <a:off x="2847491" y="1201229"/>
                <a:ext cx="360559" cy="219050"/>
              </a:xfrm>
              <a:prstGeom prst="rect">
                <a:avLst/>
              </a:prstGeom>
              <a:noFill/>
              <a:ln>
                <a:noFill/>
              </a:ln>
            </p:spPr>
          </p:pic>
          <p:pic>
            <p:nvPicPr>
              <p:cNvPr id="157" name="Google Shape;157;p4"/>
              <p:cNvPicPr preferRelativeResize="0"/>
              <p:nvPr/>
            </p:nvPicPr>
            <p:blipFill rotWithShape="1">
              <a:blip r:embed="rId5">
                <a:alphaModFix/>
              </a:blip>
              <a:srcRect b="0" l="0" r="0" t="0"/>
              <a:stretch/>
            </p:blipFill>
            <p:spPr>
              <a:xfrm>
                <a:off x="3232396" y="1204406"/>
                <a:ext cx="171680" cy="212056"/>
              </a:xfrm>
              <a:prstGeom prst="rect">
                <a:avLst/>
              </a:prstGeom>
              <a:noFill/>
              <a:ln>
                <a:noFill/>
              </a:ln>
            </p:spPr>
          </p:pic>
          <p:pic>
            <p:nvPicPr>
              <p:cNvPr id="158" name="Google Shape;158;p4"/>
              <p:cNvPicPr preferRelativeResize="0"/>
              <p:nvPr/>
            </p:nvPicPr>
            <p:blipFill rotWithShape="1">
              <a:blip r:embed="rId6">
                <a:alphaModFix/>
              </a:blip>
              <a:srcRect b="0" l="0" r="0" t="0"/>
              <a:stretch/>
            </p:blipFill>
            <p:spPr>
              <a:xfrm>
                <a:off x="3431420" y="1204403"/>
                <a:ext cx="189481" cy="215878"/>
              </a:xfrm>
              <a:prstGeom prst="rect">
                <a:avLst/>
              </a:prstGeom>
              <a:noFill/>
              <a:ln>
                <a:noFill/>
              </a:ln>
            </p:spPr>
          </p:pic>
          <p:pic>
            <p:nvPicPr>
              <p:cNvPr id="159" name="Google Shape;159;p4"/>
              <p:cNvPicPr preferRelativeResize="0"/>
              <p:nvPr/>
            </p:nvPicPr>
            <p:blipFill rotWithShape="1">
              <a:blip r:embed="rId7">
                <a:alphaModFix/>
              </a:blip>
              <a:srcRect b="0" l="0" r="0" t="0"/>
              <a:stretch/>
            </p:blipFill>
            <p:spPr>
              <a:xfrm>
                <a:off x="3648878" y="1200908"/>
                <a:ext cx="387452" cy="219365"/>
              </a:xfrm>
              <a:prstGeom prst="rect">
                <a:avLst/>
              </a:prstGeom>
              <a:noFill/>
              <a:ln>
                <a:noFill/>
              </a:ln>
            </p:spPr>
          </p:pic>
        </p:grpSp>
        <p:grpSp>
          <p:nvGrpSpPr>
            <p:cNvPr id="160" name="Google Shape;160;p4"/>
            <p:cNvGrpSpPr/>
            <p:nvPr/>
          </p:nvGrpSpPr>
          <p:grpSpPr>
            <a:xfrm>
              <a:off x="2170198" y="1508896"/>
              <a:ext cx="1149936" cy="219689"/>
              <a:chOff x="2170198" y="1508896"/>
              <a:chExt cx="1149936" cy="219689"/>
            </a:xfrm>
          </p:grpSpPr>
          <p:pic>
            <p:nvPicPr>
              <p:cNvPr id="161" name="Google Shape;161;p4"/>
              <p:cNvPicPr preferRelativeResize="0"/>
              <p:nvPr/>
            </p:nvPicPr>
            <p:blipFill rotWithShape="1">
              <a:blip r:embed="rId8">
                <a:alphaModFix/>
              </a:blip>
              <a:srcRect b="0" l="0" r="0" t="0"/>
              <a:stretch/>
            </p:blipFill>
            <p:spPr>
              <a:xfrm>
                <a:off x="2170198" y="1512390"/>
                <a:ext cx="196161" cy="212056"/>
              </a:xfrm>
              <a:prstGeom prst="rect">
                <a:avLst/>
              </a:prstGeom>
              <a:noFill/>
              <a:ln>
                <a:noFill/>
              </a:ln>
            </p:spPr>
          </p:pic>
          <p:sp>
            <p:nvSpPr>
              <p:cNvPr id="162" name="Google Shape;162;p4"/>
              <p:cNvSpPr/>
              <p:nvPr/>
            </p:nvSpPr>
            <p:spPr>
              <a:xfrm>
                <a:off x="2399099" y="1512393"/>
                <a:ext cx="45719" cy="212089"/>
              </a:xfrm>
              <a:custGeom>
                <a:rect b="b" l="l" r="r" t="t"/>
                <a:pathLst>
                  <a:path extrusionOk="0" h="212089" w="45719">
                    <a:moveTo>
                      <a:pt x="45150" y="0"/>
                    </a:moveTo>
                    <a:lnTo>
                      <a:pt x="0" y="0"/>
                    </a:lnTo>
                    <a:lnTo>
                      <a:pt x="0" y="212056"/>
                    </a:lnTo>
                    <a:lnTo>
                      <a:pt x="45150" y="212056"/>
                    </a:lnTo>
                    <a:lnTo>
                      <a:pt x="45150" y="0"/>
                    </a:lnTo>
                    <a:close/>
                  </a:path>
                </a:pathLst>
              </a:custGeom>
              <a:solidFill>
                <a:srgbClr val="00000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pic>
            <p:nvPicPr>
              <p:cNvPr id="163" name="Google Shape;163;p4"/>
              <p:cNvPicPr preferRelativeResize="0"/>
              <p:nvPr/>
            </p:nvPicPr>
            <p:blipFill rotWithShape="1">
              <a:blip r:embed="rId9">
                <a:alphaModFix/>
              </a:blip>
              <a:srcRect b="0" l="0" r="0" t="0"/>
              <a:stretch/>
            </p:blipFill>
            <p:spPr>
              <a:xfrm>
                <a:off x="2476759" y="1508896"/>
                <a:ext cx="203156" cy="219689"/>
              </a:xfrm>
              <a:prstGeom prst="rect">
                <a:avLst/>
              </a:prstGeom>
              <a:noFill/>
              <a:ln>
                <a:noFill/>
              </a:ln>
            </p:spPr>
          </p:pic>
          <p:sp>
            <p:nvSpPr>
              <p:cNvPr id="164" name="Google Shape;164;p4"/>
              <p:cNvSpPr/>
              <p:nvPr/>
            </p:nvSpPr>
            <p:spPr>
              <a:xfrm>
                <a:off x="2719016" y="1512393"/>
                <a:ext cx="45719" cy="212089"/>
              </a:xfrm>
              <a:custGeom>
                <a:rect b="b" l="l" r="r" t="t"/>
                <a:pathLst>
                  <a:path extrusionOk="0" h="212089" w="45719">
                    <a:moveTo>
                      <a:pt x="45139" y="0"/>
                    </a:moveTo>
                    <a:lnTo>
                      <a:pt x="0" y="0"/>
                    </a:lnTo>
                    <a:lnTo>
                      <a:pt x="0" y="212056"/>
                    </a:lnTo>
                    <a:lnTo>
                      <a:pt x="45139" y="212056"/>
                    </a:lnTo>
                    <a:lnTo>
                      <a:pt x="45139" y="0"/>
                    </a:lnTo>
                    <a:close/>
                  </a:path>
                </a:pathLst>
              </a:custGeom>
              <a:solidFill>
                <a:srgbClr val="00000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pic>
            <p:nvPicPr>
              <p:cNvPr id="165" name="Google Shape;165;p4"/>
              <p:cNvPicPr preferRelativeResize="0"/>
              <p:nvPr/>
            </p:nvPicPr>
            <p:blipFill rotWithShape="1">
              <a:blip r:embed="rId10">
                <a:alphaModFix/>
              </a:blip>
              <a:srcRect b="0" l="0" r="0" t="0"/>
              <a:stretch/>
            </p:blipFill>
            <p:spPr>
              <a:xfrm>
                <a:off x="2788124" y="1512390"/>
                <a:ext cx="373245" cy="212464"/>
              </a:xfrm>
              <a:prstGeom prst="rect">
                <a:avLst/>
              </a:prstGeom>
              <a:noFill/>
              <a:ln>
                <a:noFill/>
              </a:ln>
            </p:spPr>
          </p:pic>
          <p:sp>
            <p:nvSpPr>
              <p:cNvPr id="166" name="Google Shape;166;p4"/>
              <p:cNvSpPr/>
              <p:nvPr/>
            </p:nvSpPr>
            <p:spPr>
              <a:xfrm>
                <a:off x="3184880" y="1512398"/>
                <a:ext cx="135254" cy="212089"/>
              </a:xfrm>
              <a:custGeom>
                <a:rect b="b" l="l" r="r" t="t"/>
                <a:pathLst>
                  <a:path extrusionOk="0" h="212089" w="135254">
                    <a:moveTo>
                      <a:pt x="134810" y="172720"/>
                    </a:moveTo>
                    <a:lnTo>
                      <a:pt x="45148" y="172720"/>
                    </a:lnTo>
                    <a:lnTo>
                      <a:pt x="45148" y="0"/>
                    </a:lnTo>
                    <a:lnTo>
                      <a:pt x="0" y="0"/>
                    </a:lnTo>
                    <a:lnTo>
                      <a:pt x="0" y="172720"/>
                    </a:lnTo>
                    <a:lnTo>
                      <a:pt x="0" y="212090"/>
                    </a:lnTo>
                    <a:lnTo>
                      <a:pt x="134810" y="212090"/>
                    </a:lnTo>
                    <a:lnTo>
                      <a:pt x="134810" y="172720"/>
                    </a:lnTo>
                    <a:close/>
                  </a:path>
                </a:pathLst>
              </a:custGeom>
              <a:solidFill>
                <a:srgbClr val="00000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gr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Title Blue with Photo Block">
  <p:cSld name="+ Cover Title blue 1">
    <p:bg>
      <p:bgPr>
        <a:solidFill>
          <a:schemeClr val="accent1"/>
        </a:solidFill>
      </p:bgPr>
    </p:bg>
    <p:spTree>
      <p:nvGrpSpPr>
        <p:cNvPr id="167" name="Shape 167"/>
        <p:cNvGrpSpPr/>
        <p:nvPr/>
      </p:nvGrpSpPr>
      <p:grpSpPr>
        <a:xfrm>
          <a:off x="0" y="0"/>
          <a:ext cx="0" cy="0"/>
          <a:chOff x="0" y="0"/>
          <a:chExt cx="0" cy="0"/>
        </a:xfrm>
      </p:grpSpPr>
      <p:sp>
        <p:nvSpPr>
          <p:cNvPr id="168" name="Google Shape;168;p5"/>
          <p:cNvSpPr txBox="1"/>
          <p:nvPr>
            <p:ph type="title"/>
          </p:nvPr>
        </p:nvSpPr>
        <p:spPr>
          <a:xfrm>
            <a:off x="446650" y="2676750"/>
            <a:ext cx="4295700" cy="1034100"/>
          </a:xfrm>
          <a:prstGeom prst="rect">
            <a:avLst/>
          </a:prstGeom>
          <a:noFill/>
          <a:ln>
            <a:noFill/>
          </a:ln>
        </p:spPr>
        <p:txBody>
          <a:bodyPr anchorCtr="0" anchor="t" bIns="0" lIns="0" spcFirstLastPara="1" rIns="0" wrap="square" tIns="0">
            <a:spAutoFit/>
          </a:bodyPr>
          <a:lstStyle>
            <a:lvl1pPr lvl="0" marR="0" rtl="0" algn="l">
              <a:lnSpc>
                <a:spcPct val="80000"/>
              </a:lnSpc>
              <a:spcBef>
                <a:spcPts val="0"/>
              </a:spcBef>
              <a:spcAft>
                <a:spcPts val="0"/>
              </a:spcAft>
              <a:buClr>
                <a:schemeClr val="lt1"/>
              </a:buClr>
              <a:buSzPts val="4200"/>
              <a:buFont typeface="Proxima Nova"/>
              <a:buNone/>
              <a:defRPr b="1" i="0" sz="4200" u="none" cap="none" strike="noStrike">
                <a:solidFill>
                  <a:schemeClr val="lt1"/>
                </a:solidFill>
                <a:latin typeface="Proxima Nova"/>
                <a:ea typeface="Proxima Nova"/>
                <a:cs typeface="Proxima Nova"/>
                <a:sym typeface="Proxima Nova"/>
              </a:defRPr>
            </a:lvl1pPr>
            <a:lvl2pPr lvl="1" marR="0" rtl="0" algn="l">
              <a:lnSpc>
                <a:spcPct val="100000"/>
              </a:lnSpc>
              <a:spcBef>
                <a:spcPts val="0"/>
              </a:spcBef>
              <a:spcAft>
                <a:spcPts val="0"/>
              </a:spcAft>
              <a:buClr>
                <a:srgbClr val="000000"/>
              </a:buClr>
              <a:buSzPts val="6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6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6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6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6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6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6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600"/>
              <a:buFont typeface="Arial"/>
              <a:buNone/>
              <a:defRPr b="0" i="0" sz="1400" u="none" cap="none" strike="noStrike">
                <a:solidFill>
                  <a:srgbClr val="000000"/>
                </a:solidFill>
                <a:latin typeface="Arial"/>
                <a:ea typeface="Arial"/>
                <a:cs typeface="Arial"/>
                <a:sym typeface="Arial"/>
              </a:defRPr>
            </a:lvl9pPr>
          </a:lstStyle>
          <a:p/>
        </p:txBody>
      </p:sp>
      <p:sp>
        <p:nvSpPr>
          <p:cNvPr id="169" name="Google Shape;169;p5"/>
          <p:cNvSpPr txBox="1"/>
          <p:nvPr>
            <p:ph idx="1" type="subTitle"/>
          </p:nvPr>
        </p:nvSpPr>
        <p:spPr>
          <a:xfrm>
            <a:off x="446650" y="3732650"/>
            <a:ext cx="4564800" cy="376200"/>
          </a:xfrm>
          <a:prstGeom prst="rect">
            <a:avLst/>
          </a:prstGeom>
          <a:noFill/>
          <a:ln>
            <a:noFill/>
          </a:ln>
        </p:spPr>
        <p:txBody>
          <a:bodyPr anchorCtr="0" anchor="t" bIns="0" lIns="0" spcFirstLastPara="1" rIns="0" wrap="square" tIns="0">
            <a:noAutofit/>
          </a:bodyPr>
          <a:lstStyle>
            <a:lvl1pPr lvl="0" marR="0" rtl="0" algn="l">
              <a:lnSpc>
                <a:spcPct val="100000"/>
              </a:lnSpc>
              <a:spcBef>
                <a:spcPts val="0"/>
              </a:spcBef>
              <a:spcAft>
                <a:spcPts val="0"/>
              </a:spcAft>
              <a:buClr>
                <a:srgbClr val="CCCCCC"/>
              </a:buClr>
              <a:buSzPts val="2400"/>
              <a:buFont typeface="Proxima Nova"/>
              <a:buNone/>
              <a:defRPr b="0" i="0" sz="2400" u="none" cap="none" strike="noStrike">
                <a:solidFill>
                  <a:srgbClr val="CCCCCC"/>
                </a:solidFill>
                <a:latin typeface="Proxima Nova"/>
                <a:ea typeface="Proxima Nova"/>
                <a:cs typeface="Proxima Nova"/>
                <a:sym typeface="Proxima Nova"/>
              </a:defRPr>
            </a:lvl1pPr>
            <a:lvl2pPr lvl="1" marR="0" rtl="0" algn="l">
              <a:lnSpc>
                <a:spcPct val="100000"/>
              </a:lnSpc>
              <a:spcBef>
                <a:spcPts val="0"/>
              </a:spcBef>
              <a:spcAft>
                <a:spcPts val="0"/>
              </a:spcAft>
              <a:buClr>
                <a:srgbClr val="CCCCCC"/>
              </a:buClr>
              <a:buSzPts val="2400"/>
              <a:buFont typeface="Proxima Nova"/>
              <a:buNone/>
              <a:defRPr b="0" i="0" sz="2400" u="none" cap="none" strike="noStrike">
                <a:solidFill>
                  <a:srgbClr val="CCCCCC"/>
                </a:solidFill>
                <a:latin typeface="Proxima Nova"/>
                <a:ea typeface="Proxima Nova"/>
                <a:cs typeface="Proxima Nova"/>
                <a:sym typeface="Proxima Nova"/>
              </a:defRPr>
            </a:lvl2pPr>
            <a:lvl3pPr lvl="2" marR="0" rtl="0" algn="l">
              <a:lnSpc>
                <a:spcPct val="100000"/>
              </a:lnSpc>
              <a:spcBef>
                <a:spcPts val="0"/>
              </a:spcBef>
              <a:spcAft>
                <a:spcPts val="0"/>
              </a:spcAft>
              <a:buClr>
                <a:srgbClr val="CCCCCC"/>
              </a:buClr>
              <a:buSzPts val="2400"/>
              <a:buFont typeface="Proxima Nova"/>
              <a:buNone/>
              <a:defRPr b="0" i="0" sz="2400" u="none" cap="none" strike="noStrike">
                <a:solidFill>
                  <a:srgbClr val="CCCCCC"/>
                </a:solidFill>
                <a:latin typeface="Proxima Nova"/>
                <a:ea typeface="Proxima Nova"/>
                <a:cs typeface="Proxima Nova"/>
                <a:sym typeface="Proxima Nova"/>
              </a:defRPr>
            </a:lvl3pPr>
            <a:lvl4pPr lvl="3" marR="0" rtl="0" algn="l">
              <a:lnSpc>
                <a:spcPct val="100000"/>
              </a:lnSpc>
              <a:spcBef>
                <a:spcPts val="0"/>
              </a:spcBef>
              <a:spcAft>
                <a:spcPts val="0"/>
              </a:spcAft>
              <a:buClr>
                <a:srgbClr val="CCCCCC"/>
              </a:buClr>
              <a:buSzPts val="2400"/>
              <a:buFont typeface="Proxima Nova"/>
              <a:buNone/>
              <a:defRPr b="0" i="0" sz="2400" u="none" cap="none" strike="noStrike">
                <a:solidFill>
                  <a:srgbClr val="CCCCCC"/>
                </a:solidFill>
                <a:latin typeface="Proxima Nova"/>
                <a:ea typeface="Proxima Nova"/>
                <a:cs typeface="Proxima Nova"/>
                <a:sym typeface="Proxima Nova"/>
              </a:defRPr>
            </a:lvl4pPr>
            <a:lvl5pPr lvl="4" marR="0" rtl="0" algn="l">
              <a:lnSpc>
                <a:spcPct val="100000"/>
              </a:lnSpc>
              <a:spcBef>
                <a:spcPts val="0"/>
              </a:spcBef>
              <a:spcAft>
                <a:spcPts val="0"/>
              </a:spcAft>
              <a:buClr>
                <a:srgbClr val="CCCCCC"/>
              </a:buClr>
              <a:buSzPts val="2400"/>
              <a:buFont typeface="Proxima Nova"/>
              <a:buNone/>
              <a:defRPr b="0" i="0" sz="2400" u="none" cap="none" strike="noStrike">
                <a:solidFill>
                  <a:srgbClr val="CCCCCC"/>
                </a:solidFill>
                <a:latin typeface="Proxima Nova"/>
                <a:ea typeface="Proxima Nova"/>
                <a:cs typeface="Proxima Nova"/>
                <a:sym typeface="Proxima Nova"/>
              </a:defRPr>
            </a:lvl5pPr>
            <a:lvl6pPr lvl="5" marR="0" rtl="0" algn="l">
              <a:lnSpc>
                <a:spcPct val="100000"/>
              </a:lnSpc>
              <a:spcBef>
                <a:spcPts val="0"/>
              </a:spcBef>
              <a:spcAft>
                <a:spcPts val="0"/>
              </a:spcAft>
              <a:buClr>
                <a:srgbClr val="CCCCCC"/>
              </a:buClr>
              <a:buSzPts val="2400"/>
              <a:buFont typeface="Proxima Nova"/>
              <a:buNone/>
              <a:defRPr b="0" i="0" sz="2400" u="none" cap="none" strike="noStrike">
                <a:solidFill>
                  <a:srgbClr val="CCCCCC"/>
                </a:solidFill>
                <a:latin typeface="Proxima Nova"/>
                <a:ea typeface="Proxima Nova"/>
                <a:cs typeface="Proxima Nova"/>
                <a:sym typeface="Proxima Nova"/>
              </a:defRPr>
            </a:lvl6pPr>
            <a:lvl7pPr lvl="6" marR="0" rtl="0" algn="l">
              <a:lnSpc>
                <a:spcPct val="100000"/>
              </a:lnSpc>
              <a:spcBef>
                <a:spcPts val="0"/>
              </a:spcBef>
              <a:spcAft>
                <a:spcPts val="0"/>
              </a:spcAft>
              <a:buClr>
                <a:srgbClr val="CCCCCC"/>
              </a:buClr>
              <a:buSzPts val="2400"/>
              <a:buFont typeface="Proxima Nova"/>
              <a:buNone/>
              <a:defRPr b="0" i="0" sz="2400" u="none" cap="none" strike="noStrike">
                <a:solidFill>
                  <a:srgbClr val="CCCCCC"/>
                </a:solidFill>
                <a:latin typeface="Proxima Nova"/>
                <a:ea typeface="Proxima Nova"/>
                <a:cs typeface="Proxima Nova"/>
                <a:sym typeface="Proxima Nova"/>
              </a:defRPr>
            </a:lvl7pPr>
            <a:lvl8pPr lvl="7" marR="0" rtl="0" algn="l">
              <a:lnSpc>
                <a:spcPct val="100000"/>
              </a:lnSpc>
              <a:spcBef>
                <a:spcPts val="0"/>
              </a:spcBef>
              <a:spcAft>
                <a:spcPts val="0"/>
              </a:spcAft>
              <a:buClr>
                <a:srgbClr val="CCCCCC"/>
              </a:buClr>
              <a:buSzPts val="2400"/>
              <a:buFont typeface="Proxima Nova"/>
              <a:buNone/>
              <a:defRPr b="0" i="0" sz="2400" u="none" cap="none" strike="noStrike">
                <a:solidFill>
                  <a:srgbClr val="CCCCCC"/>
                </a:solidFill>
                <a:latin typeface="Proxima Nova"/>
                <a:ea typeface="Proxima Nova"/>
                <a:cs typeface="Proxima Nova"/>
                <a:sym typeface="Proxima Nova"/>
              </a:defRPr>
            </a:lvl8pPr>
            <a:lvl9pPr lvl="8" marR="0" rtl="0" algn="l">
              <a:lnSpc>
                <a:spcPct val="100000"/>
              </a:lnSpc>
              <a:spcBef>
                <a:spcPts val="0"/>
              </a:spcBef>
              <a:spcAft>
                <a:spcPts val="0"/>
              </a:spcAft>
              <a:buClr>
                <a:srgbClr val="CCCCCC"/>
              </a:buClr>
              <a:buSzPts val="2400"/>
              <a:buFont typeface="Proxima Nova"/>
              <a:buNone/>
              <a:defRPr b="0" i="0" sz="2400" u="none" cap="none" strike="noStrike">
                <a:solidFill>
                  <a:srgbClr val="CCCCCC"/>
                </a:solidFill>
                <a:latin typeface="Proxima Nova"/>
                <a:ea typeface="Proxima Nova"/>
                <a:cs typeface="Proxima Nova"/>
                <a:sym typeface="Proxima Nova"/>
              </a:defRPr>
            </a:lvl9pPr>
          </a:lstStyle>
          <a:p/>
        </p:txBody>
      </p:sp>
      <p:sp>
        <p:nvSpPr>
          <p:cNvPr id="170" name="Google Shape;170;p5"/>
          <p:cNvSpPr txBox="1"/>
          <p:nvPr>
            <p:ph idx="2" type="body"/>
          </p:nvPr>
        </p:nvSpPr>
        <p:spPr>
          <a:xfrm>
            <a:off x="446650" y="4821112"/>
            <a:ext cx="4578600" cy="211800"/>
          </a:xfrm>
          <a:prstGeom prst="rect">
            <a:avLst/>
          </a:prstGeom>
          <a:noFill/>
          <a:ln>
            <a:noFill/>
          </a:ln>
        </p:spPr>
        <p:txBody>
          <a:bodyPr anchorCtr="0" anchor="t" bIns="0" lIns="0" spcFirstLastPara="1" rIns="0" wrap="square" tIns="0">
            <a:noAutofit/>
          </a:bodyPr>
          <a:lstStyle>
            <a:lvl1pPr indent="-228600" lvl="0" marL="457200" marR="0" rtl="0" algn="l">
              <a:lnSpc>
                <a:spcPct val="100000"/>
              </a:lnSpc>
              <a:spcBef>
                <a:spcPts val="0"/>
              </a:spcBef>
              <a:spcAft>
                <a:spcPts val="0"/>
              </a:spcAft>
              <a:buClr>
                <a:schemeClr val="lt1"/>
              </a:buClr>
              <a:buSzPts val="1400"/>
              <a:buNone/>
              <a:defRPr b="0" i="0" sz="1000" u="none" cap="none" strike="noStrike">
                <a:solidFill>
                  <a:schemeClr val="lt1"/>
                </a:solidFill>
                <a:latin typeface="Proxima Nova"/>
                <a:ea typeface="Proxima Nova"/>
                <a:cs typeface="Proxima Nova"/>
                <a:sym typeface="Proxima Nova"/>
              </a:defRPr>
            </a:lvl1pPr>
            <a:lvl2pPr indent="-228600" lvl="1" marL="914400" marR="0" rtl="0" algn="l">
              <a:lnSpc>
                <a:spcPct val="100000"/>
              </a:lnSpc>
              <a:spcBef>
                <a:spcPts val="0"/>
              </a:spcBef>
              <a:spcAft>
                <a:spcPts val="0"/>
              </a:spcAft>
              <a:buClr>
                <a:schemeClr val="lt1"/>
              </a:buClr>
              <a:buSzPts val="1400"/>
              <a:buNone/>
              <a:defRPr b="0" i="0" sz="1400" u="none" cap="none" strike="noStrike">
                <a:solidFill>
                  <a:schemeClr val="lt1"/>
                </a:solidFill>
                <a:latin typeface="Arial"/>
                <a:ea typeface="Arial"/>
                <a:cs typeface="Arial"/>
                <a:sym typeface="Arial"/>
              </a:defRPr>
            </a:lvl2pPr>
            <a:lvl3pPr indent="-228600" lvl="2" marL="1371600" marR="0" rtl="0" algn="l">
              <a:lnSpc>
                <a:spcPct val="100000"/>
              </a:lnSpc>
              <a:spcBef>
                <a:spcPts val="0"/>
              </a:spcBef>
              <a:spcAft>
                <a:spcPts val="0"/>
              </a:spcAft>
              <a:buClr>
                <a:schemeClr val="lt1"/>
              </a:buClr>
              <a:buSzPts val="1400"/>
              <a:buNone/>
              <a:defRPr b="0" i="0" sz="1400" u="none" cap="none" strike="noStrike">
                <a:solidFill>
                  <a:schemeClr val="lt1"/>
                </a:solidFill>
                <a:latin typeface="Arial"/>
                <a:ea typeface="Arial"/>
                <a:cs typeface="Arial"/>
                <a:sym typeface="Arial"/>
              </a:defRPr>
            </a:lvl3pPr>
            <a:lvl4pPr indent="-228600" lvl="3" marL="1828800" marR="0" rtl="0" algn="l">
              <a:lnSpc>
                <a:spcPct val="100000"/>
              </a:lnSpc>
              <a:spcBef>
                <a:spcPts val="0"/>
              </a:spcBef>
              <a:spcAft>
                <a:spcPts val="0"/>
              </a:spcAft>
              <a:buClr>
                <a:schemeClr val="lt1"/>
              </a:buClr>
              <a:buSzPts val="1400"/>
              <a:buNone/>
              <a:defRPr b="0" i="0" sz="1400" u="none" cap="none" strike="noStrike">
                <a:solidFill>
                  <a:schemeClr val="lt1"/>
                </a:solidFill>
                <a:latin typeface="Arial"/>
                <a:ea typeface="Arial"/>
                <a:cs typeface="Arial"/>
                <a:sym typeface="Arial"/>
              </a:defRPr>
            </a:lvl4pPr>
            <a:lvl5pPr indent="-228600" lvl="4" marL="2286000" marR="0" rtl="0" algn="l">
              <a:lnSpc>
                <a:spcPct val="100000"/>
              </a:lnSpc>
              <a:spcBef>
                <a:spcPts val="0"/>
              </a:spcBef>
              <a:spcAft>
                <a:spcPts val="0"/>
              </a:spcAft>
              <a:buClr>
                <a:schemeClr val="lt1"/>
              </a:buClr>
              <a:buSzPts val="1400"/>
              <a:buNone/>
              <a:defRPr b="0" i="0" sz="1400" u="none" cap="none" strike="noStrike">
                <a:solidFill>
                  <a:schemeClr val="lt1"/>
                </a:solidFill>
                <a:latin typeface="Arial"/>
                <a:ea typeface="Arial"/>
                <a:cs typeface="Arial"/>
                <a:sym typeface="Arial"/>
              </a:defRPr>
            </a:lvl5pPr>
            <a:lvl6pPr indent="-228600" lvl="5" marL="2743200" marR="0" rtl="0" algn="l">
              <a:lnSpc>
                <a:spcPct val="100000"/>
              </a:lnSpc>
              <a:spcBef>
                <a:spcPts val="0"/>
              </a:spcBef>
              <a:spcAft>
                <a:spcPts val="0"/>
              </a:spcAft>
              <a:buClr>
                <a:schemeClr val="lt1"/>
              </a:buClr>
              <a:buSzPts val="1400"/>
              <a:buNone/>
              <a:defRPr b="0" i="0" sz="1400" u="none" cap="none" strike="noStrike">
                <a:solidFill>
                  <a:schemeClr val="lt1"/>
                </a:solidFill>
                <a:latin typeface="Arial"/>
                <a:ea typeface="Arial"/>
                <a:cs typeface="Arial"/>
                <a:sym typeface="Arial"/>
              </a:defRPr>
            </a:lvl6pPr>
            <a:lvl7pPr indent="-228600" lvl="6" marL="3200400" marR="0" rtl="0" algn="l">
              <a:lnSpc>
                <a:spcPct val="100000"/>
              </a:lnSpc>
              <a:spcBef>
                <a:spcPts val="0"/>
              </a:spcBef>
              <a:spcAft>
                <a:spcPts val="0"/>
              </a:spcAft>
              <a:buClr>
                <a:schemeClr val="lt1"/>
              </a:buClr>
              <a:buSzPts val="1400"/>
              <a:buNone/>
              <a:defRPr b="0" i="0" sz="1400" u="none" cap="none" strike="noStrike">
                <a:solidFill>
                  <a:schemeClr val="lt1"/>
                </a:solidFill>
                <a:latin typeface="Arial"/>
                <a:ea typeface="Arial"/>
                <a:cs typeface="Arial"/>
                <a:sym typeface="Arial"/>
              </a:defRPr>
            </a:lvl7pPr>
            <a:lvl8pPr indent="-228600" lvl="7" marL="3657600" marR="0" rtl="0" algn="l">
              <a:lnSpc>
                <a:spcPct val="100000"/>
              </a:lnSpc>
              <a:spcBef>
                <a:spcPts val="0"/>
              </a:spcBef>
              <a:spcAft>
                <a:spcPts val="0"/>
              </a:spcAft>
              <a:buClr>
                <a:schemeClr val="lt1"/>
              </a:buClr>
              <a:buSzPts val="1400"/>
              <a:buNone/>
              <a:defRPr b="0" i="0" sz="1400" u="none" cap="none" strike="noStrike">
                <a:solidFill>
                  <a:schemeClr val="lt1"/>
                </a:solidFill>
                <a:latin typeface="Arial"/>
                <a:ea typeface="Arial"/>
                <a:cs typeface="Arial"/>
                <a:sym typeface="Arial"/>
              </a:defRPr>
            </a:lvl8pPr>
            <a:lvl9pPr indent="-228600" lvl="8" marL="4114800" marR="0" rtl="0" algn="l">
              <a:lnSpc>
                <a:spcPct val="100000"/>
              </a:lnSpc>
              <a:spcBef>
                <a:spcPts val="0"/>
              </a:spcBef>
              <a:spcAft>
                <a:spcPts val="0"/>
              </a:spcAft>
              <a:buClr>
                <a:schemeClr val="lt1"/>
              </a:buClr>
              <a:buSzPts val="1400"/>
              <a:buNone/>
              <a:defRPr b="0" i="0" sz="1400" u="none" cap="none" strike="noStrike">
                <a:solidFill>
                  <a:schemeClr val="lt1"/>
                </a:solidFill>
                <a:latin typeface="Arial"/>
                <a:ea typeface="Arial"/>
                <a:cs typeface="Arial"/>
                <a:sym typeface="Arial"/>
              </a:defRPr>
            </a:lvl9pPr>
          </a:lstStyle>
          <a:p/>
        </p:txBody>
      </p:sp>
      <p:grpSp>
        <p:nvGrpSpPr>
          <p:cNvPr id="171" name="Google Shape;171;p5"/>
          <p:cNvGrpSpPr/>
          <p:nvPr/>
        </p:nvGrpSpPr>
        <p:grpSpPr>
          <a:xfrm rot="10800000">
            <a:off x="6147745" y="4298413"/>
            <a:ext cx="610568" cy="528094"/>
            <a:chOff x="10297594" y="731834"/>
            <a:chExt cx="828675" cy="723218"/>
          </a:xfrm>
        </p:grpSpPr>
        <p:sp>
          <p:nvSpPr>
            <p:cNvPr id="172" name="Google Shape;172;p5"/>
            <p:cNvSpPr/>
            <p:nvPr/>
          </p:nvSpPr>
          <p:spPr>
            <a:xfrm>
              <a:off x="10315915" y="750975"/>
              <a:ext cx="791845" cy="457200"/>
            </a:xfrm>
            <a:custGeom>
              <a:rect b="b" l="l" r="r" t="t"/>
              <a:pathLst>
                <a:path extrusionOk="0" h="457200" w="791845">
                  <a:moveTo>
                    <a:pt x="197899" y="0"/>
                  </a:moveTo>
                  <a:lnTo>
                    <a:pt x="0" y="114258"/>
                  </a:lnTo>
                  <a:lnTo>
                    <a:pt x="593699" y="457033"/>
                  </a:lnTo>
                  <a:lnTo>
                    <a:pt x="791598" y="342774"/>
                  </a:lnTo>
                  <a:lnTo>
                    <a:pt x="197899"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Arial"/>
                <a:ea typeface="Arial"/>
                <a:cs typeface="Arial"/>
                <a:sym typeface="Arial"/>
              </a:endParaRPr>
            </a:p>
          </p:txBody>
        </p:sp>
        <p:sp>
          <p:nvSpPr>
            <p:cNvPr id="173" name="Google Shape;173;p5"/>
            <p:cNvSpPr/>
            <p:nvPr/>
          </p:nvSpPr>
          <p:spPr>
            <a:xfrm>
              <a:off x="10297594" y="731834"/>
              <a:ext cx="828675" cy="494665"/>
            </a:xfrm>
            <a:custGeom>
              <a:rect b="b" l="l" r="r" t="t"/>
              <a:pathLst>
                <a:path extrusionOk="0" h="494665" w="828675">
                  <a:moveTo>
                    <a:pt x="219710" y="0"/>
                  </a:moveTo>
                  <a:lnTo>
                    <a:pt x="212716" y="0"/>
                  </a:lnTo>
                  <a:lnTo>
                    <a:pt x="3497" y="120802"/>
                  </a:lnTo>
                  <a:lnTo>
                    <a:pt x="0" y="126854"/>
                  </a:lnTo>
                  <a:lnTo>
                    <a:pt x="0" y="139943"/>
                  </a:lnTo>
                  <a:lnTo>
                    <a:pt x="3497" y="145995"/>
                  </a:lnTo>
                  <a:lnTo>
                    <a:pt x="605698" y="493681"/>
                  </a:lnTo>
                  <a:lnTo>
                    <a:pt x="608861" y="494498"/>
                  </a:lnTo>
                  <a:lnTo>
                    <a:pt x="615185" y="494498"/>
                  </a:lnTo>
                  <a:lnTo>
                    <a:pt x="618358" y="493681"/>
                  </a:lnTo>
                  <a:lnTo>
                    <a:pt x="685329" y="455012"/>
                  </a:lnTo>
                  <a:lnTo>
                    <a:pt x="612023" y="455012"/>
                  </a:lnTo>
                  <a:lnTo>
                    <a:pt x="54972" y="133399"/>
                  </a:lnTo>
                  <a:lnTo>
                    <a:pt x="216213" y="40291"/>
                  </a:lnTo>
                  <a:lnTo>
                    <a:pt x="289498" y="40291"/>
                  </a:lnTo>
                  <a:lnTo>
                    <a:pt x="219710" y="0"/>
                  </a:lnTo>
                  <a:close/>
                </a:path>
                <a:path extrusionOk="0" h="494665" w="828675">
                  <a:moveTo>
                    <a:pt x="289498" y="40291"/>
                  </a:moveTo>
                  <a:lnTo>
                    <a:pt x="216213" y="40291"/>
                  </a:lnTo>
                  <a:lnTo>
                    <a:pt x="773274" y="361915"/>
                  </a:lnTo>
                  <a:lnTo>
                    <a:pt x="612023" y="455012"/>
                  </a:lnTo>
                  <a:lnTo>
                    <a:pt x="685329" y="455012"/>
                  </a:lnTo>
                  <a:lnTo>
                    <a:pt x="824749" y="374512"/>
                  </a:lnTo>
                  <a:lnTo>
                    <a:pt x="828247" y="368459"/>
                  </a:lnTo>
                  <a:lnTo>
                    <a:pt x="828247" y="355371"/>
                  </a:lnTo>
                  <a:lnTo>
                    <a:pt x="824749" y="349319"/>
                  </a:lnTo>
                  <a:lnTo>
                    <a:pt x="289498" y="40291"/>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Arial"/>
                <a:ea typeface="Arial"/>
                <a:cs typeface="Arial"/>
                <a:sym typeface="Arial"/>
              </a:endParaRPr>
            </a:p>
          </p:txBody>
        </p:sp>
        <p:sp>
          <p:nvSpPr>
            <p:cNvPr id="174" name="Google Shape;174;p5"/>
            <p:cNvSpPr/>
            <p:nvPr/>
          </p:nvSpPr>
          <p:spPr>
            <a:xfrm>
              <a:off x="10315915" y="865233"/>
              <a:ext cx="593725" cy="571500"/>
            </a:xfrm>
            <a:custGeom>
              <a:rect b="b" l="l" r="r" t="t"/>
              <a:pathLst>
                <a:path extrusionOk="0" h="571500" w="593725">
                  <a:moveTo>
                    <a:pt x="0" y="0"/>
                  </a:moveTo>
                  <a:lnTo>
                    <a:pt x="0" y="228516"/>
                  </a:lnTo>
                  <a:lnTo>
                    <a:pt x="593699" y="571291"/>
                  </a:lnTo>
                  <a:lnTo>
                    <a:pt x="593699" y="342774"/>
                  </a:lnTo>
                  <a:lnTo>
                    <a:pt x="0" y="0"/>
                  </a:lnTo>
                  <a:close/>
                </a:path>
              </a:pathLst>
            </a:custGeom>
            <a:solidFill>
              <a:srgbClr val="F9C80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Arial"/>
                <a:ea typeface="Arial"/>
                <a:cs typeface="Arial"/>
                <a:sym typeface="Arial"/>
              </a:endParaRPr>
            </a:p>
          </p:txBody>
        </p:sp>
        <p:sp>
          <p:nvSpPr>
            <p:cNvPr id="175" name="Google Shape;175;p5"/>
            <p:cNvSpPr/>
            <p:nvPr/>
          </p:nvSpPr>
          <p:spPr>
            <a:xfrm>
              <a:off x="10297594" y="846087"/>
              <a:ext cx="630554" cy="608965"/>
            </a:xfrm>
            <a:custGeom>
              <a:rect b="b" l="l" r="r" t="t"/>
              <a:pathLst>
                <a:path extrusionOk="0" h="608965" w="630554">
                  <a:moveTo>
                    <a:pt x="21821" y="0"/>
                  </a:moveTo>
                  <a:lnTo>
                    <a:pt x="14826" y="0"/>
                  </a:lnTo>
                  <a:lnTo>
                    <a:pt x="3497" y="6544"/>
                  </a:lnTo>
                  <a:lnTo>
                    <a:pt x="0" y="12606"/>
                  </a:lnTo>
                  <a:lnTo>
                    <a:pt x="0" y="254201"/>
                  </a:lnTo>
                  <a:lnTo>
                    <a:pt x="3497" y="260253"/>
                  </a:lnTo>
                  <a:lnTo>
                    <a:pt x="605698" y="607939"/>
                  </a:lnTo>
                  <a:lnTo>
                    <a:pt x="608861" y="608756"/>
                  </a:lnTo>
                  <a:lnTo>
                    <a:pt x="615185" y="608756"/>
                  </a:lnTo>
                  <a:lnTo>
                    <a:pt x="618358" y="607939"/>
                  </a:lnTo>
                  <a:lnTo>
                    <a:pt x="626850" y="603028"/>
                  </a:lnTo>
                  <a:lnTo>
                    <a:pt x="630347" y="596976"/>
                  </a:lnTo>
                  <a:lnTo>
                    <a:pt x="630347" y="558695"/>
                  </a:lnTo>
                  <a:lnTo>
                    <a:pt x="593699" y="558695"/>
                  </a:lnTo>
                  <a:lnTo>
                    <a:pt x="36648" y="237081"/>
                  </a:lnTo>
                  <a:lnTo>
                    <a:pt x="36648" y="50888"/>
                  </a:lnTo>
                  <a:lnTo>
                    <a:pt x="109961" y="50888"/>
                  </a:lnTo>
                  <a:lnTo>
                    <a:pt x="21821" y="0"/>
                  </a:lnTo>
                  <a:close/>
                </a:path>
                <a:path extrusionOk="0" h="608965" w="630554">
                  <a:moveTo>
                    <a:pt x="109961" y="50888"/>
                  </a:moveTo>
                  <a:lnTo>
                    <a:pt x="36648" y="50888"/>
                  </a:lnTo>
                  <a:lnTo>
                    <a:pt x="593699" y="372501"/>
                  </a:lnTo>
                  <a:lnTo>
                    <a:pt x="593699" y="558695"/>
                  </a:lnTo>
                  <a:lnTo>
                    <a:pt x="630347" y="558695"/>
                  </a:lnTo>
                  <a:lnTo>
                    <a:pt x="630347" y="355371"/>
                  </a:lnTo>
                  <a:lnTo>
                    <a:pt x="626850" y="349319"/>
                  </a:lnTo>
                  <a:lnTo>
                    <a:pt x="109961" y="50888"/>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Arial"/>
                <a:ea typeface="Arial"/>
                <a:cs typeface="Arial"/>
                <a:sym typeface="Arial"/>
              </a:endParaRPr>
            </a:p>
          </p:txBody>
        </p:sp>
        <p:sp>
          <p:nvSpPr>
            <p:cNvPr id="176" name="Google Shape;176;p5"/>
            <p:cNvSpPr/>
            <p:nvPr/>
          </p:nvSpPr>
          <p:spPr>
            <a:xfrm>
              <a:off x="10909615" y="1093748"/>
              <a:ext cx="198120" cy="342900"/>
            </a:xfrm>
            <a:custGeom>
              <a:rect b="b" l="l" r="r" t="t"/>
              <a:pathLst>
                <a:path extrusionOk="0" h="342900" w="198120">
                  <a:moveTo>
                    <a:pt x="197899" y="0"/>
                  </a:moveTo>
                  <a:lnTo>
                    <a:pt x="0" y="114258"/>
                  </a:lnTo>
                  <a:lnTo>
                    <a:pt x="0" y="342774"/>
                  </a:lnTo>
                  <a:lnTo>
                    <a:pt x="197899" y="228516"/>
                  </a:lnTo>
                  <a:lnTo>
                    <a:pt x="197899"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Arial"/>
                <a:ea typeface="Arial"/>
                <a:cs typeface="Arial"/>
                <a:sym typeface="Arial"/>
              </a:endParaRPr>
            </a:p>
          </p:txBody>
        </p:sp>
        <p:sp>
          <p:nvSpPr>
            <p:cNvPr id="177" name="Google Shape;177;p5"/>
            <p:cNvSpPr/>
            <p:nvPr/>
          </p:nvSpPr>
          <p:spPr>
            <a:xfrm>
              <a:off x="10891296" y="1074610"/>
              <a:ext cx="234950" cy="380365"/>
            </a:xfrm>
            <a:custGeom>
              <a:rect b="b" l="l" r="r" t="t"/>
              <a:pathLst>
                <a:path extrusionOk="0" h="380365" w="234950">
                  <a:moveTo>
                    <a:pt x="219710" y="0"/>
                  </a:moveTo>
                  <a:lnTo>
                    <a:pt x="212716" y="0"/>
                  </a:lnTo>
                  <a:lnTo>
                    <a:pt x="3497" y="120802"/>
                  </a:lnTo>
                  <a:lnTo>
                    <a:pt x="0" y="126854"/>
                  </a:lnTo>
                  <a:lnTo>
                    <a:pt x="0" y="368449"/>
                  </a:lnTo>
                  <a:lnTo>
                    <a:pt x="3497" y="374512"/>
                  </a:lnTo>
                  <a:lnTo>
                    <a:pt x="11999" y="379412"/>
                  </a:lnTo>
                  <a:lnTo>
                    <a:pt x="15161" y="380229"/>
                  </a:lnTo>
                  <a:lnTo>
                    <a:pt x="21486" y="380229"/>
                  </a:lnTo>
                  <a:lnTo>
                    <a:pt x="24648" y="379412"/>
                  </a:lnTo>
                  <a:lnTo>
                    <a:pt x="109943" y="330167"/>
                  </a:lnTo>
                  <a:lnTo>
                    <a:pt x="36648" y="330167"/>
                  </a:lnTo>
                  <a:lnTo>
                    <a:pt x="36648" y="143974"/>
                  </a:lnTo>
                  <a:lnTo>
                    <a:pt x="197889" y="50878"/>
                  </a:lnTo>
                  <a:lnTo>
                    <a:pt x="234537" y="50878"/>
                  </a:lnTo>
                  <a:lnTo>
                    <a:pt x="234537" y="12596"/>
                  </a:lnTo>
                  <a:lnTo>
                    <a:pt x="231040" y="6544"/>
                  </a:lnTo>
                  <a:lnTo>
                    <a:pt x="219710" y="0"/>
                  </a:lnTo>
                  <a:close/>
                </a:path>
                <a:path extrusionOk="0" h="380365" w="234950">
                  <a:moveTo>
                    <a:pt x="234537" y="50878"/>
                  </a:moveTo>
                  <a:lnTo>
                    <a:pt x="197889" y="50878"/>
                  </a:lnTo>
                  <a:lnTo>
                    <a:pt x="197889" y="237081"/>
                  </a:lnTo>
                  <a:lnTo>
                    <a:pt x="36648" y="330167"/>
                  </a:lnTo>
                  <a:lnTo>
                    <a:pt x="109943" y="330167"/>
                  </a:lnTo>
                  <a:lnTo>
                    <a:pt x="231040" y="260253"/>
                  </a:lnTo>
                  <a:lnTo>
                    <a:pt x="234537" y="254201"/>
                  </a:lnTo>
                  <a:lnTo>
                    <a:pt x="234537" y="50878"/>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Arial"/>
                <a:ea typeface="Arial"/>
                <a:cs typeface="Arial"/>
                <a:sym typeface="Arial"/>
              </a:endParaRPr>
            </a:p>
          </p:txBody>
        </p:sp>
      </p:grpSp>
      <p:grpSp>
        <p:nvGrpSpPr>
          <p:cNvPr id="178" name="Google Shape;178;p5"/>
          <p:cNvGrpSpPr/>
          <p:nvPr/>
        </p:nvGrpSpPr>
        <p:grpSpPr>
          <a:xfrm flipH="1" rot="10800000">
            <a:off x="3944218" y="563886"/>
            <a:ext cx="610568" cy="503360"/>
            <a:chOff x="10297594" y="731834"/>
            <a:chExt cx="828675" cy="723218"/>
          </a:xfrm>
        </p:grpSpPr>
        <p:sp>
          <p:nvSpPr>
            <p:cNvPr id="179" name="Google Shape;179;p5"/>
            <p:cNvSpPr/>
            <p:nvPr/>
          </p:nvSpPr>
          <p:spPr>
            <a:xfrm>
              <a:off x="10315915" y="750975"/>
              <a:ext cx="791845" cy="457200"/>
            </a:xfrm>
            <a:custGeom>
              <a:rect b="b" l="l" r="r" t="t"/>
              <a:pathLst>
                <a:path extrusionOk="0" h="457200" w="791845">
                  <a:moveTo>
                    <a:pt x="197899" y="0"/>
                  </a:moveTo>
                  <a:lnTo>
                    <a:pt x="0" y="114258"/>
                  </a:lnTo>
                  <a:lnTo>
                    <a:pt x="593699" y="457033"/>
                  </a:lnTo>
                  <a:lnTo>
                    <a:pt x="791598" y="342774"/>
                  </a:lnTo>
                  <a:lnTo>
                    <a:pt x="197899"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Arial"/>
                <a:ea typeface="Arial"/>
                <a:cs typeface="Arial"/>
                <a:sym typeface="Arial"/>
              </a:endParaRPr>
            </a:p>
          </p:txBody>
        </p:sp>
        <p:sp>
          <p:nvSpPr>
            <p:cNvPr id="180" name="Google Shape;180;p5"/>
            <p:cNvSpPr/>
            <p:nvPr/>
          </p:nvSpPr>
          <p:spPr>
            <a:xfrm>
              <a:off x="10297594" y="731834"/>
              <a:ext cx="828675" cy="494665"/>
            </a:xfrm>
            <a:custGeom>
              <a:rect b="b" l="l" r="r" t="t"/>
              <a:pathLst>
                <a:path extrusionOk="0" h="494665" w="828675">
                  <a:moveTo>
                    <a:pt x="219710" y="0"/>
                  </a:moveTo>
                  <a:lnTo>
                    <a:pt x="212716" y="0"/>
                  </a:lnTo>
                  <a:lnTo>
                    <a:pt x="3497" y="120802"/>
                  </a:lnTo>
                  <a:lnTo>
                    <a:pt x="0" y="126854"/>
                  </a:lnTo>
                  <a:lnTo>
                    <a:pt x="0" y="139943"/>
                  </a:lnTo>
                  <a:lnTo>
                    <a:pt x="3497" y="145995"/>
                  </a:lnTo>
                  <a:lnTo>
                    <a:pt x="605698" y="493681"/>
                  </a:lnTo>
                  <a:lnTo>
                    <a:pt x="608861" y="494498"/>
                  </a:lnTo>
                  <a:lnTo>
                    <a:pt x="615185" y="494498"/>
                  </a:lnTo>
                  <a:lnTo>
                    <a:pt x="618358" y="493681"/>
                  </a:lnTo>
                  <a:lnTo>
                    <a:pt x="685329" y="455012"/>
                  </a:lnTo>
                  <a:lnTo>
                    <a:pt x="612023" y="455012"/>
                  </a:lnTo>
                  <a:lnTo>
                    <a:pt x="54972" y="133399"/>
                  </a:lnTo>
                  <a:lnTo>
                    <a:pt x="216213" y="40291"/>
                  </a:lnTo>
                  <a:lnTo>
                    <a:pt x="289498" y="40291"/>
                  </a:lnTo>
                  <a:lnTo>
                    <a:pt x="219710" y="0"/>
                  </a:lnTo>
                  <a:close/>
                </a:path>
                <a:path extrusionOk="0" h="494665" w="828675">
                  <a:moveTo>
                    <a:pt x="289498" y="40291"/>
                  </a:moveTo>
                  <a:lnTo>
                    <a:pt x="216213" y="40291"/>
                  </a:lnTo>
                  <a:lnTo>
                    <a:pt x="773274" y="361915"/>
                  </a:lnTo>
                  <a:lnTo>
                    <a:pt x="612023" y="455012"/>
                  </a:lnTo>
                  <a:lnTo>
                    <a:pt x="685329" y="455012"/>
                  </a:lnTo>
                  <a:lnTo>
                    <a:pt x="824749" y="374512"/>
                  </a:lnTo>
                  <a:lnTo>
                    <a:pt x="828247" y="368459"/>
                  </a:lnTo>
                  <a:lnTo>
                    <a:pt x="828247" y="355371"/>
                  </a:lnTo>
                  <a:lnTo>
                    <a:pt x="824749" y="349319"/>
                  </a:lnTo>
                  <a:lnTo>
                    <a:pt x="289498" y="40291"/>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Arial"/>
                <a:ea typeface="Arial"/>
                <a:cs typeface="Arial"/>
                <a:sym typeface="Arial"/>
              </a:endParaRPr>
            </a:p>
          </p:txBody>
        </p:sp>
        <p:sp>
          <p:nvSpPr>
            <p:cNvPr id="181" name="Google Shape;181;p5"/>
            <p:cNvSpPr/>
            <p:nvPr/>
          </p:nvSpPr>
          <p:spPr>
            <a:xfrm>
              <a:off x="10315915" y="865233"/>
              <a:ext cx="593725" cy="571500"/>
            </a:xfrm>
            <a:custGeom>
              <a:rect b="b" l="l" r="r" t="t"/>
              <a:pathLst>
                <a:path extrusionOk="0" h="571500" w="593725">
                  <a:moveTo>
                    <a:pt x="0" y="0"/>
                  </a:moveTo>
                  <a:lnTo>
                    <a:pt x="0" y="228516"/>
                  </a:lnTo>
                  <a:lnTo>
                    <a:pt x="593699" y="571291"/>
                  </a:lnTo>
                  <a:lnTo>
                    <a:pt x="593699" y="342774"/>
                  </a:lnTo>
                  <a:lnTo>
                    <a:pt x="0" y="0"/>
                  </a:lnTo>
                  <a:close/>
                </a:path>
              </a:pathLst>
            </a:custGeom>
            <a:solidFill>
              <a:srgbClr val="00852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Arial"/>
                <a:ea typeface="Arial"/>
                <a:cs typeface="Arial"/>
                <a:sym typeface="Arial"/>
              </a:endParaRPr>
            </a:p>
          </p:txBody>
        </p:sp>
        <p:sp>
          <p:nvSpPr>
            <p:cNvPr id="182" name="Google Shape;182;p5"/>
            <p:cNvSpPr/>
            <p:nvPr/>
          </p:nvSpPr>
          <p:spPr>
            <a:xfrm>
              <a:off x="10297594" y="846087"/>
              <a:ext cx="630554" cy="608965"/>
            </a:xfrm>
            <a:custGeom>
              <a:rect b="b" l="l" r="r" t="t"/>
              <a:pathLst>
                <a:path extrusionOk="0" h="608965" w="630554">
                  <a:moveTo>
                    <a:pt x="21821" y="0"/>
                  </a:moveTo>
                  <a:lnTo>
                    <a:pt x="14826" y="0"/>
                  </a:lnTo>
                  <a:lnTo>
                    <a:pt x="3497" y="6544"/>
                  </a:lnTo>
                  <a:lnTo>
                    <a:pt x="0" y="12606"/>
                  </a:lnTo>
                  <a:lnTo>
                    <a:pt x="0" y="254201"/>
                  </a:lnTo>
                  <a:lnTo>
                    <a:pt x="3497" y="260253"/>
                  </a:lnTo>
                  <a:lnTo>
                    <a:pt x="605698" y="607939"/>
                  </a:lnTo>
                  <a:lnTo>
                    <a:pt x="608861" y="608756"/>
                  </a:lnTo>
                  <a:lnTo>
                    <a:pt x="615185" y="608756"/>
                  </a:lnTo>
                  <a:lnTo>
                    <a:pt x="618358" y="607939"/>
                  </a:lnTo>
                  <a:lnTo>
                    <a:pt x="626850" y="603028"/>
                  </a:lnTo>
                  <a:lnTo>
                    <a:pt x="630347" y="596976"/>
                  </a:lnTo>
                  <a:lnTo>
                    <a:pt x="630347" y="558695"/>
                  </a:lnTo>
                  <a:lnTo>
                    <a:pt x="593699" y="558695"/>
                  </a:lnTo>
                  <a:lnTo>
                    <a:pt x="36648" y="237081"/>
                  </a:lnTo>
                  <a:lnTo>
                    <a:pt x="36648" y="50888"/>
                  </a:lnTo>
                  <a:lnTo>
                    <a:pt x="109961" y="50888"/>
                  </a:lnTo>
                  <a:lnTo>
                    <a:pt x="21821" y="0"/>
                  </a:lnTo>
                  <a:close/>
                </a:path>
                <a:path extrusionOk="0" h="608965" w="630554">
                  <a:moveTo>
                    <a:pt x="109961" y="50888"/>
                  </a:moveTo>
                  <a:lnTo>
                    <a:pt x="36648" y="50888"/>
                  </a:lnTo>
                  <a:lnTo>
                    <a:pt x="593699" y="372501"/>
                  </a:lnTo>
                  <a:lnTo>
                    <a:pt x="593699" y="558695"/>
                  </a:lnTo>
                  <a:lnTo>
                    <a:pt x="630347" y="558695"/>
                  </a:lnTo>
                  <a:lnTo>
                    <a:pt x="630347" y="355371"/>
                  </a:lnTo>
                  <a:lnTo>
                    <a:pt x="626850" y="349319"/>
                  </a:lnTo>
                  <a:lnTo>
                    <a:pt x="109961" y="50888"/>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Arial"/>
                <a:ea typeface="Arial"/>
                <a:cs typeface="Arial"/>
                <a:sym typeface="Arial"/>
              </a:endParaRPr>
            </a:p>
          </p:txBody>
        </p:sp>
        <p:sp>
          <p:nvSpPr>
            <p:cNvPr id="183" name="Google Shape;183;p5"/>
            <p:cNvSpPr/>
            <p:nvPr/>
          </p:nvSpPr>
          <p:spPr>
            <a:xfrm>
              <a:off x="10909615" y="1093748"/>
              <a:ext cx="198120" cy="342900"/>
            </a:xfrm>
            <a:custGeom>
              <a:rect b="b" l="l" r="r" t="t"/>
              <a:pathLst>
                <a:path extrusionOk="0" h="342900" w="198120">
                  <a:moveTo>
                    <a:pt x="197899" y="0"/>
                  </a:moveTo>
                  <a:lnTo>
                    <a:pt x="0" y="114258"/>
                  </a:lnTo>
                  <a:lnTo>
                    <a:pt x="0" y="342774"/>
                  </a:lnTo>
                  <a:lnTo>
                    <a:pt x="197899" y="228516"/>
                  </a:lnTo>
                  <a:lnTo>
                    <a:pt x="197899"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Arial"/>
                <a:ea typeface="Arial"/>
                <a:cs typeface="Arial"/>
                <a:sym typeface="Arial"/>
              </a:endParaRPr>
            </a:p>
          </p:txBody>
        </p:sp>
        <p:sp>
          <p:nvSpPr>
            <p:cNvPr id="184" name="Google Shape;184;p5"/>
            <p:cNvSpPr/>
            <p:nvPr/>
          </p:nvSpPr>
          <p:spPr>
            <a:xfrm>
              <a:off x="10891296" y="1074610"/>
              <a:ext cx="234950" cy="380365"/>
            </a:xfrm>
            <a:custGeom>
              <a:rect b="b" l="l" r="r" t="t"/>
              <a:pathLst>
                <a:path extrusionOk="0" h="380365" w="234950">
                  <a:moveTo>
                    <a:pt x="219710" y="0"/>
                  </a:moveTo>
                  <a:lnTo>
                    <a:pt x="212716" y="0"/>
                  </a:lnTo>
                  <a:lnTo>
                    <a:pt x="3497" y="120802"/>
                  </a:lnTo>
                  <a:lnTo>
                    <a:pt x="0" y="126854"/>
                  </a:lnTo>
                  <a:lnTo>
                    <a:pt x="0" y="368449"/>
                  </a:lnTo>
                  <a:lnTo>
                    <a:pt x="3497" y="374512"/>
                  </a:lnTo>
                  <a:lnTo>
                    <a:pt x="11999" y="379412"/>
                  </a:lnTo>
                  <a:lnTo>
                    <a:pt x="15161" y="380229"/>
                  </a:lnTo>
                  <a:lnTo>
                    <a:pt x="21486" y="380229"/>
                  </a:lnTo>
                  <a:lnTo>
                    <a:pt x="24648" y="379412"/>
                  </a:lnTo>
                  <a:lnTo>
                    <a:pt x="109943" y="330167"/>
                  </a:lnTo>
                  <a:lnTo>
                    <a:pt x="36648" y="330167"/>
                  </a:lnTo>
                  <a:lnTo>
                    <a:pt x="36648" y="143974"/>
                  </a:lnTo>
                  <a:lnTo>
                    <a:pt x="197889" y="50878"/>
                  </a:lnTo>
                  <a:lnTo>
                    <a:pt x="234537" y="50878"/>
                  </a:lnTo>
                  <a:lnTo>
                    <a:pt x="234537" y="12596"/>
                  </a:lnTo>
                  <a:lnTo>
                    <a:pt x="231040" y="6544"/>
                  </a:lnTo>
                  <a:lnTo>
                    <a:pt x="219710" y="0"/>
                  </a:lnTo>
                  <a:close/>
                </a:path>
                <a:path extrusionOk="0" h="380365" w="234950">
                  <a:moveTo>
                    <a:pt x="234537" y="50878"/>
                  </a:moveTo>
                  <a:lnTo>
                    <a:pt x="197889" y="50878"/>
                  </a:lnTo>
                  <a:lnTo>
                    <a:pt x="197889" y="237081"/>
                  </a:lnTo>
                  <a:lnTo>
                    <a:pt x="36648" y="330167"/>
                  </a:lnTo>
                  <a:lnTo>
                    <a:pt x="109943" y="330167"/>
                  </a:lnTo>
                  <a:lnTo>
                    <a:pt x="231040" y="260253"/>
                  </a:lnTo>
                  <a:lnTo>
                    <a:pt x="234537" y="254201"/>
                  </a:lnTo>
                  <a:lnTo>
                    <a:pt x="234537" y="50878"/>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Arial"/>
                <a:ea typeface="Arial"/>
                <a:cs typeface="Arial"/>
                <a:sym typeface="Arial"/>
              </a:endParaRPr>
            </a:p>
          </p:txBody>
        </p:sp>
      </p:grpSp>
      <p:grpSp>
        <p:nvGrpSpPr>
          <p:cNvPr id="185" name="Google Shape;185;p5"/>
          <p:cNvGrpSpPr/>
          <p:nvPr/>
        </p:nvGrpSpPr>
        <p:grpSpPr>
          <a:xfrm>
            <a:off x="8220208" y="757073"/>
            <a:ext cx="284354" cy="320394"/>
            <a:chOff x="7856824" y="4804083"/>
            <a:chExt cx="433070" cy="494664"/>
          </a:xfrm>
        </p:grpSpPr>
        <p:sp>
          <p:nvSpPr>
            <p:cNvPr id="186" name="Google Shape;186;p5"/>
            <p:cNvSpPr/>
            <p:nvPr/>
          </p:nvSpPr>
          <p:spPr>
            <a:xfrm>
              <a:off x="7875152" y="4823224"/>
              <a:ext cx="396240" cy="457200"/>
            </a:xfrm>
            <a:custGeom>
              <a:rect b="b" l="l" r="r" t="t"/>
              <a:pathLst>
                <a:path extrusionOk="0" h="457200" w="396240">
                  <a:moveTo>
                    <a:pt x="197899" y="0"/>
                  </a:moveTo>
                  <a:lnTo>
                    <a:pt x="0" y="114258"/>
                  </a:lnTo>
                  <a:lnTo>
                    <a:pt x="0" y="342774"/>
                  </a:lnTo>
                  <a:lnTo>
                    <a:pt x="197899" y="457033"/>
                  </a:lnTo>
                  <a:lnTo>
                    <a:pt x="395799" y="342774"/>
                  </a:lnTo>
                  <a:lnTo>
                    <a:pt x="395799" y="114258"/>
                  </a:lnTo>
                  <a:lnTo>
                    <a:pt x="197899" y="0"/>
                  </a:lnTo>
                  <a:close/>
                </a:path>
              </a:pathLst>
            </a:custGeom>
            <a:solidFill>
              <a:srgbClr val="CC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800"/>
            </a:p>
          </p:txBody>
        </p:sp>
        <p:sp>
          <p:nvSpPr>
            <p:cNvPr id="187" name="Google Shape;187;p5"/>
            <p:cNvSpPr/>
            <p:nvPr/>
          </p:nvSpPr>
          <p:spPr>
            <a:xfrm>
              <a:off x="7856824" y="4804083"/>
              <a:ext cx="433070" cy="494664"/>
            </a:xfrm>
            <a:custGeom>
              <a:rect b="b" l="l" r="r" t="t"/>
              <a:pathLst>
                <a:path extrusionOk="0" h="494664" w="433070">
                  <a:moveTo>
                    <a:pt x="219721" y="0"/>
                  </a:moveTo>
                  <a:lnTo>
                    <a:pt x="212726" y="0"/>
                  </a:lnTo>
                  <a:lnTo>
                    <a:pt x="3497" y="120802"/>
                  </a:lnTo>
                  <a:lnTo>
                    <a:pt x="0" y="126854"/>
                  </a:lnTo>
                  <a:lnTo>
                    <a:pt x="0" y="368459"/>
                  </a:lnTo>
                  <a:lnTo>
                    <a:pt x="3497" y="374512"/>
                  </a:lnTo>
                  <a:lnTo>
                    <a:pt x="209899" y="493681"/>
                  </a:lnTo>
                  <a:lnTo>
                    <a:pt x="213072" y="494498"/>
                  </a:lnTo>
                  <a:lnTo>
                    <a:pt x="219385" y="494498"/>
                  </a:lnTo>
                  <a:lnTo>
                    <a:pt x="222558" y="493681"/>
                  </a:lnTo>
                  <a:lnTo>
                    <a:pt x="289533" y="455012"/>
                  </a:lnTo>
                  <a:lnTo>
                    <a:pt x="216223" y="455012"/>
                  </a:lnTo>
                  <a:lnTo>
                    <a:pt x="36648" y="351340"/>
                  </a:lnTo>
                  <a:lnTo>
                    <a:pt x="36648" y="143974"/>
                  </a:lnTo>
                  <a:lnTo>
                    <a:pt x="216223" y="40302"/>
                  </a:lnTo>
                  <a:lnTo>
                    <a:pt x="289528" y="40302"/>
                  </a:lnTo>
                  <a:lnTo>
                    <a:pt x="219721" y="0"/>
                  </a:lnTo>
                  <a:close/>
                </a:path>
                <a:path extrusionOk="0" h="494664" w="433070">
                  <a:moveTo>
                    <a:pt x="289528" y="40302"/>
                  </a:moveTo>
                  <a:lnTo>
                    <a:pt x="216223" y="40302"/>
                  </a:lnTo>
                  <a:lnTo>
                    <a:pt x="395809" y="143974"/>
                  </a:lnTo>
                  <a:lnTo>
                    <a:pt x="395809" y="351340"/>
                  </a:lnTo>
                  <a:lnTo>
                    <a:pt x="216223" y="455012"/>
                  </a:lnTo>
                  <a:lnTo>
                    <a:pt x="289533" y="455012"/>
                  </a:lnTo>
                  <a:lnTo>
                    <a:pt x="428960" y="374512"/>
                  </a:lnTo>
                  <a:lnTo>
                    <a:pt x="432458" y="368459"/>
                  </a:lnTo>
                  <a:lnTo>
                    <a:pt x="432458" y="126854"/>
                  </a:lnTo>
                  <a:lnTo>
                    <a:pt x="428960" y="120802"/>
                  </a:lnTo>
                  <a:lnTo>
                    <a:pt x="289528" y="40302"/>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800"/>
            </a:p>
          </p:txBody>
        </p:sp>
        <p:sp>
          <p:nvSpPr>
            <p:cNvPr id="188" name="Google Shape;188;p5"/>
            <p:cNvSpPr/>
            <p:nvPr/>
          </p:nvSpPr>
          <p:spPr>
            <a:xfrm>
              <a:off x="7875152" y="4937484"/>
              <a:ext cx="198120" cy="342900"/>
            </a:xfrm>
            <a:custGeom>
              <a:rect b="b" l="l" r="r" t="t"/>
              <a:pathLst>
                <a:path extrusionOk="0" h="342900" w="198120">
                  <a:moveTo>
                    <a:pt x="0" y="0"/>
                  </a:moveTo>
                  <a:lnTo>
                    <a:pt x="0" y="228516"/>
                  </a:lnTo>
                  <a:lnTo>
                    <a:pt x="197899" y="342774"/>
                  </a:lnTo>
                  <a:lnTo>
                    <a:pt x="197899" y="114258"/>
                  </a:lnTo>
                  <a:lnTo>
                    <a:pt x="0" y="0"/>
                  </a:lnTo>
                  <a:close/>
                </a:path>
              </a:pathLst>
            </a:custGeom>
            <a:solidFill>
              <a:srgbClr val="FFFFFF"/>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800"/>
            </a:p>
          </p:txBody>
        </p:sp>
        <p:sp>
          <p:nvSpPr>
            <p:cNvPr id="189" name="Google Shape;189;p5"/>
            <p:cNvSpPr/>
            <p:nvPr/>
          </p:nvSpPr>
          <p:spPr>
            <a:xfrm>
              <a:off x="7856824" y="4918341"/>
              <a:ext cx="234950" cy="380364"/>
            </a:xfrm>
            <a:custGeom>
              <a:rect b="b" l="l" r="r" t="t"/>
              <a:pathLst>
                <a:path extrusionOk="0" h="380364" w="234950">
                  <a:moveTo>
                    <a:pt x="21821" y="0"/>
                  </a:moveTo>
                  <a:lnTo>
                    <a:pt x="14826" y="0"/>
                  </a:lnTo>
                  <a:lnTo>
                    <a:pt x="3497" y="6544"/>
                  </a:lnTo>
                  <a:lnTo>
                    <a:pt x="0" y="12596"/>
                  </a:lnTo>
                  <a:lnTo>
                    <a:pt x="0" y="254201"/>
                  </a:lnTo>
                  <a:lnTo>
                    <a:pt x="3497" y="260253"/>
                  </a:lnTo>
                  <a:lnTo>
                    <a:pt x="209899" y="379423"/>
                  </a:lnTo>
                  <a:lnTo>
                    <a:pt x="213072" y="380239"/>
                  </a:lnTo>
                  <a:lnTo>
                    <a:pt x="219385" y="380239"/>
                  </a:lnTo>
                  <a:lnTo>
                    <a:pt x="222558" y="379423"/>
                  </a:lnTo>
                  <a:lnTo>
                    <a:pt x="231050" y="374512"/>
                  </a:lnTo>
                  <a:lnTo>
                    <a:pt x="234547" y="368459"/>
                  </a:lnTo>
                  <a:lnTo>
                    <a:pt x="234547" y="330178"/>
                  </a:lnTo>
                  <a:lnTo>
                    <a:pt x="197899" y="330178"/>
                  </a:lnTo>
                  <a:lnTo>
                    <a:pt x="36648" y="237081"/>
                  </a:lnTo>
                  <a:lnTo>
                    <a:pt x="36648" y="50878"/>
                  </a:lnTo>
                  <a:lnTo>
                    <a:pt x="109941" y="50878"/>
                  </a:lnTo>
                  <a:lnTo>
                    <a:pt x="21821" y="0"/>
                  </a:lnTo>
                  <a:close/>
                </a:path>
                <a:path extrusionOk="0" h="380364" w="234950">
                  <a:moveTo>
                    <a:pt x="109941" y="50878"/>
                  </a:moveTo>
                  <a:lnTo>
                    <a:pt x="36648" y="50878"/>
                  </a:lnTo>
                  <a:lnTo>
                    <a:pt x="197899" y="143974"/>
                  </a:lnTo>
                  <a:lnTo>
                    <a:pt x="197899" y="330178"/>
                  </a:lnTo>
                  <a:lnTo>
                    <a:pt x="234547" y="330178"/>
                  </a:lnTo>
                  <a:lnTo>
                    <a:pt x="234547" y="126854"/>
                  </a:lnTo>
                  <a:lnTo>
                    <a:pt x="231050" y="120802"/>
                  </a:lnTo>
                  <a:lnTo>
                    <a:pt x="109941" y="50878"/>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800"/>
            </a:p>
          </p:txBody>
        </p:sp>
        <p:sp>
          <p:nvSpPr>
            <p:cNvPr id="190" name="Google Shape;190;p5"/>
            <p:cNvSpPr/>
            <p:nvPr/>
          </p:nvSpPr>
          <p:spPr>
            <a:xfrm>
              <a:off x="8073052" y="4937483"/>
              <a:ext cx="198120" cy="342900"/>
            </a:xfrm>
            <a:custGeom>
              <a:rect b="b" l="l" r="r" t="t"/>
              <a:pathLst>
                <a:path extrusionOk="0" h="342900" w="198120">
                  <a:moveTo>
                    <a:pt x="197899" y="0"/>
                  </a:moveTo>
                  <a:lnTo>
                    <a:pt x="0" y="114258"/>
                  </a:lnTo>
                  <a:lnTo>
                    <a:pt x="0" y="342774"/>
                  </a:lnTo>
                  <a:lnTo>
                    <a:pt x="197899" y="228516"/>
                  </a:lnTo>
                  <a:lnTo>
                    <a:pt x="197899" y="0"/>
                  </a:lnTo>
                  <a:close/>
                </a:path>
              </a:pathLst>
            </a:custGeom>
            <a:solidFill>
              <a:srgbClr val="FFFFFF"/>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800"/>
            </a:p>
          </p:txBody>
        </p:sp>
        <p:sp>
          <p:nvSpPr>
            <p:cNvPr id="191" name="Google Shape;191;p5"/>
            <p:cNvSpPr/>
            <p:nvPr/>
          </p:nvSpPr>
          <p:spPr>
            <a:xfrm>
              <a:off x="8054728" y="4918345"/>
              <a:ext cx="234950" cy="380364"/>
            </a:xfrm>
            <a:custGeom>
              <a:rect b="b" l="l" r="r" t="t"/>
              <a:pathLst>
                <a:path extrusionOk="0" h="380364" w="234950">
                  <a:moveTo>
                    <a:pt x="219721" y="0"/>
                  </a:moveTo>
                  <a:lnTo>
                    <a:pt x="212726" y="0"/>
                  </a:lnTo>
                  <a:lnTo>
                    <a:pt x="3497" y="120802"/>
                  </a:lnTo>
                  <a:lnTo>
                    <a:pt x="0" y="126854"/>
                  </a:lnTo>
                  <a:lnTo>
                    <a:pt x="0" y="368449"/>
                  </a:lnTo>
                  <a:lnTo>
                    <a:pt x="3497" y="374512"/>
                  </a:lnTo>
                  <a:lnTo>
                    <a:pt x="11999" y="379412"/>
                  </a:lnTo>
                  <a:lnTo>
                    <a:pt x="15161" y="380229"/>
                  </a:lnTo>
                  <a:lnTo>
                    <a:pt x="21486" y="380229"/>
                  </a:lnTo>
                  <a:lnTo>
                    <a:pt x="24648" y="379412"/>
                  </a:lnTo>
                  <a:lnTo>
                    <a:pt x="109948" y="330167"/>
                  </a:lnTo>
                  <a:lnTo>
                    <a:pt x="36648" y="330167"/>
                  </a:lnTo>
                  <a:lnTo>
                    <a:pt x="36648" y="143974"/>
                  </a:lnTo>
                  <a:lnTo>
                    <a:pt x="197899" y="50878"/>
                  </a:lnTo>
                  <a:lnTo>
                    <a:pt x="234547" y="50878"/>
                  </a:lnTo>
                  <a:lnTo>
                    <a:pt x="234547" y="12596"/>
                  </a:lnTo>
                  <a:lnTo>
                    <a:pt x="231050" y="6544"/>
                  </a:lnTo>
                  <a:lnTo>
                    <a:pt x="219721" y="0"/>
                  </a:lnTo>
                  <a:close/>
                </a:path>
                <a:path extrusionOk="0" h="380364" w="234950">
                  <a:moveTo>
                    <a:pt x="234547" y="50878"/>
                  </a:moveTo>
                  <a:lnTo>
                    <a:pt x="197899" y="50878"/>
                  </a:lnTo>
                  <a:lnTo>
                    <a:pt x="197899" y="237081"/>
                  </a:lnTo>
                  <a:lnTo>
                    <a:pt x="36648" y="330167"/>
                  </a:lnTo>
                  <a:lnTo>
                    <a:pt x="109948" y="330167"/>
                  </a:lnTo>
                  <a:lnTo>
                    <a:pt x="231050" y="260253"/>
                  </a:lnTo>
                  <a:lnTo>
                    <a:pt x="234547" y="254201"/>
                  </a:lnTo>
                  <a:lnTo>
                    <a:pt x="234547" y="50878"/>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800"/>
            </a:p>
          </p:txBody>
        </p:sp>
      </p:grpSp>
      <p:grpSp>
        <p:nvGrpSpPr>
          <p:cNvPr id="192" name="Google Shape;192;p5"/>
          <p:cNvGrpSpPr/>
          <p:nvPr/>
        </p:nvGrpSpPr>
        <p:grpSpPr>
          <a:xfrm>
            <a:off x="452405" y="302314"/>
            <a:ext cx="1378493" cy="575111"/>
            <a:chOff x="994735" y="832264"/>
            <a:chExt cx="3030988" cy="1264535"/>
          </a:xfrm>
        </p:grpSpPr>
        <p:grpSp>
          <p:nvGrpSpPr>
            <p:cNvPr id="193" name="Google Shape;193;p5"/>
            <p:cNvGrpSpPr/>
            <p:nvPr/>
          </p:nvGrpSpPr>
          <p:grpSpPr>
            <a:xfrm>
              <a:off x="994735" y="832264"/>
              <a:ext cx="963860" cy="877277"/>
              <a:chOff x="994735" y="832264"/>
              <a:chExt cx="963860" cy="877277"/>
            </a:xfrm>
          </p:grpSpPr>
          <p:sp>
            <p:nvSpPr>
              <p:cNvPr id="194" name="Google Shape;194;p5"/>
              <p:cNvSpPr/>
              <p:nvPr/>
            </p:nvSpPr>
            <p:spPr>
              <a:xfrm>
                <a:off x="1409534" y="1000122"/>
                <a:ext cx="536575" cy="309880"/>
              </a:xfrm>
              <a:custGeom>
                <a:rect b="b" l="l" r="r" t="t"/>
                <a:pathLst>
                  <a:path extrusionOk="0" h="309880" w="536575">
                    <a:moveTo>
                      <a:pt x="134121" y="0"/>
                    </a:moveTo>
                    <a:lnTo>
                      <a:pt x="0" y="77432"/>
                    </a:lnTo>
                    <a:lnTo>
                      <a:pt x="402375" y="309749"/>
                    </a:lnTo>
                    <a:lnTo>
                      <a:pt x="536496" y="232307"/>
                    </a:lnTo>
                    <a:lnTo>
                      <a:pt x="134121" y="0"/>
                    </a:lnTo>
                    <a:close/>
                  </a:path>
                </a:pathLst>
              </a:custGeom>
              <a:solidFill>
                <a:srgbClr val="CC000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195" name="Google Shape;195;p5"/>
              <p:cNvSpPr/>
              <p:nvPr/>
            </p:nvSpPr>
            <p:spPr>
              <a:xfrm>
                <a:off x="1397114" y="987142"/>
                <a:ext cx="561339" cy="335280"/>
              </a:xfrm>
              <a:custGeom>
                <a:rect b="b" l="l" r="r" t="t"/>
                <a:pathLst>
                  <a:path extrusionOk="0" h="335280" w="561339">
                    <a:moveTo>
                      <a:pt x="148906" y="0"/>
                    </a:moveTo>
                    <a:lnTo>
                      <a:pt x="144173" y="0"/>
                    </a:lnTo>
                    <a:lnTo>
                      <a:pt x="2366" y="81882"/>
                    </a:lnTo>
                    <a:lnTo>
                      <a:pt x="0" y="85976"/>
                    </a:lnTo>
                    <a:lnTo>
                      <a:pt x="0" y="94855"/>
                    </a:lnTo>
                    <a:lnTo>
                      <a:pt x="2366" y="98949"/>
                    </a:lnTo>
                    <a:lnTo>
                      <a:pt x="410511" y="334597"/>
                    </a:lnTo>
                    <a:lnTo>
                      <a:pt x="412657" y="335152"/>
                    </a:lnTo>
                    <a:lnTo>
                      <a:pt x="416940" y="335152"/>
                    </a:lnTo>
                    <a:lnTo>
                      <a:pt x="419086" y="334597"/>
                    </a:lnTo>
                    <a:lnTo>
                      <a:pt x="464480" y="308388"/>
                    </a:lnTo>
                    <a:lnTo>
                      <a:pt x="414793" y="308388"/>
                    </a:lnTo>
                    <a:lnTo>
                      <a:pt x="37255" y="90416"/>
                    </a:lnTo>
                    <a:lnTo>
                      <a:pt x="146540" y="27318"/>
                    </a:lnTo>
                    <a:lnTo>
                      <a:pt x="196221" y="27318"/>
                    </a:lnTo>
                    <a:lnTo>
                      <a:pt x="148906" y="0"/>
                    </a:lnTo>
                    <a:close/>
                  </a:path>
                  <a:path extrusionOk="0" h="335280" w="561339">
                    <a:moveTo>
                      <a:pt x="196221" y="27318"/>
                    </a:moveTo>
                    <a:lnTo>
                      <a:pt x="146540" y="27318"/>
                    </a:lnTo>
                    <a:lnTo>
                      <a:pt x="524078" y="245290"/>
                    </a:lnTo>
                    <a:lnTo>
                      <a:pt x="414793" y="308388"/>
                    </a:lnTo>
                    <a:lnTo>
                      <a:pt x="464480" y="308388"/>
                    </a:lnTo>
                    <a:lnTo>
                      <a:pt x="558967" y="253835"/>
                    </a:lnTo>
                    <a:lnTo>
                      <a:pt x="561333" y="249730"/>
                    </a:lnTo>
                    <a:lnTo>
                      <a:pt x="561333" y="240861"/>
                    </a:lnTo>
                    <a:lnTo>
                      <a:pt x="558967" y="236757"/>
                    </a:lnTo>
                    <a:lnTo>
                      <a:pt x="196221" y="27318"/>
                    </a:lnTo>
                    <a:close/>
                  </a:path>
                </a:pathLst>
              </a:custGeom>
              <a:solidFill>
                <a:srgbClr val="00000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196" name="Google Shape;196;p5"/>
              <p:cNvSpPr/>
              <p:nvPr/>
            </p:nvSpPr>
            <p:spPr>
              <a:xfrm>
                <a:off x="1543660" y="845241"/>
                <a:ext cx="402589" cy="387350"/>
              </a:xfrm>
              <a:custGeom>
                <a:rect b="b" l="l" r="r" t="t"/>
                <a:pathLst>
                  <a:path extrusionOk="0" h="387350" w="402589">
                    <a:moveTo>
                      <a:pt x="0" y="0"/>
                    </a:moveTo>
                    <a:lnTo>
                      <a:pt x="0" y="154874"/>
                    </a:lnTo>
                    <a:lnTo>
                      <a:pt x="402375" y="387192"/>
                    </a:lnTo>
                    <a:lnTo>
                      <a:pt x="402375" y="232317"/>
                    </a:lnTo>
                    <a:lnTo>
                      <a:pt x="0"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197" name="Google Shape;197;p5"/>
              <p:cNvSpPr/>
              <p:nvPr/>
            </p:nvSpPr>
            <p:spPr>
              <a:xfrm>
                <a:off x="1531240" y="832275"/>
                <a:ext cx="427355" cy="412750"/>
              </a:xfrm>
              <a:custGeom>
                <a:rect b="b" l="l" r="r" t="t"/>
                <a:pathLst>
                  <a:path extrusionOk="0" h="412750" w="427355">
                    <a:moveTo>
                      <a:pt x="14784" y="0"/>
                    </a:moveTo>
                    <a:lnTo>
                      <a:pt x="10052" y="0"/>
                    </a:lnTo>
                    <a:lnTo>
                      <a:pt x="2366" y="4429"/>
                    </a:lnTo>
                    <a:lnTo>
                      <a:pt x="0" y="8533"/>
                    </a:lnTo>
                    <a:lnTo>
                      <a:pt x="0" y="172277"/>
                    </a:lnTo>
                    <a:lnTo>
                      <a:pt x="2366" y="176382"/>
                    </a:lnTo>
                    <a:lnTo>
                      <a:pt x="410511" y="412029"/>
                    </a:lnTo>
                    <a:lnTo>
                      <a:pt x="412647" y="412584"/>
                    </a:lnTo>
                    <a:lnTo>
                      <a:pt x="416940" y="412584"/>
                    </a:lnTo>
                    <a:lnTo>
                      <a:pt x="419076" y="412029"/>
                    </a:lnTo>
                    <a:lnTo>
                      <a:pt x="424845" y="408699"/>
                    </a:lnTo>
                    <a:lnTo>
                      <a:pt x="427212" y="404595"/>
                    </a:lnTo>
                    <a:lnTo>
                      <a:pt x="427212" y="378648"/>
                    </a:lnTo>
                    <a:lnTo>
                      <a:pt x="402375" y="378648"/>
                    </a:lnTo>
                    <a:lnTo>
                      <a:pt x="24836" y="160675"/>
                    </a:lnTo>
                    <a:lnTo>
                      <a:pt x="24836" y="34480"/>
                    </a:lnTo>
                    <a:lnTo>
                      <a:pt x="74507" y="34480"/>
                    </a:lnTo>
                    <a:lnTo>
                      <a:pt x="14784" y="0"/>
                    </a:lnTo>
                    <a:close/>
                  </a:path>
                  <a:path extrusionOk="0" h="412750" w="427355">
                    <a:moveTo>
                      <a:pt x="74507" y="34480"/>
                    </a:moveTo>
                    <a:lnTo>
                      <a:pt x="24836" y="34480"/>
                    </a:lnTo>
                    <a:lnTo>
                      <a:pt x="402375" y="252453"/>
                    </a:lnTo>
                    <a:lnTo>
                      <a:pt x="402375" y="378648"/>
                    </a:lnTo>
                    <a:lnTo>
                      <a:pt x="427212" y="378648"/>
                    </a:lnTo>
                    <a:lnTo>
                      <a:pt x="427212" y="240851"/>
                    </a:lnTo>
                    <a:lnTo>
                      <a:pt x="424845" y="236746"/>
                    </a:lnTo>
                    <a:lnTo>
                      <a:pt x="74507" y="34480"/>
                    </a:lnTo>
                    <a:close/>
                  </a:path>
                </a:pathLst>
              </a:custGeom>
              <a:solidFill>
                <a:srgbClr val="00000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198" name="Google Shape;198;p5"/>
              <p:cNvSpPr/>
              <p:nvPr/>
            </p:nvSpPr>
            <p:spPr>
              <a:xfrm>
                <a:off x="1409531" y="845241"/>
                <a:ext cx="134619" cy="232409"/>
              </a:xfrm>
              <a:custGeom>
                <a:rect b="b" l="l" r="r" t="t"/>
                <a:pathLst>
                  <a:path extrusionOk="0" h="232409" w="134619">
                    <a:moveTo>
                      <a:pt x="134121" y="0"/>
                    </a:moveTo>
                    <a:lnTo>
                      <a:pt x="0" y="77442"/>
                    </a:lnTo>
                    <a:lnTo>
                      <a:pt x="0" y="232317"/>
                    </a:lnTo>
                    <a:lnTo>
                      <a:pt x="134121" y="154874"/>
                    </a:lnTo>
                    <a:lnTo>
                      <a:pt x="134121"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199" name="Google Shape;199;p5"/>
              <p:cNvSpPr/>
              <p:nvPr/>
            </p:nvSpPr>
            <p:spPr>
              <a:xfrm>
                <a:off x="1397114" y="832265"/>
                <a:ext cx="159384" cy="257809"/>
              </a:xfrm>
              <a:custGeom>
                <a:rect b="b" l="l" r="r" t="t"/>
                <a:pathLst>
                  <a:path extrusionOk="0" h="257809" w="159384">
                    <a:moveTo>
                      <a:pt x="148906" y="0"/>
                    </a:moveTo>
                    <a:lnTo>
                      <a:pt x="144184" y="0"/>
                    </a:lnTo>
                    <a:lnTo>
                      <a:pt x="2366" y="81882"/>
                    </a:lnTo>
                    <a:lnTo>
                      <a:pt x="0" y="85986"/>
                    </a:lnTo>
                    <a:lnTo>
                      <a:pt x="0" y="249730"/>
                    </a:lnTo>
                    <a:lnTo>
                      <a:pt x="2366" y="253835"/>
                    </a:lnTo>
                    <a:lnTo>
                      <a:pt x="8125" y="257154"/>
                    </a:lnTo>
                    <a:lnTo>
                      <a:pt x="10271" y="257709"/>
                    </a:lnTo>
                    <a:lnTo>
                      <a:pt x="14565" y="257709"/>
                    </a:lnTo>
                    <a:lnTo>
                      <a:pt x="16701" y="257154"/>
                    </a:lnTo>
                    <a:lnTo>
                      <a:pt x="74503" y="223783"/>
                    </a:lnTo>
                    <a:lnTo>
                      <a:pt x="24836" y="223783"/>
                    </a:lnTo>
                    <a:lnTo>
                      <a:pt x="24836" y="97588"/>
                    </a:lnTo>
                    <a:lnTo>
                      <a:pt x="134121" y="34491"/>
                    </a:lnTo>
                    <a:lnTo>
                      <a:pt x="158958" y="34491"/>
                    </a:lnTo>
                    <a:lnTo>
                      <a:pt x="158958" y="8544"/>
                    </a:lnTo>
                    <a:lnTo>
                      <a:pt x="156592" y="4439"/>
                    </a:lnTo>
                    <a:lnTo>
                      <a:pt x="148906" y="0"/>
                    </a:lnTo>
                    <a:close/>
                  </a:path>
                  <a:path extrusionOk="0" h="257809" w="159384">
                    <a:moveTo>
                      <a:pt x="158958" y="34491"/>
                    </a:moveTo>
                    <a:lnTo>
                      <a:pt x="134121" y="34491"/>
                    </a:lnTo>
                    <a:lnTo>
                      <a:pt x="134121" y="160686"/>
                    </a:lnTo>
                    <a:lnTo>
                      <a:pt x="24836" y="223783"/>
                    </a:lnTo>
                    <a:lnTo>
                      <a:pt x="74503" y="223783"/>
                    </a:lnTo>
                    <a:lnTo>
                      <a:pt x="156592" y="176392"/>
                    </a:lnTo>
                    <a:lnTo>
                      <a:pt x="158958" y="172287"/>
                    </a:lnTo>
                    <a:lnTo>
                      <a:pt x="158958" y="34491"/>
                    </a:lnTo>
                    <a:close/>
                  </a:path>
                </a:pathLst>
              </a:custGeom>
              <a:solidFill>
                <a:srgbClr val="00000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200" name="Google Shape;200;p5"/>
              <p:cNvSpPr/>
              <p:nvPr/>
            </p:nvSpPr>
            <p:spPr>
              <a:xfrm>
                <a:off x="1141280" y="845237"/>
                <a:ext cx="536575" cy="309880"/>
              </a:xfrm>
              <a:custGeom>
                <a:rect b="b" l="l" r="r" t="t"/>
                <a:pathLst>
                  <a:path extrusionOk="0" h="309880" w="536575">
                    <a:moveTo>
                      <a:pt x="402375" y="0"/>
                    </a:moveTo>
                    <a:lnTo>
                      <a:pt x="0" y="232317"/>
                    </a:lnTo>
                    <a:lnTo>
                      <a:pt x="134121" y="309760"/>
                    </a:lnTo>
                    <a:lnTo>
                      <a:pt x="536507" y="77442"/>
                    </a:lnTo>
                    <a:lnTo>
                      <a:pt x="402375"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201" name="Google Shape;201;p5"/>
              <p:cNvSpPr/>
              <p:nvPr/>
            </p:nvSpPr>
            <p:spPr>
              <a:xfrm>
                <a:off x="1128861" y="832264"/>
                <a:ext cx="561339" cy="335280"/>
              </a:xfrm>
              <a:custGeom>
                <a:rect b="b" l="l" r="r" t="t"/>
                <a:pathLst>
                  <a:path extrusionOk="0" h="335280" w="561339">
                    <a:moveTo>
                      <a:pt x="417160" y="0"/>
                    </a:moveTo>
                    <a:lnTo>
                      <a:pt x="412427" y="0"/>
                    </a:lnTo>
                    <a:lnTo>
                      <a:pt x="2366" y="236757"/>
                    </a:lnTo>
                    <a:lnTo>
                      <a:pt x="0" y="240851"/>
                    </a:lnTo>
                    <a:lnTo>
                      <a:pt x="0" y="249730"/>
                    </a:lnTo>
                    <a:lnTo>
                      <a:pt x="2366" y="253824"/>
                    </a:lnTo>
                    <a:lnTo>
                      <a:pt x="142257" y="334597"/>
                    </a:lnTo>
                    <a:lnTo>
                      <a:pt x="144403" y="335152"/>
                    </a:lnTo>
                    <a:lnTo>
                      <a:pt x="148686" y="335152"/>
                    </a:lnTo>
                    <a:lnTo>
                      <a:pt x="150833" y="334597"/>
                    </a:lnTo>
                    <a:lnTo>
                      <a:pt x="196226" y="308388"/>
                    </a:lnTo>
                    <a:lnTo>
                      <a:pt x="146540" y="308388"/>
                    </a:lnTo>
                    <a:lnTo>
                      <a:pt x="37255" y="245290"/>
                    </a:lnTo>
                    <a:lnTo>
                      <a:pt x="414793" y="27318"/>
                    </a:lnTo>
                    <a:lnTo>
                      <a:pt x="464480" y="27318"/>
                    </a:lnTo>
                    <a:lnTo>
                      <a:pt x="417160" y="0"/>
                    </a:lnTo>
                    <a:close/>
                  </a:path>
                  <a:path extrusionOk="0" h="335280" w="561339">
                    <a:moveTo>
                      <a:pt x="464480" y="27318"/>
                    </a:moveTo>
                    <a:lnTo>
                      <a:pt x="414793" y="27318"/>
                    </a:lnTo>
                    <a:lnTo>
                      <a:pt x="524088" y="90416"/>
                    </a:lnTo>
                    <a:lnTo>
                      <a:pt x="146540" y="308388"/>
                    </a:lnTo>
                    <a:lnTo>
                      <a:pt x="196226" y="308388"/>
                    </a:lnTo>
                    <a:lnTo>
                      <a:pt x="558977" y="98949"/>
                    </a:lnTo>
                    <a:lnTo>
                      <a:pt x="561344" y="94845"/>
                    </a:lnTo>
                    <a:lnTo>
                      <a:pt x="561344" y="85976"/>
                    </a:lnTo>
                    <a:lnTo>
                      <a:pt x="558977" y="81871"/>
                    </a:lnTo>
                    <a:lnTo>
                      <a:pt x="464480" y="27318"/>
                    </a:lnTo>
                    <a:close/>
                  </a:path>
                </a:pathLst>
              </a:custGeom>
              <a:solidFill>
                <a:srgbClr val="00000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202" name="Google Shape;202;p5"/>
              <p:cNvSpPr/>
              <p:nvPr/>
            </p:nvSpPr>
            <p:spPr>
              <a:xfrm>
                <a:off x="1275409" y="922679"/>
                <a:ext cx="402589" cy="386715"/>
              </a:xfrm>
              <a:custGeom>
                <a:rect b="b" l="l" r="r" t="t"/>
                <a:pathLst>
                  <a:path extrusionOk="0" h="386715" w="402589">
                    <a:moveTo>
                      <a:pt x="402375" y="0"/>
                    </a:moveTo>
                    <a:lnTo>
                      <a:pt x="0" y="232317"/>
                    </a:lnTo>
                    <a:lnTo>
                      <a:pt x="0" y="386721"/>
                    </a:lnTo>
                    <a:lnTo>
                      <a:pt x="402375" y="154874"/>
                    </a:lnTo>
                    <a:lnTo>
                      <a:pt x="402375" y="0"/>
                    </a:lnTo>
                    <a:close/>
                  </a:path>
                </a:pathLst>
              </a:custGeom>
              <a:solidFill>
                <a:srgbClr val="00852A"/>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203" name="Google Shape;203;p5"/>
              <p:cNvSpPr/>
              <p:nvPr/>
            </p:nvSpPr>
            <p:spPr>
              <a:xfrm>
                <a:off x="1262987" y="909700"/>
                <a:ext cx="427355" cy="412115"/>
              </a:xfrm>
              <a:custGeom>
                <a:rect b="b" l="l" r="r" t="t"/>
                <a:pathLst>
                  <a:path extrusionOk="0" h="412115" w="427355">
                    <a:moveTo>
                      <a:pt x="417160" y="0"/>
                    </a:moveTo>
                    <a:lnTo>
                      <a:pt x="412427" y="0"/>
                    </a:lnTo>
                    <a:lnTo>
                      <a:pt x="2366" y="236757"/>
                    </a:lnTo>
                    <a:lnTo>
                      <a:pt x="0" y="240861"/>
                    </a:lnTo>
                    <a:lnTo>
                      <a:pt x="0" y="404134"/>
                    </a:lnTo>
                    <a:lnTo>
                      <a:pt x="2366" y="408228"/>
                    </a:lnTo>
                    <a:lnTo>
                      <a:pt x="8165" y="411568"/>
                    </a:lnTo>
                    <a:lnTo>
                      <a:pt x="10271" y="412113"/>
                    </a:lnTo>
                    <a:lnTo>
                      <a:pt x="14554" y="412113"/>
                    </a:lnTo>
                    <a:lnTo>
                      <a:pt x="16719" y="411558"/>
                    </a:lnTo>
                    <a:lnTo>
                      <a:pt x="74599" y="378208"/>
                    </a:lnTo>
                    <a:lnTo>
                      <a:pt x="24836" y="378208"/>
                    </a:lnTo>
                    <a:lnTo>
                      <a:pt x="24836" y="252463"/>
                    </a:lnTo>
                    <a:lnTo>
                      <a:pt x="402375" y="34491"/>
                    </a:lnTo>
                    <a:lnTo>
                      <a:pt x="427212" y="34491"/>
                    </a:lnTo>
                    <a:lnTo>
                      <a:pt x="427212" y="8544"/>
                    </a:lnTo>
                    <a:lnTo>
                      <a:pt x="424845" y="4439"/>
                    </a:lnTo>
                    <a:lnTo>
                      <a:pt x="417160" y="0"/>
                    </a:lnTo>
                    <a:close/>
                  </a:path>
                  <a:path extrusionOk="0" h="412115" w="427355">
                    <a:moveTo>
                      <a:pt x="427212" y="34491"/>
                    </a:moveTo>
                    <a:lnTo>
                      <a:pt x="402375" y="34491"/>
                    </a:lnTo>
                    <a:lnTo>
                      <a:pt x="402375" y="160675"/>
                    </a:lnTo>
                    <a:lnTo>
                      <a:pt x="24836" y="378208"/>
                    </a:lnTo>
                    <a:lnTo>
                      <a:pt x="74599" y="378208"/>
                    </a:lnTo>
                    <a:lnTo>
                      <a:pt x="424845" y="176403"/>
                    </a:lnTo>
                    <a:lnTo>
                      <a:pt x="427212" y="172298"/>
                    </a:lnTo>
                    <a:lnTo>
                      <a:pt x="427212" y="34491"/>
                    </a:lnTo>
                    <a:close/>
                  </a:path>
                </a:pathLst>
              </a:custGeom>
              <a:solidFill>
                <a:srgbClr val="00000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204" name="Google Shape;204;p5"/>
              <p:cNvSpPr/>
              <p:nvPr/>
            </p:nvSpPr>
            <p:spPr>
              <a:xfrm>
                <a:off x="1141280" y="1077554"/>
                <a:ext cx="134619" cy="232409"/>
              </a:xfrm>
              <a:custGeom>
                <a:rect b="b" l="l" r="r" t="t"/>
                <a:pathLst>
                  <a:path extrusionOk="0" h="232409" w="134619">
                    <a:moveTo>
                      <a:pt x="0" y="0"/>
                    </a:moveTo>
                    <a:lnTo>
                      <a:pt x="0" y="154874"/>
                    </a:lnTo>
                    <a:lnTo>
                      <a:pt x="134121" y="231846"/>
                    </a:lnTo>
                    <a:lnTo>
                      <a:pt x="134121" y="77442"/>
                    </a:lnTo>
                    <a:lnTo>
                      <a:pt x="0"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205" name="Google Shape;205;p5"/>
              <p:cNvSpPr/>
              <p:nvPr/>
            </p:nvSpPr>
            <p:spPr>
              <a:xfrm>
                <a:off x="1128861" y="1064583"/>
                <a:ext cx="159384" cy="257809"/>
              </a:xfrm>
              <a:custGeom>
                <a:rect b="b" l="l" r="r" t="t"/>
                <a:pathLst>
                  <a:path extrusionOk="0" h="257809" w="159384">
                    <a:moveTo>
                      <a:pt x="14784" y="0"/>
                    </a:moveTo>
                    <a:lnTo>
                      <a:pt x="10052" y="0"/>
                    </a:lnTo>
                    <a:lnTo>
                      <a:pt x="2366" y="4429"/>
                    </a:lnTo>
                    <a:lnTo>
                      <a:pt x="0" y="8533"/>
                    </a:lnTo>
                    <a:lnTo>
                      <a:pt x="0" y="172298"/>
                    </a:lnTo>
                    <a:lnTo>
                      <a:pt x="2376" y="176403"/>
                    </a:lnTo>
                    <a:lnTo>
                      <a:pt x="142278" y="256683"/>
                    </a:lnTo>
                    <a:lnTo>
                      <a:pt x="144414" y="257227"/>
                    </a:lnTo>
                    <a:lnTo>
                      <a:pt x="148697" y="257227"/>
                    </a:lnTo>
                    <a:lnTo>
                      <a:pt x="150843" y="256672"/>
                    </a:lnTo>
                    <a:lnTo>
                      <a:pt x="156602" y="253343"/>
                    </a:lnTo>
                    <a:lnTo>
                      <a:pt x="158958" y="249238"/>
                    </a:lnTo>
                    <a:lnTo>
                      <a:pt x="158958" y="223364"/>
                    </a:lnTo>
                    <a:lnTo>
                      <a:pt x="134121" y="223364"/>
                    </a:lnTo>
                    <a:lnTo>
                      <a:pt x="24836" y="160654"/>
                    </a:lnTo>
                    <a:lnTo>
                      <a:pt x="24836" y="34480"/>
                    </a:lnTo>
                    <a:lnTo>
                      <a:pt x="74507" y="34480"/>
                    </a:lnTo>
                    <a:lnTo>
                      <a:pt x="14784" y="0"/>
                    </a:lnTo>
                    <a:close/>
                  </a:path>
                  <a:path extrusionOk="0" h="257809" w="159384">
                    <a:moveTo>
                      <a:pt x="74507" y="34480"/>
                    </a:moveTo>
                    <a:lnTo>
                      <a:pt x="24836" y="34480"/>
                    </a:lnTo>
                    <a:lnTo>
                      <a:pt x="134121" y="97578"/>
                    </a:lnTo>
                    <a:lnTo>
                      <a:pt x="134121" y="223364"/>
                    </a:lnTo>
                    <a:lnTo>
                      <a:pt x="158958" y="223364"/>
                    </a:lnTo>
                    <a:lnTo>
                      <a:pt x="158958" y="85976"/>
                    </a:lnTo>
                    <a:lnTo>
                      <a:pt x="156592" y="81871"/>
                    </a:lnTo>
                    <a:lnTo>
                      <a:pt x="74507" y="34480"/>
                    </a:lnTo>
                    <a:close/>
                  </a:path>
                </a:pathLst>
              </a:custGeom>
              <a:solidFill>
                <a:srgbClr val="00000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206" name="Google Shape;206;p5"/>
              <p:cNvSpPr/>
              <p:nvPr/>
            </p:nvSpPr>
            <p:spPr>
              <a:xfrm>
                <a:off x="1409528" y="1309866"/>
                <a:ext cx="268605" cy="309880"/>
              </a:xfrm>
              <a:custGeom>
                <a:rect b="b" l="l" r="r" t="t"/>
                <a:pathLst>
                  <a:path extrusionOk="0" h="309880" w="268605">
                    <a:moveTo>
                      <a:pt x="134132" y="0"/>
                    </a:moveTo>
                    <a:lnTo>
                      <a:pt x="0" y="77442"/>
                    </a:lnTo>
                    <a:lnTo>
                      <a:pt x="0" y="232317"/>
                    </a:lnTo>
                    <a:lnTo>
                      <a:pt x="134132" y="309760"/>
                    </a:lnTo>
                    <a:lnTo>
                      <a:pt x="268253" y="232317"/>
                    </a:lnTo>
                    <a:lnTo>
                      <a:pt x="268253" y="77442"/>
                    </a:lnTo>
                    <a:lnTo>
                      <a:pt x="134132"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207" name="Google Shape;207;p5"/>
              <p:cNvSpPr/>
              <p:nvPr/>
            </p:nvSpPr>
            <p:spPr>
              <a:xfrm>
                <a:off x="1397111" y="1296895"/>
                <a:ext cx="293369" cy="335280"/>
              </a:xfrm>
              <a:custGeom>
                <a:rect b="b" l="l" r="r" t="t"/>
                <a:pathLst>
                  <a:path extrusionOk="0" h="335280" w="293369">
                    <a:moveTo>
                      <a:pt x="148906" y="0"/>
                    </a:moveTo>
                    <a:lnTo>
                      <a:pt x="144184" y="0"/>
                    </a:lnTo>
                    <a:lnTo>
                      <a:pt x="2366" y="81871"/>
                    </a:lnTo>
                    <a:lnTo>
                      <a:pt x="0" y="85976"/>
                    </a:lnTo>
                    <a:lnTo>
                      <a:pt x="0" y="249720"/>
                    </a:lnTo>
                    <a:lnTo>
                      <a:pt x="2366" y="253824"/>
                    </a:lnTo>
                    <a:lnTo>
                      <a:pt x="142257" y="334586"/>
                    </a:lnTo>
                    <a:lnTo>
                      <a:pt x="144403" y="335141"/>
                    </a:lnTo>
                    <a:lnTo>
                      <a:pt x="148686" y="335141"/>
                    </a:lnTo>
                    <a:lnTo>
                      <a:pt x="150833" y="334586"/>
                    </a:lnTo>
                    <a:lnTo>
                      <a:pt x="196211" y="308388"/>
                    </a:lnTo>
                    <a:lnTo>
                      <a:pt x="146540" y="308388"/>
                    </a:lnTo>
                    <a:lnTo>
                      <a:pt x="24836" y="238118"/>
                    </a:lnTo>
                    <a:lnTo>
                      <a:pt x="24836" y="97588"/>
                    </a:lnTo>
                    <a:lnTo>
                      <a:pt x="146540" y="27318"/>
                    </a:lnTo>
                    <a:lnTo>
                      <a:pt x="196227" y="27318"/>
                    </a:lnTo>
                    <a:lnTo>
                      <a:pt x="148906" y="0"/>
                    </a:lnTo>
                    <a:close/>
                  </a:path>
                  <a:path extrusionOk="0" h="335280" w="293369">
                    <a:moveTo>
                      <a:pt x="196227" y="27318"/>
                    </a:moveTo>
                    <a:lnTo>
                      <a:pt x="146540" y="27318"/>
                    </a:lnTo>
                    <a:lnTo>
                      <a:pt x="268253" y="97588"/>
                    </a:lnTo>
                    <a:lnTo>
                      <a:pt x="268253" y="238118"/>
                    </a:lnTo>
                    <a:lnTo>
                      <a:pt x="146540" y="308388"/>
                    </a:lnTo>
                    <a:lnTo>
                      <a:pt x="196211" y="308388"/>
                    </a:lnTo>
                    <a:lnTo>
                      <a:pt x="290724" y="253824"/>
                    </a:lnTo>
                    <a:lnTo>
                      <a:pt x="293090" y="249720"/>
                    </a:lnTo>
                    <a:lnTo>
                      <a:pt x="293090" y="85976"/>
                    </a:lnTo>
                    <a:lnTo>
                      <a:pt x="290724" y="81871"/>
                    </a:lnTo>
                    <a:lnTo>
                      <a:pt x="196227" y="27318"/>
                    </a:lnTo>
                    <a:close/>
                  </a:path>
                </a:pathLst>
              </a:custGeom>
              <a:solidFill>
                <a:srgbClr val="00000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208" name="Google Shape;208;p5"/>
              <p:cNvSpPr/>
              <p:nvPr/>
            </p:nvSpPr>
            <p:spPr>
              <a:xfrm>
                <a:off x="1409529" y="1309866"/>
                <a:ext cx="134619" cy="232409"/>
              </a:xfrm>
              <a:custGeom>
                <a:rect b="b" l="l" r="r" t="t"/>
                <a:pathLst>
                  <a:path extrusionOk="0" h="232409" w="134619">
                    <a:moveTo>
                      <a:pt x="134121" y="0"/>
                    </a:moveTo>
                    <a:lnTo>
                      <a:pt x="0" y="77442"/>
                    </a:lnTo>
                    <a:lnTo>
                      <a:pt x="0" y="232317"/>
                    </a:lnTo>
                    <a:lnTo>
                      <a:pt x="134121" y="154874"/>
                    </a:lnTo>
                    <a:lnTo>
                      <a:pt x="134121" y="0"/>
                    </a:lnTo>
                    <a:close/>
                  </a:path>
                </a:pathLst>
              </a:custGeom>
              <a:solidFill>
                <a:srgbClr val="CC000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209" name="Google Shape;209;p5"/>
              <p:cNvSpPr/>
              <p:nvPr/>
            </p:nvSpPr>
            <p:spPr>
              <a:xfrm>
                <a:off x="1397111" y="1296901"/>
                <a:ext cx="159384" cy="257809"/>
              </a:xfrm>
              <a:custGeom>
                <a:rect b="b" l="l" r="r" t="t"/>
                <a:pathLst>
                  <a:path extrusionOk="0" h="257809" w="159384">
                    <a:moveTo>
                      <a:pt x="148906" y="0"/>
                    </a:moveTo>
                    <a:lnTo>
                      <a:pt x="144184" y="0"/>
                    </a:lnTo>
                    <a:lnTo>
                      <a:pt x="2366" y="81871"/>
                    </a:lnTo>
                    <a:lnTo>
                      <a:pt x="0" y="85976"/>
                    </a:lnTo>
                    <a:lnTo>
                      <a:pt x="0" y="249720"/>
                    </a:lnTo>
                    <a:lnTo>
                      <a:pt x="2366" y="253824"/>
                    </a:lnTo>
                    <a:lnTo>
                      <a:pt x="8125" y="257144"/>
                    </a:lnTo>
                    <a:lnTo>
                      <a:pt x="10271" y="257698"/>
                    </a:lnTo>
                    <a:lnTo>
                      <a:pt x="14565" y="257698"/>
                    </a:lnTo>
                    <a:lnTo>
                      <a:pt x="16701" y="257144"/>
                    </a:lnTo>
                    <a:lnTo>
                      <a:pt x="74503" y="223773"/>
                    </a:lnTo>
                    <a:lnTo>
                      <a:pt x="24836" y="223773"/>
                    </a:lnTo>
                    <a:lnTo>
                      <a:pt x="24836" y="97578"/>
                    </a:lnTo>
                    <a:lnTo>
                      <a:pt x="134121" y="34480"/>
                    </a:lnTo>
                    <a:lnTo>
                      <a:pt x="158958" y="34480"/>
                    </a:lnTo>
                    <a:lnTo>
                      <a:pt x="158958" y="8533"/>
                    </a:lnTo>
                    <a:lnTo>
                      <a:pt x="156592" y="4429"/>
                    </a:lnTo>
                    <a:lnTo>
                      <a:pt x="148906" y="0"/>
                    </a:lnTo>
                    <a:close/>
                  </a:path>
                  <a:path extrusionOk="0" h="257809" w="159384">
                    <a:moveTo>
                      <a:pt x="158958" y="34480"/>
                    </a:moveTo>
                    <a:lnTo>
                      <a:pt x="134121" y="34480"/>
                    </a:lnTo>
                    <a:lnTo>
                      <a:pt x="134121" y="160675"/>
                    </a:lnTo>
                    <a:lnTo>
                      <a:pt x="24836" y="223773"/>
                    </a:lnTo>
                    <a:lnTo>
                      <a:pt x="74503" y="223773"/>
                    </a:lnTo>
                    <a:lnTo>
                      <a:pt x="156592" y="176382"/>
                    </a:lnTo>
                    <a:lnTo>
                      <a:pt x="158958" y="172277"/>
                    </a:lnTo>
                    <a:lnTo>
                      <a:pt x="158958" y="34480"/>
                    </a:lnTo>
                    <a:close/>
                  </a:path>
                </a:pathLst>
              </a:custGeom>
              <a:solidFill>
                <a:srgbClr val="00000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210" name="Google Shape;210;p5"/>
              <p:cNvSpPr/>
              <p:nvPr/>
            </p:nvSpPr>
            <p:spPr>
              <a:xfrm>
                <a:off x="1543660" y="1309866"/>
                <a:ext cx="134619" cy="232409"/>
              </a:xfrm>
              <a:custGeom>
                <a:rect b="b" l="l" r="r" t="t"/>
                <a:pathLst>
                  <a:path extrusionOk="0" h="232409" w="134619">
                    <a:moveTo>
                      <a:pt x="0" y="0"/>
                    </a:moveTo>
                    <a:lnTo>
                      <a:pt x="0" y="154885"/>
                    </a:lnTo>
                    <a:lnTo>
                      <a:pt x="134121" y="232317"/>
                    </a:lnTo>
                    <a:lnTo>
                      <a:pt x="134121" y="77442"/>
                    </a:lnTo>
                    <a:lnTo>
                      <a:pt x="0"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211" name="Google Shape;211;p5"/>
              <p:cNvSpPr/>
              <p:nvPr/>
            </p:nvSpPr>
            <p:spPr>
              <a:xfrm>
                <a:off x="1531237" y="1296900"/>
                <a:ext cx="159385" cy="257809"/>
              </a:xfrm>
              <a:custGeom>
                <a:rect b="b" l="l" r="r" t="t"/>
                <a:pathLst>
                  <a:path extrusionOk="0" h="257809" w="159385">
                    <a:moveTo>
                      <a:pt x="14784" y="0"/>
                    </a:moveTo>
                    <a:lnTo>
                      <a:pt x="10052" y="0"/>
                    </a:lnTo>
                    <a:lnTo>
                      <a:pt x="2366" y="4429"/>
                    </a:lnTo>
                    <a:lnTo>
                      <a:pt x="0" y="8533"/>
                    </a:lnTo>
                    <a:lnTo>
                      <a:pt x="0" y="172277"/>
                    </a:lnTo>
                    <a:lnTo>
                      <a:pt x="2366" y="176382"/>
                    </a:lnTo>
                    <a:lnTo>
                      <a:pt x="142257" y="257144"/>
                    </a:lnTo>
                    <a:lnTo>
                      <a:pt x="144403" y="257698"/>
                    </a:lnTo>
                    <a:lnTo>
                      <a:pt x="148686" y="257698"/>
                    </a:lnTo>
                    <a:lnTo>
                      <a:pt x="150833" y="257144"/>
                    </a:lnTo>
                    <a:lnTo>
                      <a:pt x="156592" y="253824"/>
                    </a:lnTo>
                    <a:lnTo>
                      <a:pt x="158958" y="249720"/>
                    </a:lnTo>
                    <a:lnTo>
                      <a:pt x="158958" y="223773"/>
                    </a:lnTo>
                    <a:lnTo>
                      <a:pt x="134121" y="223773"/>
                    </a:lnTo>
                    <a:lnTo>
                      <a:pt x="24836" y="160675"/>
                    </a:lnTo>
                    <a:lnTo>
                      <a:pt x="24836" y="34480"/>
                    </a:lnTo>
                    <a:lnTo>
                      <a:pt x="74507" y="34480"/>
                    </a:lnTo>
                    <a:lnTo>
                      <a:pt x="14784" y="0"/>
                    </a:lnTo>
                    <a:close/>
                  </a:path>
                  <a:path extrusionOk="0" h="257809" w="159385">
                    <a:moveTo>
                      <a:pt x="74507" y="34480"/>
                    </a:moveTo>
                    <a:lnTo>
                      <a:pt x="24836" y="34480"/>
                    </a:lnTo>
                    <a:lnTo>
                      <a:pt x="134121" y="97578"/>
                    </a:lnTo>
                    <a:lnTo>
                      <a:pt x="134121" y="223773"/>
                    </a:lnTo>
                    <a:lnTo>
                      <a:pt x="158958" y="223773"/>
                    </a:lnTo>
                    <a:lnTo>
                      <a:pt x="158958" y="85976"/>
                    </a:lnTo>
                    <a:lnTo>
                      <a:pt x="156592" y="81871"/>
                    </a:lnTo>
                    <a:lnTo>
                      <a:pt x="74507" y="34480"/>
                    </a:lnTo>
                    <a:close/>
                  </a:path>
                </a:pathLst>
              </a:custGeom>
              <a:solidFill>
                <a:srgbClr val="00000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212" name="Google Shape;212;p5"/>
              <p:cNvSpPr/>
              <p:nvPr/>
            </p:nvSpPr>
            <p:spPr>
              <a:xfrm>
                <a:off x="1141280" y="1077556"/>
                <a:ext cx="134619" cy="542290"/>
              </a:xfrm>
              <a:custGeom>
                <a:rect b="b" l="l" r="r" t="t"/>
                <a:pathLst>
                  <a:path extrusionOk="0" h="542290" w="134619">
                    <a:moveTo>
                      <a:pt x="0" y="0"/>
                    </a:moveTo>
                    <a:lnTo>
                      <a:pt x="0" y="464624"/>
                    </a:lnTo>
                    <a:lnTo>
                      <a:pt x="134121" y="542067"/>
                    </a:lnTo>
                    <a:lnTo>
                      <a:pt x="134121" y="77432"/>
                    </a:lnTo>
                    <a:lnTo>
                      <a:pt x="0" y="0"/>
                    </a:lnTo>
                    <a:close/>
                  </a:path>
                </a:pathLst>
              </a:custGeom>
              <a:solidFill>
                <a:srgbClr val="F9C80A"/>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213" name="Google Shape;213;p5"/>
              <p:cNvSpPr/>
              <p:nvPr/>
            </p:nvSpPr>
            <p:spPr>
              <a:xfrm>
                <a:off x="1128861" y="1064585"/>
                <a:ext cx="159384" cy="567689"/>
              </a:xfrm>
              <a:custGeom>
                <a:rect b="b" l="l" r="r" t="t"/>
                <a:pathLst>
                  <a:path extrusionOk="0" h="567689" w="159384">
                    <a:moveTo>
                      <a:pt x="14784" y="0"/>
                    </a:moveTo>
                    <a:lnTo>
                      <a:pt x="10052" y="0"/>
                    </a:lnTo>
                    <a:lnTo>
                      <a:pt x="2366" y="4429"/>
                    </a:lnTo>
                    <a:lnTo>
                      <a:pt x="0" y="8533"/>
                    </a:lnTo>
                    <a:lnTo>
                      <a:pt x="0" y="482027"/>
                    </a:lnTo>
                    <a:lnTo>
                      <a:pt x="2366" y="486131"/>
                    </a:lnTo>
                    <a:lnTo>
                      <a:pt x="142257" y="566893"/>
                    </a:lnTo>
                    <a:lnTo>
                      <a:pt x="144403" y="567448"/>
                    </a:lnTo>
                    <a:lnTo>
                      <a:pt x="148686" y="567448"/>
                    </a:lnTo>
                    <a:lnTo>
                      <a:pt x="150833" y="566893"/>
                    </a:lnTo>
                    <a:lnTo>
                      <a:pt x="156592" y="563574"/>
                    </a:lnTo>
                    <a:lnTo>
                      <a:pt x="158958" y="559469"/>
                    </a:lnTo>
                    <a:lnTo>
                      <a:pt x="158958" y="533523"/>
                    </a:lnTo>
                    <a:lnTo>
                      <a:pt x="134121" y="533523"/>
                    </a:lnTo>
                    <a:lnTo>
                      <a:pt x="24836" y="470425"/>
                    </a:lnTo>
                    <a:lnTo>
                      <a:pt x="24836" y="34480"/>
                    </a:lnTo>
                    <a:lnTo>
                      <a:pt x="74507" y="34480"/>
                    </a:lnTo>
                    <a:lnTo>
                      <a:pt x="14784" y="0"/>
                    </a:lnTo>
                    <a:close/>
                  </a:path>
                  <a:path extrusionOk="0" h="567689" w="159384">
                    <a:moveTo>
                      <a:pt x="74507" y="34480"/>
                    </a:moveTo>
                    <a:lnTo>
                      <a:pt x="24836" y="34480"/>
                    </a:lnTo>
                    <a:lnTo>
                      <a:pt x="134121" y="97578"/>
                    </a:lnTo>
                    <a:lnTo>
                      <a:pt x="134121" y="533523"/>
                    </a:lnTo>
                    <a:lnTo>
                      <a:pt x="158958" y="533523"/>
                    </a:lnTo>
                    <a:lnTo>
                      <a:pt x="158958" y="85976"/>
                    </a:lnTo>
                    <a:lnTo>
                      <a:pt x="156592" y="81871"/>
                    </a:lnTo>
                    <a:lnTo>
                      <a:pt x="74507" y="34480"/>
                    </a:lnTo>
                    <a:close/>
                  </a:path>
                </a:pathLst>
              </a:custGeom>
              <a:solidFill>
                <a:srgbClr val="00000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214" name="Google Shape;214;p5"/>
              <p:cNvSpPr/>
              <p:nvPr/>
            </p:nvSpPr>
            <p:spPr>
              <a:xfrm>
                <a:off x="1007153" y="1077551"/>
                <a:ext cx="134619" cy="542290"/>
              </a:xfrm>
              <a:custGeom>
                <a:rect b="b" l="l" r="r" t="t"/>
                <a:pathLst>
                  <a:path extrusionOk="0" h="542290" w="134619">
                    <a:moveTo>
                      <a:pt x="134121" y="0"/>
                    </a:moveTo>
                    <a:lnTo>
                      <a:pt x="0" y="77442"/>
                    </a:lnTo>
                    <a:lnTo>
                      <a:pt x="0" y="542067"/>
                    </a:lnTo>
                    <a:lnTo>
                      <a:pt x="134121" y="464624"/>
                    </a:lnTo>
                    <a:lnTo>
                      <a:pt x="134121"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215" name="Google Shape;215;p5"/>
              <p:cNvSpPr/>
              <p:nvPr/>
            </p:nvSpPr>
            <p:spPr>
              <a:xfrm>
                <a:off x="994735" y="1064585"/>
                <a:ext cx="159384" cy="567689"/>
              </a:xfrm>
              <a:custGeom>
                <a:rect b="b" l="l" r="r" t="t"/>
                <a:pathLst>
                  <a:path extrusionOk="0" h="567689" w="159384">
                    <a:moveTo>
                      <a:pt x="148906" y="0"/>
                    </a:moveTo>
                    <a:lnTo>
                      <a:pt x="144184" y="0"/>
                    </a:lnTo>
                    <a:lnTo>
                      <a:pt x="2366" y="81871"/>
                    </a:lnTo>
                    <a:lnTo>
                      <a:pt x="0" y="85976"/>
                    </a:lnTo>
                    <a:lnTo>
                      <a:pt x="0" y="559469"/>
                    </a:lnTo>
                    <a:lnTo>
                      <a:pt x="2366" y="563574"/>
                    </a:lnTo>
                    <a:lnTo>
                      <a:pt x="8125" y="566893"/>
                    </a:lnTo>
                    <a:lnTo>
                      <a:pt x="10271" y="567448"/>
                    </a:lnTo>
                    <a:lnTo>
                      <a:pt x="14565" y="567448"/>
                    </a:lnTo>
                    <a:lnTo>
                      <a:pt x="16701" y="566893"/>
                    </a:lnTo>
                    <a:lnTo>
                      <a:pt x="74503" y="533523"/>
                    </a:lnTo>
                    <a:lnTo>
                      <a:pt x="24836" y="533523"/>
                    </a:lnTo>
                    <a:lnTo>
                      <a:pt x="24836" y="97578"/>
                    </a:lnTo>
                    <a:lnTo>
                      <a:pt x="134121" y="34480"/>
                    </a:lnTo>
                    <a:lnTo>
                      <a:pt x="158958" y="34480"/>
                    </a:lnTo>
                    <a:lnTo>
                      <a:pt x="158958" y="8533"/>
                    </a:lnTo>
                    <a:lnTo>
                      <a:pt x="156592" y="4429"/>
                    </a:lnTo>
                    <a:lnTo>
                      <a:pt x="148906" y="0"/>
                    </a:lnTo>
                    <a:close/>
                  </a:path>
                  <a:path extrusionOk="0" h="567689" w="159384">
                    <a:moveTo>
                      <a:pt x="158958" y="34480"/>
                    </a:moveTo>
                    <a:lnTo>
                      <a:pt x="134121" y="34480"/>
                    </a:lnTo>
                    <a:lnTo>
                      <a:pt x="134121" y="470425"/>
                    </a:lnTo>
                    <a:lnTo>
                      <a:pt x="24836" y="533523"/>
                    </a:lnTo>
                    <a:lnTo>
                      <a:pt x="74503" y="533523"/>
                    </a:lnTo>
                    <a:lnTo>
                      <a:pt x="156592" y="486131"/>
                    </a:lnTo>
                    <a:lnTo>
                      <a:pt x="158958" y="482027"/>
                    </a:lnTo>
                    <a:lnTo>
                      <a:pt x="158958" y="34480"/>
                    </a:lnTo>
                    <a:close/>
                  </a:path>
                </a:pathLst>
              </a:custGeom>
              <a:solidFill>
                <a:srgbClr val="00000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216" name="Google Shape;216;p5"/>
              <p:cNvSpPr/>
              <p:nvPr/>
            </p:nvSpPr>
            <p:spPr>
              <a:xfrm>
                <a:off x="1007152" y="1542176"/>
                <a:ext cx="268605" cy="154939"/>
              </a:xfrm>
              <a:custGeom>
                <a:rect b="b" l="l" r="r" t="t"/>
                <a:pathLst>
                  <a:path extrusionOk="0" h="154939" w="268605">
                    <a:moveTo>
                      <a:pt x="134132" y="0"/>
                    </a:moveTo>
                    <a:lnTo>
                      <a:pt x="0" y="77442"/>
                    </a:lnTo>
                    <a:lnTo>
                      <a:pt x="134132" y="154885"/>
                    </a:lnTo>
                    <a:lnTo>
                      <a:pt x="268253" y="77442"/>
                    </a:lnTo>
                    <a:lnTo>
                      <a:pt x="134132"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217" name="Google Shape;217;p5"/>
              <p:cNvSpPr/>
              <p:nvPr/>
            </p:nvSpPr>
            <p:spPr>
              <a:xfrm>
                <a:off x="994736" y="1529202"/>
                <a:ext cx="293369" cy="180339"/>
              </a:xfrm>
              <a:custGeom>
                <a:rect b="b" l="l" r="r" t="t"/>
                <a:pathLst>
                  <a:path extrusionOk="0" h="180339" w="293369">
                    <a:moveTo>
                      <a:pt x="148906" y="0"/>
                    </a:moveTo>
                    <a:lnTo>
                      <a:pt x="144173" y="0"/>
                    </a:lnTo>
                    <a:lnTo>
                      <a:pt x="2366" y="81882"/>
                    </a:lnTo>
                    <a:lnTo>
                      <a:pt x="0" y="85976"/>
                    </a:lnTo>
                    <a:lnTo>
                      <a:pt x="0" y="94855"/>
                    </a:lnTo>
                    <a:lnTo>
                      <a:pt x="2366" y="98949"/>
                    </a:lnTo>
                    <a:lnTo>
                      <a:pt x="142257" y="179722"/>
                    </a:lnTo>
                    <a:lnTo>
                      <a:pt x="144403" y="180266"/>
                    </a:lnTo>
                    <a:lnTo>
                      <a:pt x="148686" y="180266"/>
                    </a:lnTo>
                    <a:lnTo>
                      <a:pt x="150833" y="179722"/>
                    </a:lnTo>
                    <a:lnTo>
                      <a:pt x="196224" y="153513"/>
                    </a:lnTo>
                    <a:lnTo>
                      <a:pt x="146540" y="153513"/>
                    </a:lnTo>
                    <a:lnTo>
                      <a:pt x="37255" y="90416"/>
                    </a:lnTo>
                    <a:lnTo>
                      <a:pt x="146540" y="27318"/>
                    </a:lnTo>
                    <a:lnTo>
                      <a:pt x="196221" y="27318"/>
                    </a:lnTo>
                    <a:lnTo>
                      <a:pt x="148906" y="0"/>
                    </a:lnTo>
                    <a:close/>
                  </a:path>
                  <a:path extrusionOk="0" h="180339" w="293369">
                    <a:moveTo>
                      <a:pt x="196221" y="27318"/>
                    </a:moveTo>
                    <a:lnTo>
                      <a:pt x="146540" y="27318"/>
                    </a:lnTo>
                    <a:lnTo>
                      <a:pt x="255835" y="90416"/>
                    </a:lnTo>
                    <a:lnTo>
                      <a:pt x="146540" y="153513"/>
                    </a:lnTo>
                    <a:lnTo>
                      <a:pt x="196224" y="153513"/>
                    </a:lnTo>
                    <a:lnTo>
                      <a:pt x="290724" y="98949"/>
                    </a:lnTo>
                    <a:lnTo>
                      <a:pt x="293090" y="94855"/>
                    </a:lnTo>
                    <a:lnTo>
                      <a:pt x="293090" y="85976"/>
                    </a:lnTo>
                    <a:lnTo>
                      <a:pt x="290724" y="81882"/>
                    </a:lnTo>
                    <a:lnTo>
                      <a:pt x="196221" y="27318"/>
                    </a:lnTo>
                    <a:close/>
                  </a:path>
                </a:pathLst>
              </a:custGeom>
              <a:solidFill>
                <a:srgbClr val="00000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grpSp>
        <p:grpSp>
          <p:nvGrpSpPr>
            <p:cNvPr id="218" name="Google Shape;218;p5"/>
            <p:cNvGrpSpPr/>
            <p:nvPr/>
          </p:nvGrpSpPr>
          <p:grpSpPr>
            <a:xfrm>
              <a:off x="994735" y="1529204"/>
              <a:ext cx="964142" cy="567595"/>
              <a:chOff x="994735" y="1529204"/>
              <a:chExt cx="964142" cy="567595"/>
            </a:xfrm>
          </p:grpSpPr>
          <p:sp>
            <p:nvSpPr>
              <p:cNvPr id="219" name="Google Shape;219;p5"/>
              <p:cNvSpPr/>
              <p:nvPr/>
            </p:nvSpPr>
            <p:spPr>
              <a:xfrm>
                <a:off x="1409531" y="1774491"/>
                <a:ext cx="134619" cy="232410"/>
              </a:xfrm>
              <a:custGeom>
                <a:rect b="b" l="l" r="r" t="t"/>
                <a:pathLst>
                  <a:path extrusionOk="0" h="232410" w="134619">
                    <a:moveTo>
                      <a:pt x="134132" y="0"/>
                    </a:moveTo>
                    <a:lnTo>
                      <a:pt x="0" y="77442"/>
                    </a:lnTo>
                    <a:lnTo>
                      <a:pt x="0" y="232317"/>
                    </a:lnTo>
                    <a:lnTo>
                      <a:pt x="134132" y="154874"/>
                    </a:lnTo>
                    <a:lnTo>
                      <a:pt x="134132"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220" name="Google Shape;220;p5"/>
              <p:cNvSpPr/>
              <p:nvPr/>
            </p:nvSpPr>
            <p:spPr>
              <a:xfrm>
                <a:off x="1397114" y="1761525"/>
                <a:ext cx="159384" cy="257810"/>
              </a:xfrm>
              <a:custGeom>
                <a:rect b="b" l="l" r="r" t="t"/>
                <a:pathLst>
                  <a:path extrusionOk="0" h="257810" w="159384">
                    <a:moveTo>
                      <a:pt x="148916" y="0"/>
                    </a:moveTo>
                    <a:lnTo>
                      <a:pt x="144184" y="0"/>
                    </a:lnTo>
                    <a:lnTo>
                      <a:pt x="2366" y="81871"/>
                    </a:lnTo>
                    <a:lnTo>
                      <a:pt x="0" y="85976"/>
                    </a:lnTo>
                    <a:lnTo>
                      <a:pt x="0" y="249720"/>
                    </a:lnTo>
                    <a:lnTo>
                      <a:pt x="2366" y="253824"/>
                    </a:lnTo>
                    <a:lnTo>
                      <a:pt x="8125" y="257144"/>
                    </a:lnTo>
                    <a:lnTo>
                      <a:pt x="10271" y="257698"/>
                    </a:lnTo>
                    <a:lnTo>
                      <a:pt x="14565" y="257698"/>
                    </a:lnTo>
                    <a:lnTo>
                      <a:pt x="16701" y="257144"/>
                    </a:lnTo>
                    <a:lnTo>
                      <a:pt x="74508" y="223773"/>
                    </a:lnTo>
                    <a:lnTo>
                      <a:pt x="24836" y="223773"/>
                    </a:lnTo>
                    <a:lnTo>
                      <a:pt x="24836" y="97578"/>
                    </a:lnTo>
                    <a:lnTo>
                      <a:pt x="134132" y="34480"/>
                    </a:lnTo>
                    <a:lnTo>
                      <a:pt x="158968" y="34480"/>
                    </a:lnTo>
                    <a:lnTo>
                      <a:pt x="158968" y="8533"/>
                    </a:lnTo>
                    <a:lnTo>
                      <a:pt x="156602" y="4429"/>
                    </a:lnTo>
                    <a:lnTo>
                      <a:pt x="148916" y="0"/>
                    </a:lnTo>
                    <a:close/>
                  </a:path>
                  <a:path extrusionOk="0" h="257810" w="159384">
                    <a:moveTo>
                      <a:pt x="158968" y="34480"/>
                    </a:moveTo>
                    <a:lnTo>
                      <a:pt x="134132" y="34480"/>
                    </a:lnTo>
                    <a:lnTo>
                      <a:pt x="134132" y="160675"/>
                    </a:lnTo>
                    <a:lnTo>
                      <a:pt x="24836" y="223773"/>
                    </a:lnTo>
                    <a:lnTo>
                      <a:pt x="74508" y="223773"/>
                    </a:lnTo>
                    <a:lnTo>
                      <a:pt x="156602" y="176382"/>
                    </a:lnTo>
                    <a:lnTo>
                      <a:pt x="158968" y="172277"/>
                    </a:lnTo>
                    <a:lnTo>
                      <a:pt x="158968" y="34480"/>
                    </a:lnTo>
                    <a:close/>
                  </a:path>
                </a:pathLst>
              </a:custGeom>
              <a:solidFill>
                <a:srgbClr val="00000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221" name="Google Shape;221;p5"/>
              <p:cNvSpPr/>
              <p:nvPr/>
            </p:nvSpPr>
            <p:spPr>
              <a:xfrm>
                <a:off x="1007156" y="1619616"/>
                <a:ext cx="402590" cy="387350"/>
              </a:xfrm>
              <a:custGeom>
                <a:rect b="b" l="l" r="r" t="t"/>
                <a:pathLst>
                  <a:path extrusionOk="0" h="387350" w="402590">
                    <a:moveTo>
                      <a:pt x="0" y="0"/>
                    </a:moveTo>
                    <a:lnTo>
                      <a:pt x="0" y="154874"/>
                    </a:lnTo>
                    <a:lnTo>
                      <a:pt x="402375" y="387192"/>
                    </a:lnTo>
                    <a:lnTo>
                      <a:pt x="402375" y="232317"/>
                    </a:lnTo>
                    <a:lnTo>
                      <a:pt x="0" y="0"/>
                    </a:lnTo>
                    <a:close/>
                  </a:path>
                </a:pathLst>
              </a:custGeom>
              <a:solidFill>
                <a:srgbClr val="00852A"/>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222" name="Google Shape;222;p5"/>
              <p:cNvSpPr/>
              <p:nvPr/>
            </p:nvSpPr>
            <p:spPr>
              <a:xfrm>
                <a:off x="994735" y="1606649"/>
                <a:ext cx="427355" cy="412750"/>
              </a:xfrm>
              <a:custGeom>
                <a:rect b="b" l="l" r="r" t="t"/>
                <a:pathLst>
                  <a:path extrusionOk="0" h="412750" w="427355">
                    <a:moveTo>
                      <a:pt x="14784" y="0"/>
                    </a:moveTo>
                    <a:lnTo>
                      <a:pt x="10052" y="0"/>
                    </a:lnTo>
                    <a:lnTo>
                      <a:pt x="2366" y="4429"/>
                    </a:lnTo>
                    <a:lnTo>
                      <a:pt x="0" y="8533"/>
                    </a:lnTo>
                    <a:lnTo>
                      <a:pt x="0" y="172277"/>
                    </a:lnTo>
                    <a:lnTo>
                      <a:pt x="2366" y="176382"/>
                    </a:lnTo>
                    <a:lnTo>
                      <a:pt x="410511" y="412029"/>
                    </a:lnTo>
                    <a:lnTo>
                      <a:pt x="412657" y="412584"/>
                    </a:lnTo>
                    <a:lnTo>
                      <a:pt x="416940" y="412584"/>
                    </a:lnTo>
                    <a:lnTo>
                      <a:pt x="419086" y="412029"/>
                    </a:lnTo>
                    <a:lnTo>
                      <a:pt x="424845" y="408699"/>
                    </a:lnTo>
                    <a:lnTo>
                      <a:pt x="427212" y="404595"/>
                    </a:lnTo>
                    <a:lnTo>
                      <a:pt x="427212" y="378648"/>
                    </a:lnTo>
                    <a:lnTo>
                      <a:pt x="402375" y="378648"/>
                    </a:lnTo>
                    <a:lnTo>
                      <a:pt x="24836" y="160675"/>
                    </a:lnTo>
                    <a:lnTo>
                      <a:pt x="24836" y="34480"/>
                    </a:lnTo>
                    <a:lnTo>
                      <a:pt x="74507" y="34480"/>
                    </a:lnTo>
                    <a:lnTo>
                      <a:pt x="14784" y="0"/>
                    </a:lnTo>
                    <a:close/>
                  </a:path>
                  <a:path extrusionOk="0" h="412750" w="427355">
                    <a:moveTo>
                      <a:pt x="74507" y="34480"/>
                    </a:moveTo>
                    <a:lnTo>
                      <a:pt x="24836" y="34480"/>
                    </a:lnTo>
                    <a:lnTo>
                      <a:pt x="402375" y="252453"/>
                    </a:lnTo>
                    <a:lnTo>
                      <a:pt x="402375" y="378648"/>
                    </a:lnTo>
                    <a:lnTo>
                      <a:pt x="427212" y="378648"/>
                    </a:lnTo>
                    <a:lnTo>
                      <a:pt x="427212" y="240851"/>
                    </a:lnTo>
                    <a:lnTo>
                      <a:pt x="424845" y="236746"/>
                    </a:lnTo>
                    <a:lnTo>
                      <a:pt x="74507" y="34480"/>
                    </a:lnTo>
                    <a:close/>
                  </a:path>
                </a:pathLst>
              </a:custGeom>
              <a:solidFill>
                <a:srgbClr val="00000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223" name="Google Shape;223;p5"/>
              <p:cNvSpPr/>
              <p:nvPr/>
            </p:nvSpPr>
            <p:spPr>
              <a:xfrm>
                <a:off x="1007154" y="1542178"/>
                <a:ext cx="536575" cy="309880"/>
              </a:xfrm>
              <a:custGeom>
                <a:rect b="b" l="l" r="r" t="t"/>
                <a:pathLst>
                  <a:path extrusionOk="0" h="309880" w="536575">
                    <a:moveTo>
                      <a:pt x="134121" y="0"/>
                    </a:moveTo>
                    <a:lnTo>
                      <a:pt x="0" y="77442"/>
                    </a:lnTo>
                    <a:lnTo>
                      <a:pt x="402375" y="309760"/>
                    </a:lnTo>
                    <a:lnTo>
                      <a:pt x="536507" y="232317"/>
                    </a:lnTo>
                    <a:lnTo>
                      <a:pt x="134121"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224" name="Google Shape;224;p5"/>
              <p:cNvSpPr/>
              <p:nvPr/>
            </p:nvSpPr>
            <p:spPr>
              <a:xfrm>
                <a:off x="994736" y="1529204"/>
                <a:ext cx="561340" cy="335280"/>
              </a:xfrm>
              <a:custGeom>
                <a:rect b="b" l="l" r="r" t="t"/>
                <a:pathLst>
                  <a:path extrusionOk="0" h="335280" w="561340">
                    <a:moveTo>
                      <a:pt x="148906" y="0"/>
                    </a:moveTo>
                    <a:lnTo>
                      <a:pt x="144173" y="0"/>
                    </a:lnTo>
                    <a:lnTo>
                      <a:pt x="2366" y="81882"/>
                    </a:lnTo>
                    <a:lnTo>
                      <a:pt x="0" y="85976"/>
                    </a:lnTo>
                    <a:lnTo>
                      <a:pt x="0" y="94855"/>
                    </a:lnTo>
                    <a:lnTo>
                      <a:pt x="2366" y="98949"/>
                    </a:lnTo>
                    <a:lnTo>
                      <a:pt x="410511" y="334597"/>
                    </a:lnTo>
                    <a:lnTo>
                      <a:pt x="412657" y="335141"/>
                    </a:lnTo>
                    <a:lnTo>
                      <a:pt x="416940" y="335141"/>
                    </a:lnTo>
                    <a:lnTo>
                      <a:pt x="419086" y="334597"/>
                    </a:lnTo>
                    <a:lnTo>
                      <a:pt x="464477" y="308388"/>
                    </a:lnTo>
                    <a:lnTo>
                      <a:pt x="414793" y="308388"/>
                    </a:lnTo>
                    <a:lnTo>
                      <a:pt x="37255" y="90416"/>
                    </a:lnTo>
                    <a:lnTo>
                      <a:pt x="146540" y="27318"/>
                    </a:lnTo>
                    <a:lnTo>
                      <a:pt x="196223" y="27318"/>
                    </a:lnTo>
                    <a:lnTo>
                      <a:pt x="148906" y="0"/>
                    </a:lnTo>
                    <a:close/>
                  </a:path>
                  <a:path extrusionOk="0" h="335280" w="561340">
                    <a:moveTo>
                      <a:pt x="196223" y="27318"/>
                    </a:moveTo>
                    <a:lnTo>
                      <a:pt x="146540" y="27318"/>
                    </a:lnTo>
                    <a:lnTo>
                      <a:pt x="524088" y="245290"/>
                    </a:lnTo>
                    <a:lnTo>
                      <a:pt x="414793" y="308388"/>
                    </a:lnTo>
                    <a:lnTo>
                      <a:pt x="464477" y="308388"/>
                    </a:lnTo>
                    <a:lnTo>
                      <a:pt x="558977" y="253824"/>
                    </a:lnTo>
                    <a:lnTo>
                      <a:pt x="561344" y="249730"/>
                    </a:lnTo>
                    <a:lnTo>
                      <a:pt x="561344" y="240851"/>
                    </a:lnTo>
                    <a:lnTo>
                      <a:pt x="558977" y="236757"/>
                    </a:lnTo>
                    <a:lnTo>
                      <a:pt x="196223" y="27318"/>
                    </a:lnTo>
                    <a:close/>
                  </a:path>
                </a:pathLst>
              </a:custGeom>
              <a:solidFill>
                <a:srgbClr val="00000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225" name="Google Shape;225;p5"/>
              <p:cNvSpPr/>
              <p:nvPr/>
            </p:nvSpPr>
            <p:spPr>
              <a:xfrm>
                <a:off x="1409531" y="1774491"/>
                <a:ext cx="536575" cy="309880"/>
              </a:xfrm>
              <a:custGeom>
                <a:rect b="b" l="l" r="r" t="t"/>
                <a:pathLst>
                  <a:path extrusionOk="0" h="309880" w="536575">
                    <a:moveTo>
                      <a:pt x="402375" y="0"/>
                    </a:moveTo>
                    <a:lnTo>
                      <a:pt x="0" y="232317"/>
                    </a:lnTo>
                    <a:lnTo>
                      <a:pt x="134121" y="309760"/>
                    </a:lnTo>
                    <a:lnTo>
                      <a:pt x="536507" y="77442"/>
                    </a:lnTo>
                    <a:lnTo>
                      <a:pt x="402375" y="0"/>
                    </a:lnTo>
                    <a:close/>
                  </a:path>
                </a:pathLst>
              </a:custGeom>
              <a:solidFill>
                <a:srgbClr val="901F75"/>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226" name="Google Shape;226;p5"/>
              <p:cNvSpPr/>
              <p:nvPr/>
            </p:nvSpPr>
            <p:spPr>
              <a:xfrm>
                <a:off x="1397114" y="1761519"/>
                <a:ext cx="561339" cy="335280"/>
              </a:xfrm>
              <a:custGeom>
                <a:rect b="b" l="l" r="r" t="t"/>
                <a:pathLst>
                  <a:path extrusionOk="0" h="335280" w="561339">
                    <a:moveTo>
                      <a:pt x="417160" y="0"/>
                    </a:moveTo>
                    <a:lnTo>
                      <a:pt x="412427" y="0"/>
                    </a:lnTo>
                    <a:lnTo>
                      <a:pt x="2366" y="236757"/>
                    </a:lnTo>
                    <a:lnTo>
                      <a:pt x="0" y="240851"/>
                    </a:lnTo>
                    <a:lnTo>
                      <a:pt x="0" y="249730"/>
                    </a:lnTo>
                    <a:lnTo>
                      <a:pt x="2366" y="253824"/>
                    </a:lnTo>
                    <a:lnTo>
                      <a:pt x="142257" y="334597"/>
                    </a:lnTo>
                    <a:lnTo>
                      <a:pt x="144403" y="335152"/>
                    </a:lnTo>
                    <a:lnTo>
                      <a:pt x="148686" y="335152"/>
                    </a:lnTo>
                    <a:lnTo>
                      <a:pt x="150833" y="334597"/>
                    </a:lnTo>
                    <a:lnTo>
                      <a:pt x="196226" y="308388"/>
                    </a:lnTo>
                    <a:lnTo>
                      <a:pt x="146540" y="308388"/>
                    </a:lnTo>
                    <a:lnTo>
                      <a:pt x="37255" y="245290"/>
                    </a:lnTo>
                    <a:lnTo>
                      <a:pt x="414793" y="27318"/>
                    </a:lnTo>
                    <a:lnTo>
                      <a:pt x="464480" y="27318"/>
                    </a:lnTo>
                    <a:lnTo>
                      <a:pt x="417160" y="0"/>
                    </a:lnTo>
                    <a:close/>
                  </a:path>
                  <a:path extrusionOk="0" h="335280" w="561339">
                    <a:moveTo>
                      <a:pt x="464480" y="27318"/>
                    </a:moveTo>
                    <a:lnTo>
                      <a:pt x="414793" y="27318"/>
                    </a:lnTo>
                    <a:lnTo>
                      <a:pt x="524088" y="90416"/>
                    </a:lnTo>
                    <a:lnTo>
                      <a:pt x="146540" y="308388"/>
                    </a:lnTo>
                    <a:lnTo>
                      <a:pt x="196226" y="308388"/>
                    </a:lnTo>
                    <a:lnTo>
                      <a:pt x="558977" y="98949"/>
                    </a:lnTo>
                    <a:lnTo>
                      <a:pt x="561344" y="94845"/>
                    </a:lnTo>
                    <a:lnTo>
                      <a:pt x="561344" y="85976"/>
                    </a:lnTo>
                    <a:lnTo>
                      <a:pt x="558977" y="81871"/>
                    </a:lnTo>
                    <a:lnTo>
                      <a:pt x="464480" y="27318"/>
                    </a:lnTo>
                    <a:close/>
                  </a:path>
                </a:pathLst>
              </a:custGeom>
              <a:solidFill>
                <a:srgbClr val="00000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227" name="Google Shape;227;p5"/>
              <p:cNvSpPr/>
              <p:nvPr/>
            </p:nvSpPr>
            <p:spPr>
              <a:xfrm>
                <a:off x="1409531" y="1619616"/>
                <a:ext cx="402589" cy="387350"/>
              </a:xfrm>
              <a:custGeom>
                <a:rect b="b" l="l" r="r" t="t"/>
                <a:pathLst>
                  <a:path extrusionOk="0" h="387350" w="402589">
                    <a:moveTo>
                      <a:pt x="402375" y="0"/>
                    </a:moveTo>
                    <a:lnTo>
                      <a:pt x="0" y="232317"/>
                    </a:lnTo>
                    <a:lnTo>
                      <a:pt x="0" y="387192"/>
                    </a:lnTo>
                    <a:lnTo>
                      <a:pt x="402375" y="154874"/>
                    </a:lnTo>
                    <a:lnTo>
                      <a:pt x="402375"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228" name="Google Shape;228;p5"/>
              <p:cNvSpPr/>
              <p:nvPr/>
            </p:nvSpPr>
            <p:spPr>
              <a:xfrm>
                <a:off x="1397114" y="1606650"/>
                <a:ext cx="427355" cy="412750"/>
              </a:xfrm>
              <a:custGeom>
                <a:rect b="b" l="l" r="r" t="t"/>
                <a:pathLst>
                  <a:path extrusionOk="0" h="412750" w="427355">
                    <a:moveTo>
                      <a:pt x="417160" y="0"/>
                    </a:moveTo>
                    <a:lnTo>
                      <a:pt x="412427" y="0"/>
                    </a:lnTo>
                    <a:lnTo>
                      <a:pt x="2366" y="236746"/>
                    </a:lnTo>
                    <a:lnTo>
                      <a:pt x="0" y="240851"/>
                    </a:lnTo>
                    <a:lnTo>
                      <a:pt x="0" y="404595"/>
                    </a:lnTo>
                    <a:lnTo>
                      <a:pt x="2366" y="408699"/>
                    </a:lnTo>
                    <a:lnTo>
                      <a:pt x="8125" y="412018"/>
                    </a:lnTo>
                    <a:lnTo>
                      <a:pt x="10271" y="412573"/>
                    </a:lnTo>
                    <a:lnTo>
                      <a:pt x="14565" y="412573"/>
                    </a:lnTo>
                    <a:lnTo>
                      <a:pt x="16701" y="412018"/>
                    </a:lnTo>
                    <a:lnTo>
                      <a:pt x="74502" y="378648"/>
                    </a:lnTo>
                    <a:lnTo>
                      <a:pt x="24836" y="378648"/>
                    </a:lnTo>
                    <a:lnTo>
                      <a:pt x="24836" y="252453"/>
                    </a:lnTo>
                    <a:lnTo>
                      <a:pt x="402375" y="34480"/>
                    </a:lnTo>
                    <a:lnTo>
                      <a:pt x="427212" y="34480"/>
                    </a:lnTo>
                    <a:lnTo>
                      <a:pt x="427212" y="8533"/>
                    </a:lnTo>
                    <a:lnTo>
                      <a:pt x="424845" y="4429"/>
                    </a:lnTo>
                    <a:lnTo>
                      <a:pt x="417160" y="0"/>
                    </a:lnTo>
                    <a:close/>
                  </a:path>
                  <a:path extrusionOk="0" h="412750" w="427355">
                    <a:moveTo>
                      <a:pt x="427212" y="34480"/>
                    </a:moveTo>
                    <a:lnTo>
                      <a:pt x="402375" y="34480"/>
                    </a:lnTo>
                    <a:lnTo>
                      <a:pt x="402375" y="160675"/>
                    </a:lnTo>
                    <a:lnTo>
                      <a:pt x="24836" y="378648"/>
                    </a:lnTo>
                    <a:lnTo>
                      <a:pt x="74502" y="378648"/>
                    </a:lnTo>
                    <a:lnTo>
                      <a:pt x="424845" y="176382"/>
                    </a:lnTo>
                    <a:lnTo>
                      <a:pt x="427212" y="172277"/>
                    </a:lnTo>
                    <a:lnTo>
                      <a:pt x="427212" y="34480"/>
                    </a:lnTo>
                    <a:close/>
                  </a:path>
                </a:pathLst>
              </a:custGeom>
              <a:solidFill>
                <a:srgbClr val="00000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229" name="Google Shape;229;p5"/>
              <p:cNvSpPr/>
              <p:nvPr/>
            </p:nvSpPr>
            <p:spPr>
              <a:xfrm>
                <a:off x="1811910" y="1619620"/>
                <a:ext cx="134619" cy="232410"/>
              </a:xfrm>
              <a:custGeom>
                <a:rect b="b" l="l" r="r" t="t"/>
                <a:pathLst>
                  <a:path extrusionOk="0" h="232410" w="134619">
                    <a:moveTo>
                      <a:pt x="0" y="0"/>
                    </a:moveTo>
                    <a:lnTo>
                      <a:pt x="0" y="154874"/>
                    </a:lnTo>
                    <a:lnTo>
                      <a:pt x="134121" y="232317"/>
                    </a:lnTo>
                    <a:lnTo>
                      <a:pt x="134121" y="77432"/>
                    </a:lnTo>
                    <a:lnTo>
                      <a:pt x="0"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230" name="Google Shape;230;p5"/>
              <p:cNvSpPr/>
              <p:nvPr/>
            </p:nvSpPr>
            <p:spPr>
              <a:xfrm>
                <a:off x="1799492" y="1606649"/>
                <a:ext cx="159385" cy="257810"/>
              </a:xfrm>
              <a:custGeom>
                <a:rect b="b" l="l" r="r" t="t"/>
                <a:pathLst>
                  <a:path extrusionOk="0" h="257810" w="159385">
                    <a:moveTo>
                      <a:pt x="14784" y="0"/>
                    </a:moveTo>
                    <a:lnTo>
                      <a:pt x="10052" y="0"/>
                    </a:lnTo>
                    <a:lnTo>
                      <a:pt x="2366" y="4429"/>
                    </a:lnTo>
                    <a:lnTo>
                      <a:pt x="0" y="8533"/>
                    </a:lnTo>
                    <a:lnTo>
                      <a:pt x="0" y="172277"/>
                    </a:lnTo>
                    <a:lnTo>
                      <a:pt x="2366" y="176382"/>
                    </a:lnTo>
                    <a:lnTo>
                      <a:pt x="142257" y="257144"/>
                    </a:lnTo>
                    <a:lnTo>
                      <a:pt x="144403" y="257698"/>
                    </a:lnTo>
                    <a:lnTo>
                      <a:pt x="148686" y="257698"/>
                    </a:lnTo>
                    <a:lnTo>
                      <a:pt x="150833" y="257144"/>
                    </a:lnTo>
                    <a:lnTo>
                      <a:pt x="156592" y="253824"/>
                    </a:lnTo>
                    <a:lnTo>
                      <a:pt x="158958" y="249720"/>
                    </a:lnTo>
                    <a:lnTo>
                      <a:pt x="158958" y="223773"/>
                    </a:lnTo>
                    <a:lnTo>
                      <a:pt x="134121" y="223773"/>
                    </a:lnTo>
                    <a:lnTo>
                      <a:pt x="24836" y="160675"/>
                    </a:lnTo>
                    <a:lnTo>
                      <a:pt x="24836" y="34480"/>
                    </a:lnTo>
                    <a:lnTo>
                      <a:pt x="74507" y="34480"/>
                    </a:lnTo>
                    <a:lnTo>
                      <a:pt x="14784" y="0"/>
                    </a:lnTo>
                    <a:close/>
                  </a:path>
                  <a:path extrusionOk="0" h="257810" w="159385">
                    <a:moveTo>
                      <a:pt x="74507" y="34480"/>
                    </a:moveTo>
                    <a:lnTo>
                      <a:pt x="24836" y="34480"/>
                    </a:lnTo>
                    <a:lnTo>
                      <a:pt x="134121" y="97578"/>
                    </a:lnTo>
                    <a:lnTo>
                      <a:pt x="134121" y="223773"/>
                    </a:lnTo>
                    <a:lnTo>
                      <a:pt x="158958" y="223773"/>
                    </a:lnTo>
                    <a:lnTo>
                      <a:pt x="158958" y="85976"/>
                    </a:lnTo>
                    <a:lnTo>
                      <a:pt x="156592" y="81871"/>
                    </a:lnTo>
                    <a:lnTo>
                      <a:pt x="74507" y="34480"/>
                    </a:lnTo>
                    <a:close/>
                  </a:path>
                </a:pathLst>
              </a:custGeom>
              <a:solidFill>
                <a:srgbClr val="00000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grpSp>
        <p:grpSp>
          <p:nvGrpSpPr>
            <p:cNvPr id="231" name="Google Shape;231;p5"/>
            <p:cNvGrpSpPr/>
            <p:nvPr/>
          </p:nvGrpSpPr>
          <p:grpSpPr>
            <a:xfrm>
              <a:off x="2149414" y="1200902"/>
              <a:ext cx="1876309" cy="219379"/>
              <a:chOff x="2149414" y="1200902"/>
              <a:chExt cx="1876309" cy="219379"/>
            </a:xfrm>
          </p:grpSpPr>
          <p:pic>
            <p:nvPicPr>
              <p:cNvPr id="232" name="Google Shape;232;p5"/>
              <p:cNvPicPr preferRelativeResize="0"/>
              <p:nvPr/>
            </p:nvPicPr>
            <p:blipFill rotWithShape="1">
              <a:blip r:embed="rId2">
                <a:alphaModFix/>
              </a:blip>
              <a:srcRect b="0" l="0" r="0" t="0"/>
              <a:stretch/>
            </p:blipFill>
            <p:spPr>
              <a:xfrm>
                <a:off x="2149414" y="1200902"/>
                <a:ext cx="439058" cy="219375"/>
              </a:xfrm>
              <a:prstGeom prst="rect">
                <a:avLst/>
              </a:prstGeom>
              <a:noFill/>
              <a:ln>
                <a:noFill/>
              </a:ln>
            </p:spPr>
          </p:pic>
          <p:pic>
            <p:nvPicPr>
              <p:cNvPr id="233" name="Google Shape;233;p5"/>
              <p:cNvPicPr preferRelativeResize="0"/>
              <p:nvPr/>
            </p:nvPicPr>
            <p:blipFill rotWithShape="1">
              <a:blip r:embed="rId3">
                <a:alphaModFix/>
              </a:blip>
              <a:srcRect b="0" l="0" r="0" t="0"/>
              <a:stretch/>
            </p:blipFill>
            <p:spPr>
              <a:xfrm>
                <a:off x="2618039" y="1204408"/>
                <a:ext cx="189795" cy="212056"/>
              </a:xfrm>
              <a:prstGeom prst="rect">
                <a:avLst/>
              </a:prstGeom>
              <a:noFill/>
              <a:ln>
                <a:noFill/>
              </a:ln>
            </p:spPr>
          </p:pic>
          <p:pic>
            <p:nvPicPr>
              <p:cNvPr id="234" name="Google Shape;234;p5"/>
              <p:cNvPicPr preferRelativeResize="0"/>
              <p:nvPr/>
            </p:nvPicPr>
            <p:blipFill rotWithShape="1">
              <a:blip r:embed="rId4">
                <a:alphaModFix/>
              </a:blip>
              <a:srcRect b="0" l="0" r="0" t="0"/>
              <a:stretch/>
            </p:blipFill>
            <p:spPr>
              <a:xfrm>
                <a:off x="2836894" y="1201228"/>
                <a:ext cx="360552" cy="219050"/>
              </a:xfrm>
              <a:prstGeom prst="rect">
                <a:avLst/>
              </a:prstGeom>
              <a:noFill/>
              <a:ln>
                <a:noFill/>
              </a:ln>
            </p:spPr>
          </p:pic>
          <p:pic>
            <p:nvPicPr>
              <p:cNvPr id="235" name="Google Shape;235;p5"/>
              <p:cNvPicPr preferRelativeResize="0"/>
              <p:nvPr/>
            </p:nvPicPr>
            <p:blipFill rotWithShape="1">
              <a:blip r:embed="rId5">
                <a:alphaModFix/>
              </a:blip>
              <a:srcRect b="0" l="0" r="0" t="0"/>
              <a:stretch/>
            </p:blipFill>
            <p:spPr>
              <a:xfrm>
                <a:off x="3221792" y="1204406"/>
                <a:ext cx="171680" cy="212056"/>
              </a:xfrm>
              <a:prstGeom prst="rect">
                <a:avLst/>
              </a:prstGeom>
              <a:noFill/>
              <a:ln>
                <a:noFill/>
              </a:ln>
            </p:spPr>
          </p:pic>
          <p:pic>
            <p:nvPicPr>
              <p:cNvPr id="236" name="Google Shape;236;p5"/>
              <p:cNvPicPr preferRelativeResize="0"/>
              <p:nvPr/>
            </p:nvPicPr>
            <p:blipFill rotWithShape="1">
              <a:blip r:embed="rId6">
                <a:alphaModFix/>
              </a:blip>
              <a:srcRect b="0" l="0" r="0" t="0"/>
              <a:stretch/>
            </p:blipFill>
            <p:spPr>
              <a:xfrm>
                <a:off x="3420815" y="1204403"/>
                <a:ext cx="189481" cy="215878"/>
              </a:xfrm>
              <a:prstGeom prst="rect">
                <a:avLst/>
              </a:prstGeom>
              <a:noFill/>
              <a:ln>
                <a:noFill/>
              </a:ln>
            </p:spPr>
          </p:pic>
          <p:pic>
            <p:nvPicPr>
              <p:cNvPr id="237" name="Google Shape;237;p5"/>
              <p:cNvPicPr preferRelativeResize="0"/>
              <p:nvPr/>
            </p:nvPicPr>
            <p:blipFill rotWithShape="1">
              <a:blip r:embed="rId7">
                <a:alphaModFix/>
              </a:blip>
              <a:srcRect b="0" l="0" r="0" t="0"/>
              <a:stretch/>
            </p:blipFill>
            <p:spPr>
              <a:xfrm>
                <a:off x="3638275" y="1200907"/>
                <a:ext cx="387448" cy="219365"/>
              </a:xfrm>
              <a:prstGeom prst="rect">
                <a:avLst/>
              </a:prstGeom>
              <a:noFill/>
              <a:ln>
                <a:noFill/>
              </a:ln>
            </p:spPr>
          </p:pic>
        </p:grpSp>
        <p:grpSp>
          <p:nvGrpSpPr>
            <p:cNvPr id="238" name="Google Shape;238;p5"/>
            <p:cNvGrpSpPr/>
            <p:nvPr/>
          </p:nvGrpSpPr>
          <p:grpSpPr>
            <a:xfrm>
              <a:off x="2159583" y="1508896"/>
              <a:ext cx="1149947" cy="219689"/>
              <a:chOff x="2159583" y="1508896"/>
              <a:chExt cx="1149947" cy="219689"/>
            </a:xfrm>
          </p:grpSpPr>
          <p:pic>
            <p:nvPicPr>
              <p:cNvPr id="239" name="Google Shape;239;p5"/>
              <p:cNvPicPr preferRelativeResize="0"/>
              <p:nvPr/>
            </p:nvPicPr>
            <p:blipFill rotWithShape="1">
              <a:blip r:embed="rId8">
                <a:alphaModFix/>
              </a:blip>
              <a:srcRect b="0" l="0" r="0" t="0"/>
              <a:stretch/>
            </p:blipFill>
            <p:spPr>
              <a:xfrm>
                <a:off x="2159583" y="1512390"/>
                <a:ext cx="196161" cy="212056"/>
              </a:xfrm>
              <a:prstGeom prst="rect">
                <a:avLst/>
              </a:prstGeom>
              <a:noFill/>
              <a:ln>
                <a:noFill/>
              </a:ln>
            </p:spPr>
          </p:pic>
          <p:sp>
            <p:nvSpPr>
              <p:cNvPr id="240" name="Google Shape;240;p5"/>
              <p:cNvSpPr/>
              <p:nvPr/>
            </p:nvSpPr>
            <p:spPr>
              <a:xfrm>
                <a:off x="2388492" y="1512393"/>
                <a:ext cx="45719" cy="212089"/>
              </a:xfrm>
              <a:custGeom>
                <a:rect b="b" l="l" r="r" t="t"/>
                <a:pathLst>
                  <a:path extrusionOk="0" h="212089" w="45719">
                    <a:moveTo>
                      <a:pt x="45150" y="0"/>
                    </a:moveTo>
                    <a:lnTo>
                      <a:pt x="0" y="0"/>
                    </a:lnTo>
                    <a:lnTo>
                      <a:pt x="0" y="212056"/>
                    </a:lnTo>
                    <a:lnTo>
                      <a:pt x="45150" y="212056"/>
                    </a:lnTo>
                    <a:lnTo>
                      <a:pt x="45150"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pic>
            <p:nvPicPr>
              <p:cNvPr id="241" name="Google Shape;241;p5"/>
              <p:cNvPicPr preferRelativeResize="0"/>
              <p:nvPr/>
            </p:nvPicPr>
            <p:blipFill rotWithShape="1">
              <a:blip r:embed="rId9">
                <a:alphaModFix/>
              </a:blip>
              <a:srcRect b="0" l="0" r="0" t="0"/>
              <a:stretch/>
            </p:blipFill>
            <p:spPr>
              <a:xfrm>
                <a:off x="2466154" y="1508896"/>
                <a:ext cx="203156" cy="219689"/>
              </a:xfrm>
              <a:prstGeom prst="rect">
                <a:avLst/>
              </a:prstGeom>
              <a:noFill/>
              <a:ln>
                <a:noFill/>
              </a:ln>
            </p:spPr>
          </p:pic>
          <p:sp>
            <p:nvSpPr>
              <p:cNvPr id="242" name="Google Shape;242;p5"/>
              <p:cNvSpPr/>
              <p:nvPr/>
            </p:nvSpPr>
            <p:spPr>
              <a:xfrm>
                <a:off x="2708409" y="1512393"/>
                <a:ext cx="45719" cy="212089"/>
              </a:xfrm>
              <a:custGeom>
                <a:rect b="b" l="l" r="r" t="t"/>
                <a:pathLst>
                  <a:path extrusionOk="0" h="212089" w="45719">
                    <a:moveTo>
                      <a:pt x="45139" y="0"/>
                    </a:moveTo>
                    <a:lnTo>
                      <a:pt x="0" y="0"/>
                    </a:lnTo>
                    <a:lnTo>
                      <a:pt x="0" y="212056"/>
                    </a:lnTo>
                    <a:lnTo>
                      <a:pt x="45139" y="212056"/>
                    </a:lnTo>
                    <a:lnTo>
                      <a:pt x="45139"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pic>
            <p:nvPicPr>
              <p:cNvPr id="243" name="Google Shape;243;p5"/>
              <p:cNvPicPr preferRelativeResize="0"/>
              <p:nvPr/>
            </p:nvPicPr>
            <p:blipFill rotWithShape="1">
              <a:blip r:embed="rId10">
                <a:alphaModFix/>
              </a:blip>
              <a:srcRect b="0" l="0" r="0" t="0"/>
              <a:stretch/>
            </p:blipFill>
            <p:spPr>
              <a:xfrm>
                <a:off x="2777520" y="1512390"/>
                <a:ext cx="373244" cy="212464"/>
              </a:xfrm>
              <a:prstGeom prst="rect">
                <a:avLst/>
              </a:prstGeom>
              <a:noFill/>
              <a:ln>
                <a:noFill/>
              </a:ln>
            </p:spPr>
          </p:pic>
          <p:sp>
            <p:nvSpPr>
              <p:cNvPr id="244" name="Google Shape;244;p5"/>
              <p:cNvSpPr/>
              <p:nvPr/>
            </p:nvSpPr>
            <p:spPr>
              <a:xfrm>
                <a:off x="3174276" y="1512398"/>
                <a:ext cx="135254" cy="212089"/>
              </a:xfrm>
              <a:custGeom>
                <a:rect b="b" l="l" r="r" t="t"/>
                <a:pathLst>
                  <a:path extrusionOk="0" h="212089" w="135254">
                    <a:moveTo>
                      <a:pt x="134810" y="172720"/>
                    </a:moveTo>
                    <a:lnTo>
                      <a:pt x="45148" y="172720"/>
                    </a:lnTo>
                    <a:lnTo>
                      <a:pt x="45148" y="0"/>
                    </a:lnTo>
                    <a:lnTo>
                      <a:pt x="0" y="0"/>
                    </a:lnTo>
                    <a:lnTo>
                      <a:pt x="0" y="172720"/>
                    </a:lnTo>
                    <a:lnTo>
                      <a:pt x="0" y="212090"/>
                    </a:lnTo>
                    <a:lnTo>
                      <a:pt x="134810" y="212090"/>
                    </a:lnTo>
                    <a:lnTo>
                      <a:pt x="134810" y="17272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gr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Title Grey with Photo Block">
  <p:cSld name="+ Cover Title grey 1">
    <p:bg>
      <p:bgPr>
        <a:solidFill>
          <a:schemeClr val="lt2"/>
        </a:solidFill>
      </p:bgPr>
    </p:bg>
    <p:spTree>
      <p:nvGrpSpPr>
        <p:cNvPr id="245" name="Shape 245"/>
        <p:cNvGrpSpPr/>
        <p:nvPr/>
      </p:nvGrpSpPr>
      <p:grpSpPr>
        <a:xfrm>
          <a:off x="0" y="0"/>
          <a:ext cx="0" cy="0"/>
          <a:chOff x="0" y="0"/>
          <a:chExt cx="0" cy="0"/>
        </a:xfrm>
      </p:grpSpPr>
      <p:sp>
        <p:nvSpPr>
          <p:cNvPr id="246" name="Google Shape;246;p6"/>
          <p:cNvSpPr txBox="1"/>
          <p:nvPr>
            <p:ph type="title"/>
          </p:nvPr>
        </p:nvSpPr>
        <p:spPr>
          <a:xfrm>
            <a:off x="446650" y="2676750"/>
            <a:ext cx="4295700" cy="1034400"/>
          </a:xfrm>
          <a:prstGeom prst="rect">
            <a:avLst/>
          </a:prstGeom>
          <a:noFill/>
          <a:ln>
            <a:noFill/>
          </a:ln>
        </p:spPr>
        <p:txBody>
          <a:bodyPr anchorCtr="0" anchor="t" bIns="0" lIns="0" spcFirstLastPara="1" rIns="0" wrap="square" tIns="0">
            <a:spAutoFit/>
          </a:bodyPr>
          <a:lstStyle>
            <a:lvl1pPr lvl="0" marR="0" rtl="0" algn="l">
              <a:lnSpc>
                <a:spcPct val="80000"/>
              </a:lnSpc>
              <a:spcBef>
                <a:spcPts val="0"/>
              </a:spcBef>
              <a:spcAft>
                <a:spcPts val="0"/>
              </a:spcAft>
              <a:buClr>
                <a:srgbClr val="191919"/>
              </a:buClr>
              <a:buSzPts val="4200"/>
              <a:buFont typeface="Proxima Nova"/>
              <a:buNone/>
              <a:defRPr b="1" i="0" sz="4200" u="none" cap="none" strike="noStrike">
                <a:solidFill>
                  <a:srgbClr val="191919"/>
                </a:solidFill>
                <a:latin typeface="Proxima Nova"/>
                <a:ea typeface="Proxima Nova"/>
                <a:cs typeface="Proxima Nova"/>
                <a:sym typeface="Proxima Nova"/>
              </a:defRPr>
            </a:lvl1pPr>
            <a:lvl2pPr lvl="1" marR="0" rtl="0" algn="l">
              <a:lnSpc>
                <a:spcPct val="100000"/>
              </a:lnSpc>
              <a:spcBef>
                <a:spcPts val="0"/>
              </a:spcBef>
              <a:spcAft>
                <a:spcPts val="0"/>
              </a:spcAft>
              <a:buClr>
                <a:srgbClr val="191919"/>
              </a:buClr>
              <a:buSzPts val="600"/>
              <a:buFont typeface="Arial"/>
              <a:buNone/>
              <a:defRPr b="0" i="0" sz="1400" u="none" cap="none" strike="noStrike">
                <a:solidFill>
                  <a:srgbClr val="191919"/>
                </a:solidFill>
                <a:latin typeface="Arial"/>
                <a:ea typeface="Arial"/>
                <a:cs typeface="Arial"/>
                <a:sym typeface="Arial"/>
              </a:defRPr>
            </a:lvl2pPr>
            <a:lvl3pPr lvl="2" marR="0" rtl="0" algn="l">
              <a:lnSpc>
                <a:spcPct val="100000"/>
              </a:lnSpc>
              <a:spcBef>
                <a:spcPts val="0"/>
              </a:spcBef>
              <a:spcAft>
                <a:spcPts val="0"/>
              </a:spcAft>
              <a:buClr>
                <a:srgbClr val="191919"/>
              </a:buClr>
              <a:buSzPts val="600"/>
              <a:buFont typeface="Arial"/>
              <a:buNone/>
              <a:defRPr b="0" i="0" sz="1400" u="none" cap="none" strike="noStrike">
                <a:solidFill>
                  <a:srgbClr val="191919"/>
                </a:solidFill>
                <a:latin typeface="Arial"/>
                <a:ea typeface="Arial"/>
                <a:cs typeface="Arial"/>
                <a:sym typeface="Arial"/>
              </a:defRPr>
            </a:lvl3pPr>
            <a:lvl4pPr lvl="3" marR="0" rtl="0" algn="l">
              <a:lnSpc>
                <a:spcPct val="100000"/>
              </a:lnSpc>
              <a:spcBef>
                <a:spcPts val="0"/>
              </a:spcBef>
              <a:spcAft>
                <a:spcPts val="0"/>
              </a:spcAft>
              <a:buClr>
                <a:srgbClr val="191919"/>
              </a:buClr>
              <a:buSzPts val="600"/>
              <a:buFont typeface="Arial"/>
              <a:buNone/>
              <a:defRPr b="0" i="0" sz="1400" u="none" cap="none" strike="noStrike">
                <a:solidFill>
                  <a:srgbClr val="191919"/>
                </a:solidFill>
                <a:latin typeface="Arial"/>
                <a:ea typeface="Arial"/>
                <a:cs typeface="Arial"/>
                <a:sym typeface="Arial"/>
              </a:defRPr>
            </a:lvl4pPr>
            <a:lvl5pPr lvl="4" marR="0" rtl="0" algn="l">
              <a:lnSpc>
                <a:spcPct val="100000"/>
              </a:lnSpc>
              <a:spcBef>
                <a:spcPts val="0"/>
              </a:spcBef>
              <a:spcAft>
                <a:spcPts val="0"/>
              </a:spcAft>
              <a:buClr>
                <a:srgbClr val="191919"/>
              </a:buClr>
              <a:buSzPts val="600"/>
              <a:buFont typeface="Arial"/>
              <a:buNone/>
              <a:defRPr b="0" i="0" sz="1400" u="none" cap="none" strike="noStrike">
                <a:solidFill>
                  <a:srgbClr val="191919"/>
                </a:solidFill>
                <a:latin typeface="Arial"/>
                <a:ea typeface="Arial"/>
                <a:cs typeface="Arial"/>
                <a:sym typeface="Arial"/>
              </a:defRPr>
            </a:lvl5pPr>
            <a:lvl6pPr lvl="5" marR="0" rtl="0" algn="l">
              <a:lnSpc>
                <a:spcPct val="100000"/>
              </a:lnSpc>
              <a:spcBef>
                <a:spcPts val="0"/>
              </a:spcBef>
              <a:spcAft>
                <a:spcPts val="0"/>
              </a:spcAft>
              <a:buClr>
                <a:srgbClr val="191919"/>
              </a:buClr>
              <a:buSzPts val="600"/>
              <a:buFont typeface="Arial"/>
              <a:buNone/>
              <a:defRPr b="0" i="0" sz="1400" u="none" cap="none" strike="noStrike">
                <a:solidFill>
                  <a:srgbClr val="191919"/>
                </a:solidFill>
                <a:latin typeface="Arial"/>
                <a:ea typeface="Arial"/>
                <a:cs typeface="Arial"/>
                <a:sym typeface="Arial"/>
              </a:defRPr>
            </a:lvl6pPr>
            <a:lvl7pPr lvl="6" marR="0" rtl="0" algn="l">
              <a:lnSpc>
                <a:spcPct val="100000"/>
              </a:lnSpc>
              <a:spcBef>
                <a:spcPts val="0"/>
              </a:spcBef>
              <a:spcAft>
                <a:spcPts val="0"/>
              </a:spcAft>
              <a:buClr>
                <a:srgbClr val="191919"/>
              </a:buClr>
              <a:buSzPts val="600"/>
              <a:buFont typeface="Arial"/>
              <a:buNone/>
              <a:defRPr b="0" i="0" sz="1400" u="none" cap="none" strike="noStrike">
                <a:solidFill>
                  <a:srgbClr val="191919"/>
                </a:solidFill>
                <a:latin typeface="Arial"/>
                <a:ea typeface="Arial"/>
                <a:cs typeface="Arial"/>
                <a:sym typeface="Arial"/>
              </a:defRPr>
            </a:lvl7pPr>
            <a:lvl8pPr lvl="7" marR="0" rtl="0" algn="l">
              <a:lnSpc>
                <a:spcPct val="100000"/>
              </a:lnSpc>
              <a:spcBef>
                <a:spcPts val="0"/>
              </a:spcBef>
              <a:spcAft>
                <a:spcPts val="0"/>
              </a:spcAft>
              <a:buClr>
                <a:srgbClr val="191919"/>
              </a:buClr>
              <a:buSzPts val="600"/>
              <a:buFont typeface="Arial"/>
              <a:buNone/>
              <a:defRPr b="0" i="0" sz="1400" u="none" cap="none" strike="noStrike">
                <a:solidFill>
                  <a:srgbClr val="191919"/>
                </a:solidFill>
                <a:latin typeface="Arial"/>
                <a:ea typeface="Arial"/>
                <a:cs typeface="Arial"/>
                <a:sym typeface="Arial"/>
              </a:defRPr>
            </a:lvl8pPr>
            <a:lvl9pPr lvl="8" marR="0" rtl="0" algn="l">
              <a:lnSpc>
                <a:spcPct val="100000"/>
              </a:lnSpc>
              <a:spcBef>
                <a:spcPts val="0"/>
              </a:spcBef>
              <a:spcAft>
                <a:spcPts val="0"/>
              </a:spcAft>
              <a:buClr>
                <a:srgbClr val="191919"/>
              </a:buClr>
              <a:buSzPts val="600"/>
              <a:buFont typeface="Arial"/>
              <a:buNone/>
              <a:defRPr b="0" i="0" sz="1400" u="none" cap="none" strike="noStrike">
                <a:solidFill>
                  <a:srgbClr val="191919"/>
                </a:solidFill>
                <a:latin typeface="Arial"/>
                <a:ea typeface="Arial"/>
                <a:cs typeface="Arial"/>
                <a:sym typeface="Arial"/>
              </a:defRPr>
            </a:lvl9pPr>
          </a:lstStyle>
          <a:p/>
        </p:txBody>
      </p:sp>
      <p:sp>
        <p:nvSpPr>
          <p:cNvPr id="247" name="Google Shape;247;p6"/>
          <p:cNvSpPr txBox="1"/>
          <p:nvPr>
            <p:ph idx="1" type="subTitle"/>
          </p:nvPr>
        </p:nvSpPr>
        <p:spPr>
          <a:xfrm>
            <a:off x="446650" y="3732646"/>
            <a:ext cx="4564800" cy="376200"/>
          </a:xfrm>
          <a:prstGeom prst="rect">
            <a:avLst/>
          </a:prstGeom>
          <a:noFill/>
          <a:ln>
            <a:noFill/>
          </a:ln>
        </p:spPr>
        <p:txBody>
          <a:bodyPr anchorCtr="0" anchor="t" bIns="0" lIns="0" spcFirstLastPara="1" rIns="0" wrap="square" tIns="0">
            <a:noAutofit/>
          </a:bodyPr>
          <a:lstStyle>
            <a:lvl1pPr lvl="0" marR="0" rtl="0" algn="l">
              <a:lnSpc>
                <a:spcPct val="100000"/>
              </a:lnSpc>
              <a:spcBef>
                <a:spcPts val="0"/>
              </a:spcBef>
              <a:spcAft>
                <a:spcPts val="0"/>
              </a:spcAft>
              <a:buClr>
                <a:schemeClr val="accent1"/>
              </a:buClr>
              <a:buSzPts val="2400"/>
              <a:buFont typeface="Proxima Nova"/>
              <a:buNone/>
              <a:defRPr b="0" i="0" sz="2400" u="none" cap="none" strike="noStrike">
                <a:solidFill>
                  <a:schemeClr val="accent1"/>
                </a:solidFill>
                <a:latin typeface="Proxima Nova"/>
                <a:ea typeface="Proxima Nova"/>
                <a:cs typeface="Proxima Nova"/>
                <a:sym typeface="Proxima Nova"/>
              </a:defRPr>
            </a:lvl1pPr>
            <a:lvl2pPr lvl="1" marR="0" rtl="0" algn="l">
              <a:lnSpc>
                <a:spcPct val="100000"/>
              </a:lnSpc>
              <a:spcBef>
                <a:spcPts val="0"/>
              </a:spcBef>
              <a:spcAft>
                <a:spcPts val="0"/>
              </a:spcAft>
              <a:buClr>
                <a:srgbClr val="CCCCCC"/>
              </a:buClr>
              <a:buSzPts val="2400"/>
              <a:buFont typeface="Proxima Nova"/>
              <a:buNone/>
              <a:defRPr b="0" i="0" sz="2400" u="none" cap="none" strike="noStrike">
                <a:solidFill>
                  <a:srgbClr val="CCCCCC"/>
                </a:solidFill>
                <a:latin typeface="Proxima Nova"/>
                <a:ea typeface="Proxima Nova"/>
                <a:cs typeface="Proxima Nova"/>
                <a:sym typeface="Proxima Nova"/>
              </a:defRPr>
            </a:lvl2pPr>
            <a:lvl3pPr lvl="2" marR="0" rtl="0" algn="l">
              <a:lnSpc>
                <a:spcPct val="100000"/>
              </a:lnSpc>
              <a:spcBef>
                <a:spcPts val="0"/>
              </a:spcBef>
              <a:spcAft>
                <a:spcPts val="0"/>
              </a:spcAft>
              <a:buClr>
                <a:srgbClr val="CCCCCC"/>
              </a:buClr>
              <a:buSzPts val="2400"/>
              <a:buFont typeface="Proxima Nova"/>
              <a:buNone/>
              <a:defRPr b="0" i="0" sz="2400" u="none" cap="none" strike="noStrike">
                <a:solidFill>
                  <a:srgbClr val="CCCCCC"/>
                </a:solidFill>
                <a:latin typeface="Proxima Nova"/>
                <a:ea typeface="Proxima Nova"/>
                <a:cs typeface="Proxima Nova"/>
                <a:sym typeface="Proxima Nova"/>
              </a:defRPr>
            </a:lvl3pPr>
            <a:lvl4pPr lvl="3" marR="0" rtl="0" algn="l">
              <a:lnSpc>
                <a:spcPct val="100000"/>
              </a:lnSpc>
              <a:spcBef>
                <a:spcPts val="0"/>
              </a:spcBef>
              <a:spcAft>
                <a:spcPts val="0"/>
              </a:spcAft>
              <a:buClr>
                <a:srgbClr val="CCCCCC"/>
              </a:buClr>
              <a:buSzPts val="2400"/>
              <a:buFont typeface="Proxima Nova"/>
              <a:buNone/>
              <a:defRPr b="0" i="0" sz="2400" u="none" cap="none" strike="noStrike">
                <a:solidFill>
                  <a:srgbClr val="CCCCCC"/>
                </a:solidFill>
                <a:latin typeface="Proxima Nova"/>
                <a:ea typeface="Proxima Nova"/>
                <a:cs typeface="Proxima Nova"/>
                <a:sym typeface="Proxima Nova"/>
              </a:defRPr>
            </a:lvl4pPr>
            <a:lvl5pPr lvl="4" marR="0" rtl="0" algn="l">
              <a:lnSpc>
                <a:spcPct val="100000"/>
              </a:lnSpc>
              <a:spcBef>
                <a:spcPts val="0"/>
              </a:spcBef>
              <a:spcAft>
                <a:spcPts val="0"/>
              </a:spcAft>
              <a:buClr>
                <a:srgbClr val="CCCCCC"/>
              </a:buClr>
              <a:buSzPts val="2400"/>
              <a:buFont typeface="Proxima Nova"/>
              <a:buNone/>
              <a:defRPr b="0" i="0" sz="2400" u="none" cap="none" strike="noStrike">
                <a:solidFill>
                  <a:srgbClr val="CCCCCC"/>
                </a:solidFill>
                <a:latin typeface="Proxima Nova"/>
                <a:ea typeface="Proxima Nova"/>
                <a:cs typeface="Proxima Nova"/>
                <a:sym typeface="Proxima Nova"/>
              </a:defRPr>
            </a:lvl5pPr>
            <a:lvl6pPr lvl="5" marR="0" rtl="0" algn="l">
              <a:lnSpc>
                <a:spcPct val="100000"/>
              </a:lnSpc>
              <a:spcBef>
                <a:spcPts val="0"/>
              </a:spcBef>
              <a:spcAft>
                <a:spcPts val="0"/>
              </a:spcAft>
              <a:buClr>
                <a:srgbClr val="CCCCCC"/>
              </a:buClr>
              <a:buSzPts val="2400"/>
              <a:buFont typeface="Proxima Nova"/>
              <a:buNone/>
              <a:defRPr b="0" i="0" sz="2400" u="none" cap="none" strike="noStrike">
                <a:solidFill>
                  <a:srgbClr val="CCCCCC"/>
                </a:solidFill>
                <a:latin typeface="Proxima Nova"/>
                <a:ea typeface="Proxima Nova"/>
                <a:cs typeface="Proxima Nova"/>
                <a:sym typeface="Proxima Nova"/>
              </a:defRPr>
            </a:lvl6pPr>
            <a:lvl7pPr lvl="6" marR="0" rtl="0" algn="l">
              <a:lnSpc>
                <a:spcPct val="100000"/>
              </a:lnSpc>
              <a:spcBef>
                <a:spcPts val="0"/>
              </a:spcBef>
              <a:spcAft>
                <a:spcPts val="0"/>
              </a:spcAft>
              <a:buClr>
                <a:srgbClr val="CCCCCC"/>
              </a:buClr>
              <a:buSzPts val="2400"/>
              <a:buFont typeface="Proxima Nova"/>
              <a:buNone/>
              <a:defRPr b="0" i="0" sz="2400" u="none" cap="none" strike="noStrike">
                <a:solidFill>
                  <a:srgbClr val="CCCCCC"/>
                </a:solidFill>
                <a:latin typeface="Proxima Nova"/>
                <a:ea typeface="Proxima Nova"/>
                <a:cs typeface="Proxima Nova"/>
                <a:sym typeface="Proxima Nova"/>
              </a:defRPr>
            </a:lvl7pPr>
            <a:lvl8pPr lvl="7" marR="0" rtl="0" algn="l">
              <a:lnSpc>
                <a:spcPct val="100000"/>
              </a:lnSpc>
              <a:spcBef>
                <a:spcPts val="0"/>
              </a:spcBef>
              <a:spcAft>
                <a:spcPts val="0"/>
              </a:spcAft>
              <a:buClr>
                <a:srgbClr val="CCCCCC"/>
              </a:buClr>
              <a:buSzPts val="2400"/>
              <a:buFont typeface="Proxima Nova"/>
              <a:buNone/>
              <a:defRPr b="0" i="0" sz="2400" u="none" cap="none" strike="noStrike">
                <a:solidFill>
                  <a:srgbClr val="CCCCCC"/>
                </a:solidFill>
                <a:latin typeface="Proxima Nova"/>
                <a:ea typeface="Proxima Nova"/>
                <a:cs typeface="Proxima Nova"/>
                <a:sym typeface="Proxima Nova"/>
              </a:defRPr>
            </a:lvl8pPr>
            <a:lvl9pPr lvl="8" marR="0" rtl="0" algn="l">
              <a:lnSpc>
                <a:spcPct val="100000"/>
              </a:lnSpc>
              <a:spcBef>
                <a:spcPts val="0"/>
              </a:spcBef>
              <a:spcAft>
                <a:spcPts val="0"/>
              </a:spcAft>
              <a:buClr>
                <a:srgbClr val="CCCCCC"/>
              </a:buClr>
              <a:buSzPts val="2400"/>
              <a:buFont typeface="Proxima Nova"/>
              <a:buNone/>
              <a:defRPr b="0" i="0" sz="2400" u="none" cap="none" strike="noStrike">
                <a:solidFill>
                  <a:srgbClr val="CCCCCC"/>
                </a:solidFill>
                <a:latin typeface="Proxima Nova"/>
                <a:ea typeface="Proxima Nova"/>
                <a:cs typeface="Proxima Nova"/>
                <a:sym typeface="Proxima Nova"/>
              </a:defRPr>
            </a:lvl9pPr>
          </a:lstStyle>
          <a:p/>
        </p:txBody>
      </p:sp>
      <p:sp>
        <p:nvSpPr>
          <p:cNvPr id="248" name="Google Shape;248;p6"/>
          <p:cNvSpPr txBox="1"/>
          <p:nvPr>
            <p:ph idx="2" type="body"/>
          </p:nvPr>
        </p:nvSpPr>
        <p:spPr>
          <a:xfrm>
            <a:off x="446650" y="4821112"/>
            <a:ext cx="4578600" cy="211800"/>
          </a:xfrm>
          <a:prstGeom prst="rect">
            <a:avLst/>
          </a:prstGeom>
          <a:noFill/>
          <a:ln>
            <a:noFill/>
          </a:ln>
        </p:spPr>
        <p:txBody>
          <a:bodyPr anchorCtr="0" anchor="t" bIns="0" lIns="0" spcFirstLastPara="1" rIns="0" wrap="square" tIns="0">
            <a:noAutofit/>
          </a:bodyPr>
          <a:lstStyle>
            <a:lvl1pPr indent="-228600" lvl="0" marL="457200" marR="0" rtl="0" algn="l">
              <a:lnSpc>
                <a:spcPct val="100000"/>
              </a:lnSpc>
              <a:spcBef>
                <a:spcPts val="0"/>
              </a:spcBef>
              <a:spcAft>
                <a:spcPts val="0"/>
              </a:spcAft>
              <a:buSzPts val="1400"/>
              <a:buNone/>
              <a:defRPr b="0" i="0" sz="1000" u="none" cap="none" strike="noStrike">
                <a:solidFill>
                  <a:schemeClr val="dk1"/>
                </a:solidFill>
                <a:latin typeface="Proxima Nova"/>
                <a:ea typeface="Proxima Nova"/>
                <a:cs typeface="Proxima Nova"/>
                <a:sym typeface="Proxima Nova"/>
              </a:defRPr>
            </a:lvl1pPr>
            <a:lvl2pPr indent="-228600" lvl="1" marL="9144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grpSp>
        <p:nvGrpSpPr>
          <p:cNvPr id="249" name="Google Shape;249;p6"/>
          <p:cNvGrpSpPr/>
          <p:nvPr/>
        </p:nvGrpSpPr>
        <p:grpSpPr>
          <a:xfrm rot="10800000">
            <a:off x="6147745" y="4298413"/>
            <a:ext cx="610568" cy="528094"/>
            <a:chOff x="10297594" y="731834"/>
            <a:chExt cx="828675" cy="723218"/>
          </a:xfrm>
        </p:grpSpPr>
        <p:sp>
          <p:nvSpPr>
            <p:cNvPr id="250" name="Google Shape;250;p6"/>
            <p:cNvSpPr/>
            <p:nvPr/>
          </p:nvSpPr>
          <p:spPr>
            <a:xfrm>
              <a:off x="10315915" y="750975"/>
              <a:ext cx="791845" cy="457200"/>
            </a:xfrm>
            <a:custGeom>
              <a:rect b="b" l="l" r="r" t="t"/>
              <a:pathLst>
                <a:path extrusionOk="0" h="457200" w="791845">
                  <a:moveTo>
                    <a:pt x="197899" y="0"/>
                  </a:moveTo>
                  <a:lnTo>
                    <a:pt x="0" y="114258"/>
                  </a:lnTo>
                  <a:lnTo>
                    <a:pt x="593699" y="457033"/>
                  </a:lnTo>
                  <a:lnTo>
                    <a:pt x="791598" y="342774"/>
                  </a:lnTo>
                  <a:lnTo>
                    <a:pt x="197899"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Arial"/>
                <a:ea typeface="Arial"/>
                <a:cs typeface="Arial"/>
                <a:sym typeface="Arial"/>
              </a:endParaRPr>
            </a:p>
          </p:txBody>
        </p:sp>
        <p:sp>
          <p:nvSpPr>
            <p:cNvPr id="251" name="Google Shape;251;p6"/>
            <p:cNvSpPr/>
            <p:nvPr/>
          </p:nvSpPr>
          <p:spPr>
            <a:xfrm>
              <a:off x="10297594" y="731834"/>
              <a:ext cx="828675" cy="494665"/>
            </a:xfrm>
            <a:custGeom>
              <a:rect b="b" l="l" r="r" t="t"/>
              <a:pathLst>
                <a:path extrusionOk="0" h="494665" w="828675">
                  <a:moveTo>
                    <a:pt x="219710" y="0"/>
                  </a:moveTo>
                  <a:lnTo>
                    <a:pt x="212716" y="0"/>
                  </a:lnTo>
                  <a:lnTo>
                    <a:pt x="3497" y="120802"/>
                  </a:lnTo>
                  <a:lnTo>
                    <a:pt x="0" y="126854"/>
                  </a:lnTo>
                  <a:lnTo>
                    <a:pt x="0" y="139943"/>
                  </a:lnTo>
                  <a:lnTo>
                    <a:pt x="3497" y="145995"/>
                  </a:lnTo>
                  <a:lnTo>
                    <a:pt x="605698" y="493681"/>
                  </a:lnTo>
                  <a:lnTo>
                    <a:pt x="608861" y="494498"/>
                  </a:lnTo>
                  <a:lnTo>
                    <a:pt x="615185" y="494498"/>
                  </a:lnTo>
                  <a:lnTo>
                    <a:pt x="618358" y="493681"/>
                  </a:lnTo>
                  <a:lnTo>
                    <a:pt x="685329" y="455012"/>
                  </a:lnTo>
                  <a:lnTo>
                    <a:pt x="612023" y="455012"/>
                  </a:lnTo>
                  <a:lnTo>
                    <a:pt x="54972" y="133399"/>
                  </a:lnTo>
                  <a:lnTo>
                    <a:pt x="216213" y="40291"/>
                  </a:lnTo>
                  <a:lnTo>
                    <a:pt x="289498" y="40291"/>
                  </a:lnTo>
                  <a:lnTo>
                    <a:pt x="219710" y="0"/>
                  </a:lnTo>
                  <a:close/>
                </a:path>
                <a:path extrusionOk="0" h="494665" w="828675">
                  <a:moveTo>
                    <a:pt x="289498" y="40291"/>
                  </a:moveTo>
                  <a:lnTo>
                    <a:pt x="216213" y="40291"/>
                  </a:lnTo>
                  <a:lnTo>
                    <a:pt x="773274" y="361915"/>
                  </a:lnTo>
                  <a:lnTo>
                    <a:pt x="612023" y="455012"/>
                  </a:lnTo>
                  <a:lnTo>
                    <a:pt x="685329" y="455012"/>
                  </a:lnTo>
                  <a:lnTo>
                    <a:pt x="824749" y="374512"/>
                  </a:lnTo>
                  <a:lnTo>
                    <a:pt x="828247" y="368459"/>
                  </a:lnTo>
                  <a:lnTo>
                    <a:pt x="828247" y="355371"/>
                  </a:lnTo>
                  <a:lnTo>
                    <a:pt x="824749" y="349319"/>
                  </a:lnTo>
                  <a:lnTo>
                    <a:pt x="289498" y="40291"/>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Arial"/>
                <a:ea typeface="Arial"/>
                <a:cs typeface="Arial"/>
                <a:sym typeface="Arial"/>
              </a:endParaRPr>
            </a:p>
          </p:txBody>
        </p:sp>
        <p:sp>
          <p:nvSpPr>
            <p:cNvPr id="252" name="Google Shape;252;p6"/>
            <p:cNvSpPr/>
            <p:nvPr/>
          </p:nvSpPr>
          <p:spPr>
            <a:xfrm>
              <a:off x="10315915" y="865233"/>
              <a:ext cx="593725" cy="571500"/>
            </a:xfrm>
            <a:custGeom>
              <a:rect b="b" l="l" r="r" t="t"/>
              <a:pathLst>
                <a:path extrusionOk="0" h="571500" w="593725">
                  <a:moveTo>
                    <a:pt x="0" y="0"/>
                  </a:moveTo>
                  <a:lnTo>
                    <a:pt x="0" y="228516"/>
                  </a:lnTo>
                  <a:lnTo>
                    <a:pt x="593699" y="571291"/>
                  </a:lnTo>
                  <a:lnTo>
                    <a:pt x="593699" y="342774"/>
                  </a:lnTo>
                  <a:lnTo>
                    <a:pt x="0" y="0"/>
                  </a:lnTo>
                  <a:close/>
                </a:path>
              </a:pathLst>
            </a:custGeom>
            <a:solidFill>
              <a:schemeClr val="accent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Arial"/>
                <a:ea typeface="Arial"/>
                <a:cs typeface="Arial"/>
                <a:sym typeface="Arial"/>
              </a:endParaRPr>
            </a:p>
          </p:txBody>
        </p:sp>
        <p:sp>
          <p:nvSpPr>
            <p:cNvPr id="253" name="Google Shape;253;p6"/>
            <p:cNvSpPr/>
            <p:nvPr/>
          </p:nvSpPr>
          <p:spPr>
            <a:xfrm>
              <a:off x="10297594" y="846087"/>
              <a:ext cx="630554" cy="608965"/>
            </a:xfrm>
            <a:custGeom>
              <a:rect b="b" l="l" r="r" t="t"/>
              <a:pathLst>
                <a:path extrusionOk="0" h="608965" w="630554">
                  <a:moveTo>
                    <a:pt x="21821" y="0"/>
                  </a:moveTo>
                  <a:lnTo>
                    <a:pt x="14826" y="0"/>
                  </a:lnTo>
                  <a:lnTo>
                    <a:pt x="3497" y="6544"/>
                  </a:lnTo>
                  <a:lnTo>
                    <a:pt x="0" y="12606"/>
                  </a:lnTo>
                  <a:lnTo>
                    <a:pt x="0" y="254201"/>
                  </a:lnTo>
                  <a:lnTo>
                    <a:pt x="3497" y="260253"/>
                  </a:lnTo>
                  <a:lnTo>
                    <a:pt x="605698" y="607939"/>
                  </a:lnTo>
                  <a:lnTo>
                    <a:pt x="608861" y="608756"/>
                  </a:lnTo>
                  <a:lnTo>
                    <a:pt x="615185" y="608756"/>
                  </a:lnTo>
                  <a:lnTo>
                    <a:pt x="618358" y="607939"/>
                  </a:lnTo>
                  <a:lnTo>
                    <a:pt x="626850" y="603028"/>
                  </a:lnTo>
                  <a:lnTo>
                    <a:pt x="630347" y="596976"/>
                  </a:lnTo>
                  <a:lnTo>
                    <a:pt x="630347" y="558695"/>
                  </a:lnTo>
                  <a:lnTo>
                    <a:pt x="593699" y="558695"/>
                  </a:lnTo>
                  <a:lnTo>
                    <a:pt x="36648" y="237081"/>
                  </a:lnTo>
                  <a:lnTo>
                    <a:pt x="36648" y="50888"/>
                  </a:lnTo>
                  <a:lnTo>
                    <a:pt x="109961" y="50888"/>
                  </a:lnTo>
                  <a:lnTo>
                    <a:pt x="21821" y="0"/>
                  </a:lnTo>
                  <a:close/>
                </a:path>
                <a:path extrusionOk="0" h="608965" w="630554">
                  <a:moveTo>
                    <a:pt x="109961" y="50888"/>
                  </a:moveTo>
                  <a:lnTo>
                    <a:pt x="36648" y="50888"/>
                  </a:lnTo>
                  <a:lnTo>
                    <a:pt x="593699" y="372501"/>
                  </a:lnTo>
                  <a:lnTo>
                    <a:pt x="593699" y="558695"/>
                  </a:lnTo>
                  <a:lnTo>
                    <a:pt x="630347" y="558695"/>
                  </a:lnTo>
                  <a:lnTo>
                    <a:pt x="630347" y="355371"/>
                  </a:lnTo>
                  <a:lnTo>
                    <a:pt x="626850" y="349319"/>
                  </a:lnTo>
                  <a:lnTo>
                    <a:pt x="109961" y="50888"/>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Arial"/>
                <a:ea typeface="Arial"/>
                <a:cs typeface="Arial"/>
                <a:sym typeface="Arial"/>
              </a:endParaRPr>
            </a:p>
          </p:txBody>
        </p:sp>
        <p:sp>
          <p:nvSpPr>
            <p:cNvPr id="254" name="Google Shape;254;p6"/>
            <p:cNvSpPr/>
            <p:nvPr/>
          </p:nvSpPr>
          <p:spPr>
            <a:xfrm>
              <a:off x="10909615" y="1093748"/>
              <a:ext cx="198120" cy="342900"/>
            </a:xfrm>
            <a:custGeom>
              <a:rect b="b" l="l" r="r" t="t"/>
              <a:pathLst>
                <a:path extrusionOk="0" h="342900" w="198120">
                  <a:moveTo>
                    <a:pt x="197899" y="0"/>
                  </a:moveTo>
                  <a:lnTo>
                    <a:pt x="0" y="114258"/>
                  </a:lnTo>
                  <a:lnTo>
                    <a:pt x="0" y="342774"/>
                  </a:lnTo>
                  <a:lnTo>
                    <a:pt x="197899" y="228516"/>
                  </a:lnTo>
                  <a:lnTo>
                    <a:pt x="197899"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Arial"/>
                <a:ea typeface="Arial"/>
                <a:cs typeface="Arial"/>
                <a:sym typeface="Arial"/>
              </a:endParaRPr>
            </a:p>
          </p:txBody>
        </p:sp>
        <p:sp>
          <p:nvSpPr>
            <p:cNvPr id="255" name="Google Shape;255;p6"/>
            <p:cNvSpPr/>
            <p:nvPr/>
          </p:nvSpPr>
          <p:spPr>
            <a:xfrm>
              <a:off x="10891296" y="1074610"/>
              <a:ext cx="234950" cy="380365"/>
            </a:xfrm>
            <a:custGeom>
              <a:rect b="b" l="l" r="r" t="t"/>
              <a:pathLst>
                <a:path extrusionOk="0" h="380365" w="234950">
                  <a:moveTo>
                    <a:pt x="219710" y="0"/>
                  </a:moveTo>
                  <a:lnTo>
                    <a:pt x="212716" y="0"/>
                  </a:lnTo>
                  <a:lnTo>
                    <a:pt x="3497" y="120802"/>
                  </a:lnTo>
                  <a:lnTo>
                    <a:pt x="0" y="126854"/>
                  </a:lnTo>
                  <a:lnTo>
                    <a:pt x="0" y="368449"/>
                  </a:lnTo>
                  <a:lnTo>
                    <a:pt x="3497" y="374512"/>
                  </a:lnTo>
                  <a:lnTo>
                    <a:pt x="11999" y="379412"/>
                  </a:lnTo>
                  <a:lnTo>
                    <a:pt x="15161" y="380229"/>
                  </a:lnTo>
                  <a:lnTo>
                    <a:pt x="21486" y="380229"/>
                  </a:lnTo>
                  <a:lnTo>
                    <a:pt x="24648" y="379412"/>
                  </a:lnTo>
                  <a:lnTo>
                    <a:pt x="109943" y="330167"/>
                  </a:lnTo>
                  <a:lnTo>
                    <a:pt x="36648" y="330167"/>
                  </a:lnTo>
                  <a:lnTo>
                    <a:pt x="36648" y="143974"/>
                  </a:lnTo>
                  <a:lnTo>
                    <a:pt x="197889" y="50878"/>
                  </a:lnTo>
                  <a:lnTo>
                    <a:pt x="234537" y="50878"/>
                  </a:lnTo>
                  <a:lnTo>
                    <a:pt x="234537" y="12596"/>
                  </a:lnTo>
                  <a:lnTo>
                    <a:pt x="231040" y="6544"/>
                  </a:lnTo>
                  <a:lnTo>
                    <a:pt x="219710" y="0"/>
                  </a:lnTo>
                  <a:close/>
                </a:path>
                <a:path extrusionOk="0" h="380365" w="234950">
                  <a:moveTo>
                    <a:pt x="234537" y="50878"/>
                  </a:moveTo>
                  <a:lnTo>
                    <a:pt x="197889" y="50878"/>
                  </a:lnTo>
                  <a:lnTo>
                    <a:pt x="197889" y="237081"/>
                  </a:lnTo>
                  <a:lnTo>
                    <a:pt x="36648" y="330167"/>
                  </a:lnTo>
                  <a:lnTo>
                    <a:pt x="109943" y="330167"/>
                  </a:lnTo>
                  <a:lnTo>
                    <a:pt x="231040" y="260253"/>
                  </a:lnTo>
                  <a:lnTo>
                    <a:pt x="234537" y="254201"/>
                  </a:lnTo>
                  <a:lnTo>
                    <a:pt x="234537" y="50878"/>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Arial"/>
                <a:ea typeface="Arial"/>
                <a:cs typeface="Arial"/>
                <a:sym typeface="Arial"/>
              </a:endParaRPr>
            </a:p>
          </p:txBody>
        </p:sp>
      </p:grpSp>
      <p:grpSp>
        <p:nvGrpSpPr>
          <p:cNvPr id="256" name="Google Shape;256;p6"/>
          <p:cNvGrpSpPr/>
          <p:nvPr/>
        </p:nvGrpSpPr>
        <p:grpSpPr>
          <a:xfrm flipH="1" rot="10800000">
            <a:off x="3944218" y="563886"/>
            <a:ext cx="610568" cy="503360"/>
            <a:chOff x="10297594" y="731834"/>
            <a:chExt cx="828675" cy="723218"/>
          </a:xfrm>
        </p:grpSpPr>
        <p:sp>
          <p:nvSpPr>
            <p:cNvPr id="257" name="Google Shape;257;p6"/>
            <p:cNvSpPr/>
            <p:nvPr/>
          </p:nvSpPr>
          <p:spPr>
            <a:xfrm>
              <a:off x="10315915" y="750975"/>
              <a:ext cx="791845" cy="457200"/>
            </a:xfrm>
            <a:custGeom>
              <a:rect b="b" l="l" r="r" t="t"/>
              <a:pathLst>
                <a:path extrusionOk="0" h="457200" w="791845">
                  <a:moveTo>
                    <a:pt x="197899" y="0"/>
                  </a:moveTo>
                  <a:lnTo>
                    <a:pt x="0" y="114258"/>
                  </a:lnTo>
                  <a:lnTo>
                    <a:pt x="593699" y="457033"/>
                  </a:lnTo>
                  <a:lnTo>
                    <a:pt x="791598" y="342774"/>
                  </a:lnTo>
                  <a:lnTo>
                    <a:pt x="197899"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Arial"/>
                <a:ea typeface="Arial"/>
                <a:cs typeface="Arial"/>
                <a:sym typeface="Arial"/>
              </a:endParaRPr>
            </a:p>
          </p:txBody>
        </p:sp>
        <p:sp>
          <p:nvSpPr>
            <p:cNvPr id="258" name="Google Shape;258;p6"/>
            <p:cNvSpPr/>
            <p:nvPr/>
          </p:nvSpPr>
          <p:spPr>
            <a:xfrm>
              <a:off x="10297594" y="731834"/>
              <a:ext cx="828675" cy="494665"/>
            </a:xfrm>
            <a:custGeom>
              <a:rect b="b" l="l" r="r" t="t"/>
              <a:pathLst>
                <a:path extrusionOk="0" h="494665" w="828675">
                  <a:moveTo>
                    <a:pt x="219710" y="0"/>
                  </a:moveTo>
                  <a:lnTo>
                    <a:pt x="212716" y="0"/>
                  </a:lnTo>
                  <a:lnTo>
                    <a:pt x="3497" y="120802"/>
                  </a:lnTo>
                  <a:lnTo>
                    <a:pt x="0" y="126854"/>
                  </a:lnTo>
                  <a:lnTo>
                    <a:pt x="0" y="139943"/>
                  </a:lnTo>
                  <a:lnTo>
                    <a:pt x="3497" y="145995"/>
                  </a:lnTo>
                  <a:lnTo>
                    <a:pt x="605698" y="493681"/>
                  </a:lnTo>
                  <a:lnTo>
                    <a:pt x="608861" y="494498"/>
                  </a:lnTo>
                  <a:lnTo>
                    <a:pt x="615185" y="494498"/>
                  </a:lnTo>
                  <a:lnTo>
                    <a:pt x="618358" y="493681"/>
                  </a:lnTo>
                  <a:lnTo>
                    <a:pt x="685329" y="455012"/>
                  </a:lnTo>
                  <a:lnTo>
                    <a:pt x="612023" y="455012"/>
                  </a:lnTo>
                  <a:lnTo>
                    <a:pt x="54972" y="133399"/>
                  </a:lnTo>
                  <a:lnTo>
                    <a:pt x="216213" y="40291"/>
                  </a:lnTo>
                  <a:lnTo>
                    <a:pt x="289498" y="40291"/>
                  </a:lnTo>
                  <a:lnTo>
                    <a:pt x="219710" y="0"/>
                  </a:lnTo>
                  <a:close/>
                </a:path>
                <a:path extrusionOk="0" h="494665" w="828675">
                  <a:moveTo>
                    <a:pt x="289498" y="40291"/>
                  </a:moveTo>
                  <a:lnTo>
                    <a:pt x="216213" y="40291"/>
                  </a:lnTo>
                  <a:lnTo>
                    <a:pt x="773274" y="361915"/>
                  </a:lnTo>
                  <a:lnTo>
                    <a:pt x="612023" y="455012"/>
                  </a:lnTo>
                  <a:lnTo>
                    <a:pt x="685329" y="455012"/>
                  </a:lnTo>
                  <a:lnTo>
                    <a:pt x="824749" y="374512"/>
                  </a:lnTo>
                  <a:lnTo>
                    <a:pt x="828247" y="368459"/>
                  </a:lnTo>
                  <a:lnTo>
                    <a:pt x="828247" y="355371"/>
                  </a:lnTo>
                  <a:lnTo>
                    <a:pt x="824749" y="349319"/>
                  </a:lnTo>
                  <a:lnTo>
                    <a:pt x="289498" y="40291"/>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Arial"/>
                <a:ea typeface="Arial"/>
                <a:cs typeface="Arial"/>
                <a:sym typeface="Arial"/>
              </a:endParaRPr>
            </a:p>
          </p:txBody>
        </p:sp>
        <p:sp>
          <p:nvSpPr>
            <p:cNvPr id="259" name="Google Shape;259;p6"/>
            <p:cNvSpPr/>
            <p:nvPr/>
          </p:nvSpPr>
          <p:spPr>
            <a:xfrm>
              <a:off x="10315915" y="865233"/>
              <a:ext cx="593725" cy="571500"/>
            </a:xfrm>
            <a:custGeom>
              <a:rect b="b" l="l" r="r" t="t"/>
              <a:pathLst>
                <a:path extrusionOk="0" h="571500" w="593725">
                  <a:moveTo>
                    <a:pt x="0" y="0"/>
                  </a:moveTo>
                  <a:lnTo>
                    <a:pt x="0" y="228516"/>
                  </a:lnTo>
                  <a:lnTo>
                    <a:pt x="593699" y="571291"/>
                  </a:lnTo>
                  <a:lnTo>
                    <a:pt x="593699" y="342774"/>
                  </a:lnTo>
                  <a:lnTo>
                    <a:pt x="0" y="0"/>
                  </a:lnTo>
                  <a:close/>
                </a:path>
              </a:pathLst>
            </a:custGeom>
            <a:solidFill>
              <a:schemeClr val="accent1"/>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Arial"/>
                <a:ea typeface="Arial"/>
                <a:cs typeface="Arial"/>
                <a:sym typeface="Arial"/>
              </a:endParaRPr>
            </a:p>
          </p:txBody>
        </p:sp>
        <p:sp>
          <p:nvSpPr>
            <p:cNvPr id="260" name="Google Shape;260;p6"/>
            <p:cNvSpPr/>
            <p:nvPr/>
          </p:nvSpPr>
          <p:spPr>
            <a:xfrm>
              <a:off x="10297594" y="846087"/>
              <a:ext cx="630554" cy="608965"/>
            </a:xfrm>
            <a:custGeom>
              <a:rect b="b" l="l" r="r" t="t"/>
              <a:pathLst>
                <a:path extrusionOk="0" h="608965" w="630554">
                  <a:moveTo>
                    <a:pt x="21821" y="0"/>
                  </a:moveTo>
                  <a:lnTo>
                    <a:pt x="14826" y="0"/>
                  </a:lnTo>
                  <a:lnTo>
                    <a:pt x="3497" y="6544"/>
                  </a:lnTo>
                  <a:lnTo>
                    <a:pt x="0" y="12606"/>
                  </a:lnTo>
                  <a:lnTo>
                    <a:pt x="0" y="254201"/>
                  </a:lnTo>
                  <a:lnTo>
                    <a:pt x="3497" y="260253"/>
                  </a:lnTo>
                  <a:lnTo>
                    <a:pt x="605698" y="607939"/>
                  </a:lnTo>
                  <a:lnTo>
                    <a:pt x="608861" y="608756"/>
                  </a:lnTo>
                  <a:lnTo>
                    <a:pt x="615185" y="608756"/>
                  </a:lnTo>
                  <a:lnTo>
                    <a:pt x="618358" y="607939"/>
                  </a:lnTo>
                  <a:lnTo>
                    <a:pt x="626850" y="603028"/>
                  </a:lnTo>
                  <a:lnTo>
                    <a:pt x="630347" y="596976"/>
                  </a:lnTo>
                  <a:lnTo>
                    <a:pt x="630347" y="558695"/>
                  </a:lnTo>
                  <a:lnTo>
                    <a:pt x="593699" y="558695"/>
                  </a:lnTo>
                  <a:lnTo>
                    <a:pt x="36648" y="237081"/>
                  </a:lnTo>
                  <a:lnTo>
                    <a:pt x="36648" y="50888"/>
                  </a:lnTo>
                  <a:lnTo>
                    <a:pt x="109961" y="50888"/>
                  </a:lnTo>
                  <a:lnTo>
                    <a:pt x="21821" y="0"/>
                  </a:lnTo>
                  <a:close/>
                </a:path>
                <a:path extrusionOk="0" h="608965" w="630554">
                  <a:moveTo>
                    <a:pt x="109961" y="50888"/>
                  </a:moveTo>
                  <a:lnTo>
                    <a:pt x="36648" y="50888"/>
                  </a:lnTo>
                  <a:lnTo>
                    <a:pt x="593699" y="372501"/>
                  </a:lnTo>
                  <a:lnTo>
                    <a:pt x="593699" y="558695"/>
                  </a:lnTo>
                  <a:lnTo>
                    <a:pt x="630347" y="558695"/>
                  </a:lnTo>
                  <a:lnTo>
                    <a:pt x="630347" y="355371"/>
                  </a:lnTo>
                  <a:lnTo>
                    <a:pt x="626850" y="349319"/>
                  </a:lnTo>
                  <a:lnTo>
                    <a:pt x="109961" y="50888"/>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Arial"/>
                <a:ea typeface="Arial"/>
                <a:cs typeface="Arial"/>
                <a:sym typeface="Arial"/>
              </a:endParaRPr>
            </a:p>
          </p:txBody>
        </p:sp>
        <p:sp>
          <p:nvSpPr>
            <p:cNvPr id="261" name="Google Shape;261;p6"/>
            <p:cNvSpPr/>
            <p:nvPr/>
          </p:nvSpPr>
          <p:spPr>
            <a:xfrm>
              <a:off x="10909615" y="1093748"/>
              <a:ext cx="198120" cy="342900"/>
            </a:xfrm>
            <a:custGeom>
              <a:rect b="b" l="l" r="r" t="t"/>
              <a:pathLst>
                <a:path extrusionOk="0" h="342900" w="198120">
                  <a:moveTo>
                    <a:pt x="197899" y="0"/>
                  </a:moveTo>
                  <a:lnTo>
                    <a:pt x="0" y="114258"/>
                  </a:lnTo>
                  <a:lnTo>
                    <a:pt x="0" y="342774"/>
                  </a:lnTo>
                  <a:lnTo>
                    <a:pt x="197899" y="228516"/>
                  </a:lnTo>
                  <a:lnTo>
                    <a:pt x="197899"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Arial"/>
                <a:ea typeface="Arial"/>
                <a:cs typeface="Arial"/>
                <a:sym typeface="Arial"/>
              </a:endParaRPr>
            </a:p>
          </p:txBody>
        </p:sp>
        <p:sp>
          <p:nvSpPr>
            <p:cNvPr id="262" name="Google Shape;262;p6"/>
            <p:cNvSpPr/>
            <p:nvPr/>
          </p:nvSpPr>
          <p:spPr>
            <a:xfrm>
              <a:off x="10891296" y="1074610"/>
              <a:ext cx="234950" cy="380365"/>
            </a:xfrm>
            <a:custGeom>
              <a:rect b="b" l="l" r="r" t="t"/>
              <a:pathLst>
                <a:path extrusionOk="0" h="380365" w="234950">
                  <a:moveTo>
                    <a:pt x="219710" y="0"/>
                  </a:moveTo>
                  <a:lnTo>
                    <a:pt x="212716" y="0"/>
                  </a:lnTo>
                  <a:lnTo>
                    <a:pt x="3497" y="120802"/>
                  </a:lnTo>
                  <a:lnTo>
                    <a:pt x="0" y="126854"/>
                  </a:lnTo>
                  <a:lnTo>
                    <a:pt x="0" y="368449"/>
                  </a:lnTo>
                  <a:lnTo>
                    <a:pt x="3497" y="374512"/>
                  </a:lnTo>
                  <a:lnTo>
                    <a:pt x="11999" y="379412"/>
                  </a:lnTo>
                  <a:lnTo>
                    <a:pt x="15161" y="380229"/>
                  </a:lnTo>
                  <a:lnTo>
                    <a:pt x="21486" y="380229"/>
                  </a:lnTo>
                  <a:lnTo>
                    <a:pt x="24648" y="379412"/>
                  </a:lnTo>
                  <a:lnTo>
                    <a:pt x="109943" y="330167"/>
                  </a:lnTo>
                  <a:lnTo>
                    <a:pt x="36648" y="330167"/>
                  </a:lnTo>
                  <a:lnTo>
                    <a:pt x="36648" y="143974"/>
                  </a:lnTo>
                  <a:lnTo>
                    <a:pt x="197889" y="50878"/>
                  </a:lnTo>
                  <a:lnTo>
                    <a:pt x="234537" y="50878"/>
                  </a:lnTo>
                  <a:lnTo>
                    <a:pt x="234537" y="12596"/>
                  </a:lnTo>
                  <a:lnTo>
                    <a:pt x="231040" y="6544"/>
                  </a:lnTo>
                  <a:lnTo>
                    <a:pt x="219710" y="0"/>
                  </a:lnTo>
                  <a:close/>
                </a:path>
                <a:path extrusionOk="0" h="380365" w="234950">
                  <a:moveTo>
                    <a:pt x="234537" y="50878"/>
                  </a:moveTo>
                  <a:lnTo>
                    <a:pt x="197889" y="50878"/>
                  </a:lnTo>
                  <a:lnTo>
                    <a:pt x="197889" y="237081"/>
                  </a:lnTo>
                  <a:lnTo>
                    <a:pt x="36648" y="330167"/>
                  </a:lnTo>
                  <a:lnTo>
                    <a:pt x="109943" y="330167"/>
                  </a:lnTo>
                  <a:lnTo>
                    <a:pt x="231040" y="260253"/>
                  </a:lnTo>
                  <a:lnTo>
                    <a:pt x="234537" y="254201"/>
                  </a:lnTo>
                  <a:lnTo>
                    <a:pt x="234537" y="50878"/>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Arial"/>
                <a:ea typeface="Arial"/>
                <a:cs typeface="Arial"/>
                <a:sym typeface="Arial"/>
              </a:endParaRPr>
            </a:p>
          </p:txBody>
        </p:sp>
      </p:grpSp>
      <p:grpSp>
        <p:nvGrpSpPr>
          <p:cNvPr id="263" name="Google Shape;263;p6"/>
          <p:cNvGrpSpPr/>
          <p:nvPr/>
        </p:nvGrpSpPr>
        <p:grpSpPr>
          <a:xfrm>
            <a:off x="8220208" y="757073"/>
            <a:ext cx="284354" cy="320394"/>
            <a:chOff x="7856824" y="4804083"/>
            <a:chExt cx="433070" cy="494664"/>
          </a:xfrm>
        </p:grpSpPr>
        <p:sp>
          <p:nvSpPr>
            <p:cNvPr id="264" name="Google Shape;264;p6"/>
            <p:cNvSpPr/>
            <p:nvPr/>
          </p:nvSpPr>
          <p:spPr>
            <a:xfrm>
              <a:off x="7875152" y="4823224"/>
              <a:ext cx="396240" cy="457200"/>
            </a:xfrm>
            <a:custGeom>
              <a:rect b="b" l="l" r="r" t="t"/>
              <a:pathLst>
                <a:path extrusionOk="0" h="457200" w="396240">
                  <a:moveTo>
                    <a:pt x="197899" y="0"/>
                  </a:moveTo>
                  <a:lnTo>
                    <a:pt x="0" y="114258"/>
                  </a:lnTo>
                  <a:lnTo>
                    <a:pt x="0" y="342774"/>
                  </a:lnTo>
                  <a:lnTo>
                    <a:pt x="197899" y="457033"/>
                  </a:lnTo>
                  <a:lnTo>
                    <a:pt x="395799" y="342774"/>
                  </a:lnTo>
                  <a:lnTo>
                    <a:pt x="395799" y="114258"/>
                  </a:lnTo>
                  <a:lnTo>
                    <a:pt x="197899" y="0"/>
                  </a:lnTo>
                  <a:close/>
                </a:path>
              </a:pathLst>
            </a:custGeom>
            <a:solidFill>
              <a:schemeClr val="accent5"/>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800"/>
            </a:p>
          </p:txBody>
        </p:sp>
        <p:sp>
          <p:nvSpPr>
            <p:cNvPr id="265" name="Google Shape;265;p6"/>
            <p:cNvSpPr/>
            <p:nvPr/>
          </p:nvSpPr>
          <p:spPr>
            <a:xfrm>
              <a:off x="7856824" y="4804083"/>
              <a:ext cx="433070" cy="494664"/>
            </a:xfrm>
            <a:custGeom>
              <a:rect b="b" l="l" r="r" t="t"/>
              <a:pathLst>
                <a:path extrusionOk="0" h="494664" w="433070">
                  <a:moveTo>
                    <a:pt x="219721" y="0"/>
                  </a:moveTo>
                  <a:lnTo>
                    <a:pt x="212726" y="0"/>
                  </a:lnTo>
                  <a:lnTo>
                    <a:pt x="3497" y="120802"/>
                  </a:lnTo>
                  <a:lnTo>
                    <a:pt x="0" y="126854"/>
                  </a:lnTo>
                  <a:lnTo>
                    <a:pt x="0" y="368459"/>
                  </a:lnTo>
                  <a:lnTo>
                    <a:pt x="3497" y="374512"/>
                  </a:lnTo>
                  <a:lnTo>
                    <a:pt x="209899" y="493681"/>
                  </a:lnTo>
                  <a:lnTo>
                    <a:pt x="213072" y="494498"/>
                  </a:lnTo>
                  <a:lnTo>
                    <a:pt x="219385" y="494498"/>
                  </a:lnTo>
                  <a:lnTo>
                    <a:pt x="222558" y="493681"/>
                  </a:lnTo>
                  <a:lnTo>
                    <a:pt x="289533" y="455012"/>
                  </a:lnTo>
                  <a:lnTo>
                    <a:pt x="216223" y="455012"/>
                  </a:lnTo>
                  <a:lnTo>
                    <a:pt x="36648" y="351340"/>
                  </a:lnTo>
                  <a:lnTo>
                    <a:pt x="36648" y="143974"/>
                  </a:lnTo>
                  <a:lnTo>
                    <a:pt x="216223" y="40302"/>
                  </a:lnTo>
                  <a:lnTo>
                    <a:pt x="289528" y="40302"/>
                  </a:lnTo>
                  <a:lnTo>
                    <a:pt x="219721" y="0"/>
                  </a:lnTo>
                  <a:close/>
                </a:path>
                <a:path extrusionOk="0" h="494664" w="433070">
                  <a:moveTo>
                    <a:pt x="289528" y="40302"/>
                  </a:moveTo>
                  <a:lnTo>
                    <a:pt x="216223" y="40302"/>
                  </a:lnTo>
                  <a:lnTo>
                    <a:pt x="395809" y="143974"/>
                  </a:lnTo>
                  <a:lnTo>
                    <a:pt x="395809" y="351340"/>
                  </a:lnTo>
                  <a:lnTo>
                    <a:pt x="216223" y="455012"/>
                  </a:lnTo>
                  <a:lnTo>
                    <a:pt x="289533" y="455012"/>
                  </a:lnTo>
                  <a:lnTo>
                    <a:pt x="428960" y="374512"/>
                  </a:lnTo>
                  <a:lnTo>
                    <a:pt x="432458" y="368459"/>
                  </a:lnTo>
                  <a:lnTo>
                    <a:pt x="432458" y="126854"/>
                  </a:lnTo>
                  <a:lnTo>
                    <a:pt x="428960" y="120802"/>
                  </a:lnTo>
                  <a:lnTo>
                    <a:pt x="289528" y="40302"/>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800"/>
            </a:p>
          </p:txBody>
        </p:sp>
        <p:sp>
          <p:nvSpPr>
            <p:cNvPr id="266" name="Google Shape;266;p6"/>
            <p:cNvSpPr/>
            <p:nvPr/>
          </p:nvSpPr>
          <p:spPr>
            <a:xfrm>
              <a:off x="7875152" y="4937484"/>
              <a:ext cx="198120" cy="342900"/>
            </a:xfrm>
            <a:custGeom>
              <a:rect b="b" l="l" r="r" t="t"/>
              <a:pathLst>
                <a:path extrusionOk="0" h="342900" w="198120">
                  <a:moveTo>
                    <a:pt x="0" y="0"/>
                  </a:moveTo>
                  <a:lnTo>
                    <a:pt x="0" y="228516"/>
                  </a:lnTo>
                  <a:lnTo>
                    <a:pt x="197899" y="342774"/>
                  </a:lnTo>
                  <a:lnTo>
                    <a:pt x="197899" y="114258"/>
                  </a:lnTo>
                  <a:lnTo>
                    <a:pt x="0" y="0"/>
                  </a:lnTo>
                  <a:close/>
                </a:path>
              </a:pathLst>
            </a:custGeom>
            <a:solidFill>
              <a:srgbClr val="FFFFFF"/>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800"/>
            </a:p>
          </p:txBody>
        </p:sp>
        <p:sp>
          <p:nvSpPr>
            <p:cNvPr id="267" name="Google Shape;267;p6"/>
            <p:cNvSpPr/>
            <p:nvPr/>
          </p:nvSpPr>
          <p:spPr>
            <a:xfrm>
              <a:off x="7856824" y="4918341"/>
              <a:ext cx="234950" cy="380364"/>
            </a:xfrm>
            <a:custGeom>
              <a:rect b="b" l="l" r="r" t="t"/>
              <a:pathLst>
                <a:path extrusionOk="0" h="380364" w="234950">
                  <a:moveTo>
                    <a:pt x="21821" y="0"/>
                  </a:moveTo>
                  <a:lnTo>
                    <a:pt x="14826" y="0"/>
                  </a:lnTo>
                  <a:lnTo>
                    <a:pt x="3497" y="6544"/>
                  </a:lnTo>
                  <a:lnTo>
                    <a:pt x="0" y="12596"/>
                  </a:lnTo>
                  <a:lnTo>
                    <a:pt x="0" y="254201"/>
                  </a:lnTo>
                  <a:lnTo>
                    <a:pt x="3497" y="260253"/>
                  </a:lnTo>
                  <a:lnTo>
                    <a:pt x="209899" y="379423"/>
                  </a:lnTo>
                  <a:lnTo>
                    <a:pt x="213072" y="380239"/>
                  </a:lnTo>
                  <a:lnTo>
                    <a:pt x="219385" y="380239"/>
                  </a:lnTo>
                  <a:lnTo>
                    <a:pt x="222558" y="379423"/>
                  </a:lnTo>
                  <a:lnTo>
                    <a:pt x="231050" y="374512"/>
                  </a:lnTo>
                  <a:lnTo>
                    <a:pt x="234547" y="368459"/>
                  </a:lnTo>
                  <a:lnTo>
                    <a:pt x="234547" y="330178"/>
                  </a:lnTo>
                  <a:lnTo>
                    <a:pt x="197899" y="330178"/>
                  </a:lnTo>
                  <a:lnTo>
                    <a:pt x="36648" y="237081"/>
                  </a:lnTo>
                  <a:lnTo>
                    <a:pt x="36648" y="50878"/>
                  </a:lnTo>
                  <a:lnTo>
                    <a:pt x="109941" y="50878"/>
                  </a:lnTo>
                  <a:lnTo>
                    <a:pt x="21821" y="0"/>
                  </a:lnTo>
                  <a:close/>
                </a:path>
                <a:path extrusionOk="0" h="380364" w="234950">
                  <a:moveTo>
                    <a:pt x="109941" y="50878"/>
                  </a:moveTo>
                  <a:lnTo>
                    <a:pt x="36648" y="50878"/>
                  </a:lnTo>
                  <a:lnTo>
                    <a:pt x="197899" y="143974"/>
                  </a:lnTo>
                  <a:lnTo>
                    <a:pt x="197899" y="330178"/>
                  </a:lnTo>
                  <a:lnTo>
                    <a:pt x="234547" y="330178"/>
                  </a:lnTo>
                  <a:lnTo>
                    <a:pt x="234547" y="126854"/>
                  </a:lnTo>
                  <a:lnTo>
                    <a:pt x="231050" y="120802"/>
                  </a:lnTo>
                  <a:lnTo>
                    <a:pt x="109941" y="50878"/>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800"/>
            </a:p>
          </p:txBody>
        </p:sp>
        <p:sp>
          <p:nvSpPr>
            <p:cNvPr id="268" name="Google Shape;268;p6"/>
            <p:cNvSpPr/>
            <p:nvPr/>
          </p:nvSpPr>
          <p:spPr>
            <a:xfrm>
              <a:off x="8073052" y="4937483"/>
              <a:ext cx="198120" cy="342900"/>
            </a:xfrm>
            <a:custGeom>
              <a:rect b="b" l="l" r="r" t="t"/>
              <a:pathLst>
                <a:path extrusionOk="0" h="342900" w="198120">
                  <a:moveTo>
                    <a:pt x="197899" y="0"/>
                  </a:moveTo>
                  <a:lnTo>
                    <a:pt x="0" y="114258"/>
                  </a:lnTo>
                  <a:lnTo>
                    <a:pt x="0" y="342774"/>
                  </a:lnTo>
                  <a:lnTo>
                    <a:pt x="197899" y="228516"/>
                  </a:lnTo>
                  <a:lnTo>
                    <a:pt x="197899" y="0"/>
                  </a:lnTo>
                  <a:close/>
                </a:path>
              </a:pathLst>
            </a:custGeom>
            <a:solidFill>
              <a:srgbClr val="FFFFFF"/>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800"/>
            </a:p>
          </p:txBody>
        </p:sp>
        <p:sp>
          <p:nvSpPr>
            <p:cNvPr id="269" name="Google Shape;269;p6"/>
            <p:cNvSpPr/>
            <p:nvPr/>
          </p:nvSpPr>
          <p:spPr>
            <a:xfrm>
              <a:off x="8054728" y="4918345"/>
              <a:ext cx="234950" cy="380364"/>
            </a:xfrm>
            <a:custGeom>
              <a:rect b="b" l="l" r="r" t="t"/>
              <a:pathLst>
                <a:path extrusionOk="0" h="380364" w="234950">
                  <a:moveTo>
                    <a:pt x="219721" y="0"/>
                  </a:moveTo>
                  <a:lnTo>
                    <a:pt x="212726" y="0"/>
                  </a:lnTo>
                  <a:lnTo>
                    <a:pt x="3497" y="120802"/>
                  </a:lnTo>
                  <a:lnTo>
                    <a:pt x="0" y="126854"/>
                  </a:lnTo>
                  <a:lnTo>
                    <a:pt x="0" y="368449"/>
                  </a:lnTo>
                  <a:lnTo>
                    <a:pt x="3497" y="374512"/>
                  </a:lnTo>
                  <a:lnTo>
                    <a:pt x="11999" y="379412"/>
                  </a:lnTo>
                  <a:lnTo>
                    <a:pt x="15161" y="380229"/>
                  </a:lnTo>
                  <a:lnTo>
                    <a:pt x="21486" y="380229"/>
                  </a:lnTo>
                  <a:lnTo>
                    <a:pt x="24648" y="379412"/>
                  </a:lnTo>
                  <a:lnTo>
                    <a:pt x="109948" y="330167"/>
                  </a:lnTo>
                  <a:lnTo>
                    <a:pt x="36648" y="330167"/>
                  </a:lnTo>
                  <a:lnTo>
                    <a:pt x="36648" y="143974"/>
                  </a:lnTo>
                  <a:lnTo>
                    <a:pt x="197899" y="50878"/>
                  </a:lnTo>
                  <a:lnTo>
                    <a:pt x="234547" y="50878"/>
                  </a:lnTo>
                  <a:lnTo>
                    <a:pt x="234547" y="12596"/>
                  </a:lnTo>
                  <a:lnTo>
                    <a:pt x="231050" y="6544"/>
                  </a:lnTo>
                  <a:lnTo>
                    <a:pt x="219721" y="0"/>
                  </a:lnTo>
                  <a:close/>
                </a:path>
                <a:path extrusionOk="0" h="380364" w="234950">
                  <a:moveTo>
                    <a:pt x="234547" y="50878"/>
                  </a:moveTo>
                  <a:lnTo>
                    <a:pt x="197899" y="50878"/>
                  </a:lnTo>
                  <a:lnTo>
                    <a:pt x="197899" y="237081"/>
                  </a:lnTo>
                  <a:lnTo>
                    <a:pt x="36648" y="330167"/>
                  </a:lnTo>
                  <a:lnTo>
                    <a:pt x="109948" y="330167"/>
                  </a:lnTo>
                  <a:lnTo>
                    <a:pt x="231050" y="260253"/>
                  </a:lnTo>
                  <a:lnTo>
                    <a:pt x="234547" y="254201"/>
                  </a:lnTo>
                  <a:lnTo>
                    <a:pt x="234547" y="50878"/>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800"/>
            </a:p>
          </p:txBody>
        </p:sp>
      </p:grpSp>
      <p:grpSp>
        <p:nvGrpSpPr>
          <p:cNvPr id="270" name="Google Shape;270;p6"/>
          <p:cNvGrpSpPr/>
          <p:nvPr/>
        </p:nvGrpSpPr>
        <p:grpSpPr>
          <a:xfrm>
            <a:off x="452405" y="302314"/>
            <a:ext cx="1383317" cy="575110"/>
            <a:chOff x="994735" y="832264"/>
            <a:chExt cx="3041595" cy="1264534"/>
          </a:xfrm>
        </p:grpSpPr>
        <p:grpSp>
          <p:nvGrpSpPr>
            <p:cNvPr id="271" name="Google Shape;271;p6"/>
            <p:cNvGrpSpPr/>
            <p:nvPr/>
          </p:nvGrpSpPr>
          <p:grpSpPr>
            <a:xfrm>
              <a:off x="994735" y="832264"/>
              <a:ext cx="963860" cy="877287"/>
              <a:chOff x="994735" y="832264"/>
              <a:chExt cx="963860" cy="877287"/>
            </a:xfrm>
          </p:grpSpPr>
          <p:sp>
            <p:nvSpPr>
              <p:cNvPr id="272" name="Google Shape;272;p6"/>
              <p:cNvSpPr/>
              <p:nvPr/>
            </p:nvSpPr>
            <p:spPr>
              <a:xfrm>
                <a:off x="1409534" y="1000122"/>
                <a:ext cx="536575" cy="309880"/>
              </a:xfrm>
              <a:custGeom>
                <a:rect b="b" l="l" r="r" t="t"/>
                <a:pathLst>
                  <a:path extrusionOk="0" h="309880" w="536575">
                    <a:moveTo>
                      <a:pt x="134121" y="0"/>
                    </a:moveTo>
                    <a:lnTo>
                      <a:pt x="0" y="77432"/>
                    </a:lnTo>
                    <a:lnTo>
                      <a:pt x="402375" y="309749"/>
                    </a:lnTo>
                    <a:lnTo>
                      <a:pt x="536496" y="232307"/>
                    </a:lnTo>
                    <a:lnTo>
                      <a:pt x="134121" y="0"/>
                    </a:lnTo>
                    <a:close/>
                  </a:path>
                </a:pathLst>
              </a:custGeom>
              <a:solidFill>
                <a:srgbClr val="CC000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273" name="Google Shape;273;p6"/>
              <p:cNvSpPr/>
              <p:nvPr/>
            </p:nvSpPr>
            <p:spPr>
              <a:xfrm>
                <a:off x="1397114" y="987153"/>
                <a:ext cx="561339" cy="335280"/>
              </a:xfrm>
              <a:custGeom>
                <a:rect b="b" l="l" r="r" t="t"/>
                <a:pathLst>
                  <a:path extrusionOk="0" h="335280" w="561339">
                    <a:moveTo>
                      <a:pt x="148906" y="0"/>
                    </a:moveTo>
                    <a:lnTo>
                      <a:pt x="144173" y="0"/>
                    </a:lnTo>
                    <a:lnTo>
                      <a:pt x="2366" y="81871"/>
                    </a:lnTo>
                    <a:lnTo>
                      <a:pt x="0" y="85965"/>
                    </a:lnTo>
                    <a:lnTo>
                      <a:pt x="0" y="94845"/>
                    </a:lnTo>
                    <a:lnTo>
                      <a:pt x="2366" y="98939"/>
                    </a:lnTo>
                    <a:lnTo>
                      <a:pt x="410511" y="334586"/>
                    </a:lnTo>
                    <a:lnTo>
                      <a:pt x="412657" y="335141"/>
                    </a:lnTo>
                    <a:lnTo>
                      <a:pt x="416940" y="335141"/>
                    </a:lnTo>
                    <a:lnTo>
                      <a:pt x="419086" y="334586"/>
                    </a:lnTo>
                    <a:lnTo>
                      <a:pt x="464480" y="308378"/>
                    </a:lnTo>
                    <a:lnTo>
                      <a:pt x="414793" y="308378"/>
                    </a:lnTo>
                    <a:lnTo>
                      <a:pt x="37255" y="90405"/>
                    </a:lnTo>
                    <a:lnTo>
                      <a:pt x="146540" y="27308"/>
                    </a:lnTo>
                    <a:lnTo>
                      <a:pt x="196205" y="27308"/>
                    </a:lnTo>
                    <a:lnTo>
                      <a:pt x="148906" y="0"/>
                    </a:lnTo>
                    <a:close/>
                  </a:path>
                  <a:path extrusionOk="0" h="335280" w="561339">
                    <a:moveTo>
                      <a:pt x="196205" y="27308"/>
                    </a:moveTo>
                    <a:lnTo>
                      <a:pt x="146540" y="27308"/>
                    </a:lnTo>
                    <a:lnTo>
                      <a:pt x="524078" y="245280"/>
                    </a:lnTo>
                    <a:lnTo>
                      <a:pt x="414793" y="308378"/>
                    </a:lnTo>
                    <a:lnTo>
                      <a:pt x="464480" y="308378"/>
                    </a:lnTo>
                    <a:lnTo>
                      <a:pt x="558967" y="253824"/>
                    </a:lnTo>
                    <a:lnTo>
                      <a:pt x="561333" y="249720"/>
                    </a:lnTo>
                    <a:lnTo>
                      <a:pt x="561333" y="240851"/>
                    </a:lnTo>
                    <a:lnTo>
                      <a:pt x="558967" y="236746"/>
                    </a:lnTo>
                    <a:lnTo>
                      <a:pt x="196205" y="27308"/>
                    </a:lnTo>
                    <a:close/>
                  </a:path>
                </a:pathLst>
              </a:custGeom>
              <a:solidFill>
                <a:srgbClr val="00000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274" name="Google Shape;274;p6"/>
              <p:cNvSpPr/>
              <p:nvPr/>
            </p:nvSpPr>
            <p:spPr>
              <a:xfrm>
                <a:off x="1543659" y="845241"/>
                <a:ext cx="402589" cy="387350"/>
              </a:xfrm>
              <a:custGeom>
                <a:rect b="b" l="l" r="r" t="t"/>
                <a:pathLst>
                  <a:path extrusionOk="0" h="387350" w="402589">
                    <a:moveTo>
                      <a:pt x="0" y="0"/>
                    </a:moveTo>
                    <a:lnTo>
                      <a:pt x="0" y="154874"/>
                    </a:lnTo>
                    <a:lnTo>
                      <a:pt x="402375" y="387192"/>
                    </a:lnTo>
                    <a:lnTo>
                      <a:pt x="402375" y="232317"/>
                    </a:lnTo>
                    <a:lnTo>
                      <a:pt x="0"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275" name="Google Shape;275;p6"/>
              <p:cNvSpPr/>
              <p:nvPr/>
            </p:nvSpPr>
            <p:spPr>
              <a:xfrm>
                <a:off x="1531240" y="832275"/>
                <a:ext cx="427355" cy="412750"/>
              </a:xfrm>
              <a:custGeom>
                <a:rect b="b" l="l" r="r" t="t"/>
                <a:pathLst>
                  <a:path extrusionOk="0" h="412750" w="427355">
                    <a:moveTo>
                      <a:pt x="14784" y="0"/>
                    </a:moveTo>
                    <a:lnTo>
                      <a:pt x="10052" y="0"/>
                    </a:lnTo>
                    <a:lnTo>
                      <a:pt x="2366" y="4429"/>
                    </a:lnTo>
                    <a:lnTo>
                      <a:pt x="0" y="8533"/>
                    </a:lnTo>
                    <a:lnTo>
                      <a:pt x="0" y="172277"/>
                    </a:lnTo>
                    <a:lnTo>
                      <a:pt x="2366" y="176382"/>
                    </a:lnTo>
                    <a:lnTo>
                      <a:pt x="410511" y="412029"/>
                    </a:lnTo>
                    <a:lnTo>
                      <a:pt x="412647" y="412584"/>
                    </a:lnTo>
                    <a:lnTo>
                      <a:pt x="416940" y="412584"/>
                    </a:lnTo>
                    <a:lnTo>
                      <a:pt x="419076" y="412029"/>
                    </a:lnTo>
                    <a:lnTo>
                      <a:pt x="424845" y="408699"/>
                    </a:lnTo>
                    <a:lnTo>
                      <a:pt x="427212" y="404595"/>
                    </a:lnTo>
                    <a:lnTo>
                      <a:pt x="427212" y="378648"/>
                    </a:lnTo>
                    <a:lnTo>
                      <a:pt x="402375" y="378648"/>
                    </a:lnTo>
                    <a:lnTo>
                      <a:pt x="24836" y="160675"/>
                    </a:lnTo>
                    <a:lnTo>
                      <a:pt x="24836" y="34480"/>
                    </a:lnTo>
                    <a:lnTo>
                      <a:pt x="74507" y="34480"/>
                    </a:lnTo>
                    <a:lnTo>
                      <a:pt x="14784" y="0"/>
                    </a:lnTo>
                    <a:close/>
                  </a:path>
                  <a:path extrusionOk="0" h="412750" w="427355">
                    <a:moveTo>
                      <a:pt x="74507" y="34480"/>
                    </a:moveTo>
                    <a:lnTo>
                      <a:pt x="24836" y="34480"/>
                    </a:lnTo>
                    <a:lnTo>
                      <a:pt x="402375" y="252453"/>
                    </a:lnTo>
                    <a:lnTo>
                      <a:pt x="402375" y="378648"/>
                    </a:lnTo>
                    <a:lnTo>
                      <a:pt x="427212" y="378648"/>
                    </a:lnTo>
                    <a:lnTo>
                      <a:pt x="427212" y="240851"/>
                    </a:lnTo>
                    <a:lnTo>
                      <a:pt x="424845" y="236746"/>
                    </a:lnTo>
                    <a:lnTo>
                      <a:pt x="74507" y="34480"/>
                    </a:lnTo>
                    <a:close/>
                  </a:path>
                </a:pathLst>
              </a:custGeom>
              <a:solidFill>
                <a:srgbClr val="00000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276" name="Google Shape;276;p6"/>
              <p:cNvSpPr/>
              <p:nvPr/>
            </p:nvSpPr>
            <p:spPr>
              <a:xfrm>
                <a:off x="1409530" y="845242"/>
                <a:ext cx="134619" cy="232409"/>
              </a:xfrm>
              <a:custGeom>
                <a:rect b="b" l="l" r="r" t="t"/>
                <a:pathLst>
                  <a:path extrusionOk="0" h="232409" w="134619">
                    <a:moveTo>
                      <a:pt x="134121" y="0"/>
                    </a:moveTo>
                    <a:lnTo>
                      <a:pt x="0" y="77442"/>
                    </a:lnTo>
                    <a:lnTo>
                      <a:pt x="0" y="232317"/>
                    </a:lnTo>
                    <a:lnTo>
                      <a:pt x="134121" y="154874"/>
                    </a:lnTo>
                    <a:lnTo>
                      <a:pt x="134121"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277" name="Google Shape;277;p6"/>
              <p:cNvSpPr/>
              <p:nvPr/>
            </p:nvSpPr>
            <p:spPr>
              <a:xfrm>
                <a:off x="1397113" y="832266"/>
                <a:ext cx="159384" cy="257809"/>
              </a:xfrm>
              <a:custGeom>
                <a:rect b="b" l="l" r="r" t="t"/>
                <a:pathLst>
                  <a:path extrusionOk="0" h="257809" w="159384">
                    <a:moveTo>
                      <a:pt x="148906" y="0"/>
                    </a:moveTo>
                    <a:lnTo>
                      <a:pt x="144184" y="0"/>
                    </a:lnTo>
                    <a:lnTo>
                      <a:pt x="2366" y="81882"/>
                    </a:lnTo>
                    <a:lnTo>
                      <a:pt x="0" y="85986"/>
                    </a:lnTo>
                    <a:lnTo>
                      <a:pt x="0" y="249730"/>
                    </a:lnTo>
                    <a:lnTo>
                      <a:pt x="2366" y="253835"/>
                    </a:lnTo>
                    <a:lnTo>
                      <a:pt x="8125" y="257154"/>
                    </a:lnTo>
                    <a:lnTo>
                      <a:pt x="10271" y="257709"/>
                    </a:lnTo>
                    <a:lnTo>
                      <a:pt x="14565" y="257709"/>
                    </a:lnTo>
                    <a:lnTo>
                      <a:pt x="16701" y="257154"/>
                    </a:lnTo>
                    <a:lnTo>
                      <a:pt x="74503" y="223783"/>
                    </a:lnTo>
                    <a:lnTo>
                      <a:pt x="24836" y="223783"/>
                    </a:lnTo>
                    <a:lnTo>
                      <a:pt x="24836" y="97588"/>
                    </a:lnTo>
                    <a:lnTo>
                      <a:pt x="134121" y="34491"/>
                    </a:lnTo>
                    <a:lnTo>
                      <a:pt x="158958" y="34491"/>
                    </a:lnTo>
                    <a:lnTo>
                      <a:pt x="158958" y="8544"/>
                    </a:lnTo>
                    <a:lnTo>
                      <a:pt x="156592" y="4439"/>
                    </a:lnTo>
                    <a:lnTo>
                      <a:pt x="148906" y="0"/>
                    </a:lnTo>
                    <a:close/>
                  </a:path>
                  <a:path extrusionOk="0" h="257809" w="159384">
                    <a:moveTo>
                      <a:pt x="158958" y="34491"/>
                    </a:moveTo>
                    <a:lnTo>
                      <a:pt x="134121" y="34491"/>
                    </a:lnTo>
                    <a:lnTo>
                      <a:pt x="134121" y="160686"/>
                    </a:lnTo>
                    <a:lnTo>
                      <a:pt x="24836" y="223783"/>
                    </a:lnTo>
                    <a:lnTo>
                      <a:pt x="74503" y="223783"/>
                    </a:lnTo>
                    <a:lnTo>
                      <a:pt x="156592" y="176392"/>
                    </a:lnTo>
                    <a:lnTo>
                      <a:pt x="158958" y="172287"/>
                    </a:lnTo>
                    <a:lnTo>
                      <a:pt x="158958" y="34491"/>
                    </a:lnTo>
                    <a:close/>
                  </a:path>
                </a:pathLst>
              </a:custGeom>
              <a:solidFill>
                <a:srgbClr val="00000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278" name="Google Shape;278;p6"/>
              <p:cNvSpPr/>
              <p:nvPr/>
            </p:nvSpPr>
            <p:spPr>
              <a:xfrm>
                <a:off x="1141280" y="845237"/>
                <a:ext cx="536575" cy="309880"/>
              </a:xfrm>
              <a:custGeom>
                <a:rect b="b" l="l" r="r" t="t"/>
                <a:pathLst>
                  <a:path extrusionOk="0" h="309880" w="536575">
                    <a:moveTo>
                      <a:pt x="402375" y="0"/>
                    </a:moveTo>
                    <a:lnTo>
                      <a:pt x="0" y="232317"/>
                    </a:lnTo>
                    <a:lnTo>
                      <a:pt x="134121" y="309760"/>
                    </a:lnTo>
                    <a:lnTo>
                      <a:pt x="536507" y="77442"/>
                    </a:lnTo>
                    <a:lnTo>
                      <a:pt x="402375"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279" name="Google Shape;279;p6"/>
              <p:cNvSpPr/>
              <p:nvPr/>
            </p:nvSpPr>
            <p:spPr>
              <a:xfrm>
                <a:off x="1128861" y="832264"/>
                <a:ext cx="561339" cy="335280"/>
              </a:xfrm>
              <a:custGeom>
                <a:rect b="b" l="l" r="r" t="t"/>
                <a:pathLst>
                  <a:path extrusionOk="0" h="335280" w="561339">
                    <a:moveTo>
                      <a:pt x="417160" y="0"/>
                    </a:moveTo>
                    <a:lnTo>
                      <a:pt x="412427" y="0"/>
                    </a:lnTo>
                    <a:lnTo>
                      <a:pt x="2366" y="236757"/>
                    </a:lnTo>
                    <a:lnTo>
                      <a:pt x="0" y="240851"/>
                    </a:lnTo>
                    <a:lnTo>
                      <a:pt x="0" y="249730"/>
                    </a:lnTo>
                    <a:lnTo>
                      <a:pt x="2366" y="253824"/>
                    </a:lnTo>
                    <a:lnTo>
                      <a:pt x="142257" y="334597"/>
                    </a:lnTo>
                    <a:lnTo>
                      <a:pt x="144403" y="335141"/>
                    </a:lnTo>
                    <a:lnTo>
                      <a:pt x="148686" y="335141"/>
                    </a:lnTo>
                    <a:lnTo>
                      <a:pt x="150833" y="334597"/>
                    </a:lnTo>
                    <a:lnTo>
                      <a:pt x="196226" y="308388"/>
                    </a:lnTo>
                    <a:lnTo>
                      <a:pt x="146540" y="308388"/>
                    </a:lnTo>
                    <a:lnTo>
                      <a:pt x="37255" y="245290"/>
                    </a:lnTo>
                    <a:lnTo>
                      <a:pt x="414793" y="27318"/>
                    </a:lnTo>
                    <a:lnTo>
                      <a:pt x="464480" y="27318"/>
                    </a:lnTo>
                    <a:lnTo>
                      <a:pt x="417160" y="0"/>
                    </a:lnTo>
                    <a:close/>
                  </a:path>
                  <a:path extrusionOk="0" h="335280" w="561339">
                    <a:moveTo>
                      <a:pt x="464480" y="27318"/>
                    </a:moveTo>
                    <a:lnTo>
                      <a:pt x="414793" y="27318"/>
                    </a:lnTo>
                    <a:lnTo>
                      <a:pt x="524088" y="90416"/>
                    </a:lnTo>
                    <a:lnTo>
                      <a:pt x="146540" y="308388"/>
                    </a:lnTo>
                    <a:lnTo>
                      <a:pt x="196226" y="308388"/>
                    </a:lnTo>
                    <a:lnTo>
                      <a:pt x="558977" y="98949"/>
                    </a:lnTo>
                    <a:lnTo>
                      <a:pt x="561344" y="94845"/>
                    </a:lnTo>
                    <a:lnTo>
                      <a:pt x="561344" y="85976"/>
                    </a:lnTo>
                    <a:lnTo>
                      <a:pt x="558977" y="81871"/>
                    </a:lnTo>
                    <a:lnTo>
                      <a:pt x="464480" y="27318"/>
                    </a:lnTo>
                    <a:close/>
                  </a:path>
                </a:pathLst>
              </a:custGeom>
              <a:solidFill>
                <a:srgbClr val="00000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280" name="Google Shape;280;p6"/>
              <p:cNvSpPr/>
              <p:nvPr/>
            </p:nvSpPr>
            <p:spPr>
              <a:xfrm>
                <a:off x="1275409" y="922680"/>
                <a:ext cx="402589" cy="386715"/>
              </a:xfrm>
              <a:custGeom>
                <a:rect b="b" l="l" r="r" t="t"/>
                <a:pathLst>
                  <a:path extrusionOk="0" h="386715" w="402589">
                    <a:moveTo>
                      <a:pt x="402375" y="0"/>
                    </a:moveTo>
                    <a:lnTo>
                      <a:pt x="0" y="232317"/>
                    </a:lnTo>
                    <a:lnTo>
                      <a:pt x="0" y="386721"/>
                    </a:lnTo>
                    <a:lnTo>
                      <a:pt x="402375" y="154874"/>
                    </a:lnTo>
                    <a:lnTo>
                      <a:pt x="402375" y="0"/>
                    </a:lnTo>
                    <a:close/>
                  </a:path>
                </a:pathLst>
              </a:custGeom>
              <a:solidFill>
                <a:srgbClr val="1D59A8"/>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281" name="Google Shape;281;p6"/>
              <p:cNvSpPr/>
              <p:nvPr/>
            </p:nvSpPr>
            <p:spPr>
              <a:xfrm>
                <a:off x="1262987" y="909700"/>
                <a:ext cx="427355" cy="412115"/>
              </a:xfrm>
              <a:custGeom>
                <a:rect b="b" l="l" r="r" t="t"/>
                <a:pathLst>
                  <a:path extrusionOk="0" h="412115" w="427355">
                    <a:moveTo>
                      <a:pt x="417160" y="0"/>
                    </a:moveTo>
                    <a:lnTo>
                      <a:pt x="412427" y="0"/>
                    </a:lnTo>
                    <a:lnTo>
                      <a:pt x="2366" y="236757"/>
                    </a:lnTo>
                    <a:lnTo>
                      <a:pt x="0" y="240861"/>
                    </a:lnTo>
                    <a:lnTo>
                      <a:pt x="0" y="404134"/>
                    </a:lnTo>
                    <a:lnTo>
                      <a:pt x="2366" y="408228"/>
                    </a:lnTo>
                    <a:lnTo>
                      <a:pt x="8165" y="411568"/>
                    </a:lnTo>
                    <a:lnTo>
                      <a:pt x="10271" y="412113"/>
                    </a:lnTo>
                    <a:lnTo>
                      <a:pt x="14554" y="412113"/>
                    </a:lnTo>
                    <a:lnTo>
                      <a:pt x="16719" y="411558"/>
                    </a:lnTo>
                    <a:lnTo>
                      <a:pt x="74599" y="378208"/>
                    </a:lnTo>
                    <a:lnTo>
                      <a:pt x="24836" y="378208"/>
                    </a:lnTo>
                    <a:lnTo>
                      <a:pt x="24836" y="252463"/>
                    </a:lnTo>
                    <a:lnTo>
                      <a:pt x="402375" y="34491"/>
                    </a:lnTo>
                    <a:lnTo>
                      <a:pt x="427212" y="34491"/>
                    </a:lnTo>
                    <a:lnTo>
                      <a:pt x="427212" y="8544"/>
                    </a:lnTo>
                    <a:lnTo>
                      <a:pt x="424845" y="4439"/>
                    </a:lnTo>
                    <a:lnTo>
                      <a:pt x="417160" y="0"/>
                    </a:lnTo>
                    <a:close/>
                  </a:path>
                  <a:path extrusionOk="0" h="412115" w="427355">
                    <a:moveTo>
                      <a:pt x="427212" y="34491"/>
                    </a:moveTo>
                    <a:lnTo>
                      <a:pt x="402375" y="34491"/>
                    </a:lnTo>
                    <a:lnTo>
                      <a:pt x="402375" y="160675"/>
                    </a:lnTo>
                    <a:lnTo>
                      <a:pt x="24836" y="378208"/>
                    </a:lnTo>
                    <a:lnTo>
                      <a:pt x="74599" y="378208"/>
                    </a:lnTo>
                    <a:lnTo>
                      <a:pt x="424845" y="176403"/>
                    </a:lnTo>
                    <a:lnTo>
                      <a:pt x="427212" y="172298"/>
                    </a:lnTo>
                    <a:lnTo>
                      <a:pt x="427212" y="34491"/>
                    </a:lnTo>
                    <a:close/>
                  </a:path>
                </a:pathLst>
              </a:custGeom>
              <a:solidFill>
                <a:srgbClr val="00000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282" name="Google Shape;282;p6"/>
              <p:cNvSpPr/>
              <p:nvPr/>
            </p:nvSpPr>
            <p:spPr>
              <a:xfrm>
                <a:off x="1141280" y="1077554"/>
                <a:ext cx="134619" cy="232409"/>
              </a:xfrm>
              <a:custGeom>
                <a:rect b="b" l="l" r="r" t="t"/>
                <a:pathLst>
                  <a:path extrusionOk="0" h="232409" w="134619">
                    <a:moveTo>
                      <a:pt x="0" y="0"/>
                    </a:moveTo>
                    <a:lnTo>
                      <a:pt x="0" y="154874"/>
                    </a:lnTo>
                    <a:lnTo>
                      <a:pt x="134121" y="231846"/>
                    </a:lnTo>
                    <a:lnTo>
                      <a:pt x="134121" y="77442"/>
                    </a:lnTo>
                    <a:lnTo>
                      <a:pt x="0"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283" name="Google Shape;283;p6"/>
              <p:cNvSpPr/>
              <p:nvPr/>
            </p:nvSpPr>
            <p:spPr>
              <a:xfrm>
                <a:off x="1128861" y="1064583"/>
                <a:ext cx="159384" cy="257809"/>
              </a:xfrm>
              <a:custGeom>
                <a:rect b="b" l="l" r="r" t="t"/>
                <a:pathLst>
                  <a:path extrusionOk="0" h="257809" w="159384">
                    <a:moveTo>
                      <a:pt x="14784" y="0"/>
                    </a:moveTo>
                    <a:lnTo>
                      <a:pt x="10052" y="0"/>
                    </a:lnTo>
                    <a:lnTo>
                      <a:pt x="2366" y="4439"/>
                    </a:lnTo>
                    <a:lnTo>
                      <a:pt x="0" y="8533"/>
                    </a:lnTo>
                    <a:lnTo>
                      <a:pt x="0" y="172298"/>
                    </a:lnTo>
                    <a:lnTo>
                      <a:pt x="2376" y="176403"/>
                    </a:lnTo>
                    <a:lnTo>
                      <a:pt x="142278" y="256683"/>
                    </a:lnTo>
                    <a:lnTo>
                      <a:pt x="144414" y="257227"/>
                    </a:lnTo>
                    <a:lnTo>
                      <a:pt x="148697" y="257227"/>
                    </a:lnTo>
                    <a:lnTo>
                      <a:pt x="150843" y="256672"/>
                    </a:lnTo>
                    <a:lnTo>
                      <a:pt x="156602" y="253343"/>
                    </a:lnTo>
                    <a:lnTo>
                      <a:pt x="158958" y="249238"/>
                    </a:lnTo>
                    <a:lnTo>
                      <a:pt x="158958" y="223364"/>
                    </a:lnTo>
                    <a:lnTo>
                      <a:pt x="134121" y="223364"/>
                    </a:lnTo>
                    <a:lnTo>
                      <a:pt x="24836" y="160654"/>
                    </a:lnTo>
                    <a:lnTo>
                      <a:pt x="24836" y="34480"/>
                    </a:lnTo>
                    <a:lnTo>
                      <a:pt x="74507" y="34480"/>
                    </a:lnTo>
                    <a:lnTo>
                      <a:pt x="14784" y="0"/>
                    </a:lnTo>
                    <a:close/>
                  </a:path>
                  <a:path extrusionOk="0" h="257809" w="159384">
                    <a:moveTo>
                      <a:pt x="74507" y="34480"/>
                    </a:moveTo>
                    <a:lnTo>
                      <a:pt x="24836" y="34480"/>
                    </a:lnTo>
                    <a:lnTo>
                      <a:pt x="134121" y="97578"/>
                    </a:lnTo>
                    <a:lnTo>
                      <a:pt x="134121" y="223364"/>
                    </a:lnTo>
                    <a:lnTo>
                      <a:pt x="158958" y="223364"/>
                    </a:lnTo>
                    <a:lnTo>
                      <a:pt x="158958" y="85976"/>
                    </a:lnTo>
                    <a:lnTo>
                      <a:pt x="156592" y="81871"/>
                    </a:lnTo>
                    <a:lnTo>
                      <a:pt x="74507" y="34480"/>
                    </a:lnTo>
                    <a:close/>
                  </a:path>
                </a:pathLst>
              </a:custGeom>
              <a:solidFill>
                <a:srgbClr val="00000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284" name="Google Shape;284;p6"/>
              <p:cNvSpPr/>
              <p:nvPr/>
            </p:nvSpPr>
            <p:spPr>
              <a:xfrm>
                <a:off x="1409527" y="1309866"/>
                <a:ext cx="268605" cy="309880"/>
              </a:xfrm>
              <a:custGeom>
                <a:rect b="b" l="l" r="r" t="t"/>
                <a:pathLst>
                  <a:path extrusionOk="0" h="309880" w="268605">
                    <a:moveTo>
                      <a:pt x="134132" y="0"/>
                    </a:moveTo>
                    <a:lnTo>
                      <a:pt x="0" y="77442"/>
                    </a:lnTo>
                    <a:lnTo>
                      <a:pt x="0" y="232317"/>
                    </a:lnTo>
                    <a:lnTo>
                      <a:pt x="134132" y="309760"/>
                    </a:lnTo>
                    <a:lnTo>
                      <a:pt x="268253" y="232317"/>
                    </a:lnTo>
                    <a:lnTo>
                      <a:pt x="268253" y="77442"/>
                    </a:lnTo>
                    <a:lnTo>
                      <a:pt x="134132"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285" name="Google Shape;285;p6"/>
              <p:cNvSpPr/>
              <p:nvPr/>
            </p:nvSpPr>
            <p:spPr>
              <a:xfrm>
                <a:off x="1397111" y="1296895"/>
                <a:ext cx="293369" cy="335280"/>
              </a:xfrm>
              <a:custGeom>
                <a:rect b="b" l="l" r="r" t="t"/>
                <a:pathLst>
                  <a:path extrusionOk="0" h="335280" w="293369">
                    <a:moveTo>
                      <a:pt x="148906" y="0"/>
                    </a:moveTo>
                    <a:lnTo>
                      <a:pt x="144184" y="0"/>
                    </a:lnTo>
                    <a:lnTo>
                      <a:pt x="2366" y="81871"/>
                    </a:lnTo>
                    <a:lnTo>
                      <a:pt x="0" y="85976"/>
                    </a:lnTo>
                    <a:lnTo>
                      <a:pt x="0" y="249720"/>
                    </a:lnTo>
                    <a:lnTo>
                      <a:pt x="2366" y="253824"/>
                    </a:lnTo>
                    <a:lnTo>
                      <a:pt x="142257" y="334586"/>
                    </a:lnTo>
                    <a:lnTo>
                      <a:pt x="144403" y="335141"/>
                    </a:lnTo>
                    <a:lnTo>
                      <a:pt x="148686" y="335141"/>
                    </a:lnTo>
                    <a:lnTo>
                      <a:pt x="150833" y="334586"/>
                    </a:lnTo>
                    <a:lnTo>
                      <a:pt x="196211" y="308388"/>
                    </a:lnTo>
                    <a:lnTo>
                      <a:pt x="146540" y="308388"/>
                    </a:lnTo>
                    <a:lnTo>
                      <a:pt x="24836" y="238118"/>
                    </a:lnTo>
                    <a:lnTo>
                      <a:pt x="24836" y="97588"/>
                    </a:lnTo>
                    <a:lnTo>
                      <a:pt x="146540" y="27318"/>
                    </a:lnTo>
                    <a:lnTo>
                      <a:pt x="196227" y="27318"/>
                    </a:lnTo>
                    <a:lnTo>
                      <a:pt x="148906" y="0"/>
                    </a:lnTo>
                    <a:close/>
                  </a:path>
                  <a:path extrusionOk="0" h="335280" w="293369">
                    <a:moveTo>
                      <a:pt x="196227" y="27318"/>
                    </a:moveTo>
                    <a:lnTo>
                      <a:pt x="146540" y="27318"/>
                    </a:lnTo>
                    <a:lnTo>
                      <a:pt x="268253" y="97588"/>
                    </a:lnTo>
                    <a:lnTo>
                      <a:pt x="268253" y="238118"/>
                    </a:lnTo>
                    <a:lnTo>
                      <a:pt x="146540" y="308388"/>
                    </a:lnTo>
                    <a:lnTo>
                      <a:pt x="196211" y="308388"/>
                    </a:lnTo>
                    <a:lnTo>
                      <a:pt x="290724" y="253824"/>
                    </a:lnTo>
                    <a:lnTo>
                      <a:pt x="293090" y="249720"/>
                    </a:lnTo>
                    <a:lnTo>
                      <a:pt x="293090" y="85976"/>
                    </a:lnTo>
                    <a:lnTo>
                      <a:pt x="290724" y="81871"/>
                    </a:lnTo>
                    <a:lnTo>
                      <a:pt x="196227" y="27318"/>
                    </a:lnTo>
                    <a:close/>
                  </a:path>
                </a:pathLst>
              </a:custGeom>
              <a:solidFill>
                <a:srgbClr val="00000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286" name="Google Shape;286;p6"/>
              <p:cNvSpPr/>
              <p:nvPr/>
            </p:nvSpPr>
            <p:spPr>
              <a:xfrm>
                <a:off x="1409529" y="1309866"/>
                <a:ext cx="134619" cy="232409"/>
              </a:xfrm>
              <a:custGeom>
                <a:rect b="b" l="l" r="r" t="t"/>
                <a:pathLst>
                  <a:path extrusionOk="0" h="232409" w="134619">
                    <a:moveTo>
                      <a:pt x="134121" y="0"/>
                    </a:moveTo>
                    <a:lnTo>
                      <a:pt x="0" y="77442"/>
                    </a:lnTo>
                    <a:lnTo>
                      <a:pt x="0" y="232317"/>
                    </a:lnTo>
                    <a:lnTo>
                      <a:pt x="134121" y="154874"/>
                    </a:lnTo>
                    <a:lnTo>
                      <a:pt x="134121" y="0"/>
                    </a:lnTo>
                    <a:close/>
                  </a:path>
                </a:pathLst>
              </a:custGeom>
              <a:solidFill>
                <a:srgbClr val="CC000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287" name="Google Shape;287;p6"/>
              <p:cNvSpPr/>
              <p:nvPr/>
            </p:nvSpPr>
            <p:spPr>
              <a:xfrm>
                <a:off x="1397111" y="1296901"/>
                <a:ext cx="159384" cy="257809"/>
              </a:xfrm>
              <a:custGeom>
                <a:rect b="b" l="l" r="r" t="t"/>
                <a:pathLst>
                  <a:path extrusionOk="0" h="257809" w="159384">
                    <a:moveTo>
                      <a:pt x="148906" y="0"/>
                    </a:moveTo>
                    <a:lnTo>
                      <a:pt x="144184" y="0"/>
                    </a:lnTo>
                    <a:lnTo>
                      <a:pt x="2366" y="81871"/>
                    </a:lnTo>
                    <a:lnTo>
                      <a:pt x="0" y="85976"/>
                    </a:lnTo>
                    <a:lnTo>
                      <a:pt x="0" y="249720"/>
                    </a:lnTo>
                    <a:lnTo>
                      <a:pt x="2366" y="253824"/>
                    </a:lnTo>
                    <a:lnTo>
                      <a:pt x="8135" y="257144"/>
                    </a:lnTo>
                    <a:lnTo>
                      <a:pt x="10271" y="257698"/>
                    </a:lnTo>
                    <a:lnTo>
                      <a:pt x="14565" y="257698"/>
                    </a:lnTo>
                    <a:lnTo>
                      <a:pt x="16701" y="257144"/>
                    </a:lnTo>
                    <a:lnTo>
                      <a:pt x="74503" y="223773"/>
                    </a:lnTo>
                    <a:lnTo>
                      <a:pt x="24836" y="223773"/>
                    </a:lnTo>
                    <a:lnTo>
                      <a:pt x="24836" y="97578"/>
                    </a:lnTo>
                    <a:lnTo>
                      <a:pt x="134121" y="34480"/>
                    </a:lnTo>
                    <a:lnTo>
                      <a:pt x="158958" y="34480"/>
                    </a:lnTo>
                    <a:lnTo>
                      <a:pt x="158958" y="8533"/>
                    </a:lnTo>
                    <a:lnTo>
                      <a:pt x="156592" y="4429"/>
                    </a:lnTo>
                    <a:lnTo>
                      <a:pt x="148906" y="0"/>
                    </a:lnTo>
                    <a:close/>
                  </a:path>
                  <a:path extrusionOk="0" h="257809" w="159384">
                    <a:moveTo>
                      <a:pt x="158958" y="34480"/>
                    </a:moveTo>
                    <a:lnTo>
                      <a:pt x="134121" y="34480"/>
                    </a:lnTo>
                    <a:lnTo>
                      <a:pt x="134121" y="160675"/>
                    </a:lnTo>
                    <a:lnTo>
                      <a:pt x="24836" y="223773"/>
                    </a:lnTo>
                    <a:lnTo>
                      <a:pt x="74503" y="223773"/>
                    </a:lnTo>
                    <a:lnTo>
                      <a:pt x="156592" y="176382"/>
                    </a:lnTo>
                    <a:lnTo>
                      <a:pt x="158958" y="172277"/>
                    </a:lnTo>
                    <a:lnTo>
                      <a:pt x="158958" y="34480"/>
                    </a:lnTo>
                    <a:close/>
                  </a:path>
                </a:pathLst>
              </a:custGeom>
              <a:solidFill>
                <a:srgbClr val="00000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288" name="Google Shape;288;p6"/>
              <p:cNvSpPr/>
              <p:nvPr/>
            </p:nvSpPr>
            <p:spPr>
              <a:xfrm>
                <a:off x="1543659" y="1309866"/>
                <a:ext cx="134619" cy="232409"/>
              </a:xfrm>
              <a:custGeom>
                <a:rect b="b" l="l" r="r" t="t"/>
                <a:pathLst>
                  <a:path extrusionOk="0" h="232409" w="134619">
                    <a:moveTo>
                      <a:pt x="0" y="0"/>
                    </a:moveTo>
                    <a:lnTo>
                      <a:pt x="0" y="154885"/>
                    </a:lnTo>
                    <a:lnTo>
                      <a:pt x="134121" y="232317"/>
                    </a:lnTo>
                    <a:lnTo>
                      <a:pt x="134121" y="77442"/>
                    </a:lnTo>
                    <a:lnTo>
                      <a:pt x="0"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289" name="Google Shape;289;p6"/>
              <p:cNvSpPr/>
              <p:nvPr/>
            </p:nvSpPr>
            <p:spPr>
              <a:xfrm>
                <a:off x="1531237" y="1296900"/>
                <a:ext cx="159385" cy="257809"/>
              </a:xfrm>
              <a:custGeom>
                <a:rect b="b" l="l" r="r" t="t"/>
                <a:pathLst>
                  <a:path extrusionOk="0" h="257809" w="159385">
                    <a:moveTo>
                      <a:pt x="14784" y="0"/>
                    </a:moveTo>
                    <a:lnTo>
                      <a:pt x="10052" y="0"/>
                    </a:lnTo>
                    <a:lnTo>
                      <a:pt x="2366" y="4429"/>
                    </a:lnTo>
                    <a:lnTo>
                      <a:pt x="0" y="8533"/>
                    </a:lnTo>
                    <a:lnTo>
                      <a:pt x="0" y="172277"/>
                    </a:lnTo>
                    <a:lnTo>
                      <a:pt x="2366" y="176382"/>
                    </a:lnTo>
                    <a:lnTo>
                      <a:pt x="142257" y="257144"/>
                    </a:lnTo>
                    <a:lnTo>
                      <a:pt x="144403" y="257698"/>
                    </a:lnTo>
                    <a:lnTo>
                      <a:pt x="148686" y="257698"/>
                    </a:lnTo>
                    <a:lnTo>
                      <a:pt x="150833" y="257144"/>
                    </a:lnTo>
                    <a:lnTo>
                      <a:pt x="156592" y="253824"/>
                    </a:lnTo>
                    <a:lnTo>
                      <a:pt x="158958" y="249720"/>
                    </a:lnTo>
                    <a:lnTo>
                      <a:pt x="158958" y="223773"/>
                    </a:lnTo>
                    <a:lnTo>
                      <a:pt x="134121" y="223773"/>
                    </a:lnTo>
                    <a:lnTo>
                      <a:pt x="24836" y="160675"/>
                    </a:lnTo>
                    <a:lnTo>
                      <a:pt x="24836" y="34480"/>
                    </a:lnTo>
                    <a:lnTo>
                      <a:pt x="74507" y="34480"/>
                    </a:lnTo>
                    <a:lnTo>
                      <a:pt x="14784" y="0"/>
                    </a:lnTo>
                    <a:close/>
                  </a:path>
                  <a:path extrusionOk="0" h="257809" w="159385">
                    <a:moveTo>
                      <a:pt x="74507" y="34480"/>
                    </a:moveTo>
                    <a:lnTo>
                      <a:pt x="24836" y="34480"/>
                    </a:lnTo>
                    <a:lnTo>
                      <a:pt x="134121" y="97578"/>
                    </a:lnTo>
                    <a:lnTo>
                      <a:pt x="134121" y="223773"/>
                    </a:lnTo>
                    <a:lnTo>
                      <a:pt x="158958" y="223773"/>
                    </a:lnTo>
                    <a:lnTo>
                      <a:pt x="158958" y="85976"/>
                    </a:lnTo>
                    <a:lnTo>
                      <a:pt x="156592" y="81871"/>
                    </a:lnTo>
                    <a:lnTo>
                      <a:pt x="74507" y="34480"/>
                    </a:lnTo>
                    <a:close/>
                  </a:path>
                </a:pathLst>
              </a:custGeom>
              <a:solidFill>
                <a:srgbClr val="00000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290" name="Google Shape;290;p6"/>
              <p:cNvSpPr/>
              <p:nvPr/>
            </p:nvSpPr>
            <p:spPr>
              <a:xfrm>
                <a:off x="1141280" y="1077556"/>
                <a:ext cx="134619" cy="542290"/>
              </a:xfrm>
              <a:custGeom>
                <a:rect b="b" l="l" r="r" t="t"/>
                <a:pathLst>
                  <a:path extrusionOk="0" h="542290" w="134619">
                    <a:moveTo>
                      <a:pt x="0" y="0"/>
                    </a:moveTo>
                    <a:lnTo>
                      <a:pt x="0" y="464624"/>
                    </a:lnTo>
                    <a:lnTo>
                      <a:pt x="134121" y="542067"/>
                    </a:lnTo>
                    <a:lnTo>
                      <a:pt x="134121" y="77432"/>
                    </a:lnTo>
                    <a:lnTo>
                      <a:pt x="0" y="0"/>
                    </a:lnTo>
                    <a:close/>
                  </a:path>
                </a:pathLst>
              </a:custGeom>
              <a:solidFill>
                <a:srgbClr val="F9C80A"/>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291" name="Google Shape;291;p6"/>
              <p:cNvSpPr/>
              <p:nvPr/>
            </p:nvSpPr>
            <p:spPr>
              <a:xfrm>
                <a:off x="1128861" y="1064585"/>
                <a:ext cx="159384" cy="567689"/>
              </a:xfrm>
              <a:custGeom>
                <a:rect b="b" l="l" r="r" t="t"/>
                <a:pathLst>
                  <a:path extrusionOk="0" h="567689" w="159384">
                    <a:moveTo>
                      <a:pt x="14784" y="0"/>
                    </a:moveTo>
                    <a:lnTo>
                      <a:pt x="10052" y="0"/>
                    </a:lnTo>
                    <a:lnTo>
                      <a:pt x="2366" y="4429"/>
                    </a:lnTo>
                    <a:lnTo>
                      <a:pt x="0" y="8533"/>
                    </a:lnTo>
                    <a:lnTo>
                      <a:pt x="0" y="482027"/>
                    </a:lnTo>
                    <a:lnTo>
                      <a:pt x="2366" y="486131"/>
                    </a:lnTo>
                    <a:lnTo>
                      <a:pt x="142257" y="566893"/>
                    </a:lnTo>
                    <a:lnTo>
                      <a:pt x="144403" y="567448"/>
                    </a:lnTo>
                    <a:lnTo>
                      <a:pt x="148686" y="567448"/>
                    </a:lnTo>
                    <a:lnTo>
                      <a:pt x="150833" y="566893"/>
                    </a:lnTo>
                    <a:lnTo>
                      <a:pt x="156592" y="563574"/>
                    </a:lnTo>
                    <a:lnTo>
                      <a:pt x="158958" y="559469"/>
                    </a:lnTo>
                    <a:lnTo>
                      <a:pt x="158958" y="533523"/>
                    </a:lnTo>
                    <a:lnTo>
                      <a:pt x="134121" y="533523"/>
                    </a:lnTo>
                    <a:lnTo>
                      <a:pt x="24836" y="470425"/>
                    </a:lnTo>
                    <a:lnTo>
                      <a:pt x="24836" y="34480"/>
                    </a:lnTo>
                    <a:lnTo>
                      <a:pt x="74507" y="34480"/>
                    </a:lnTo>
                    <a:lnTo>
                      <a:pt x="14784" y="0"/>
                    </a:lnTo>
                    <a:close/>
                  </a:path>
                  <a:path extrusionOk="0" h="567689" w="159384">
                    <a:moveTo>
                      <a:pt x="74507" y="34480"/>
                    </a:moveTo>
                    <a:lnTo>
                      <a:pt x="24836" y="34480"/>
                    </a:lnTo>
                    <a:lnTo>
                      <a:pt x="134121" y="97578"/>
                    </a:lnTo>
                    <a:lnTo>
                      <a:pt x="134121" y="533523"/>
                    </a:lnTo>
                    <a:lnTo>
                      <a:pt x="158958" y="533523"/>
                    </a:lnTo>
                    <a:lnTo>
                      <a:pt x="158958" y="85976"/>
                    </a:lnTo>
                    <a:lnTo>
                      <a:pt x="156592" y="81871"/>
                    </a:lnTo>
                    <a:lnTo>
                      <a:pt x="74507" y="34480"/>
                    </a:lnTo>
                    <a:close/>
                  </a:path>
                </a:pathLst>
              </a:custGeom>
              <a:solidFill>
                <a:srgbClr val="00000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292" name="Google Shape;292;p6"/>
              <p:cNvSpPr/>
              <p:nvPr/>
            </p:nvSpPr>
            <p:spPr>
              <a:xfrm>
                <a:off x="1007153" y="1077551"/>
                <a:ext cx="134619" cy="542290"/>
              </a:xfrm>
              <a:custGeom>
                <a:rect b="b" l="l" r="r" t="t"/>
                <a:pathLst>
                  <a:path extrusionOk="0" h="542290" w="134619">
                    <a:moveTo>
                      <a:pt x="134121" y="0"/>
                    </a:moveTo>
                    <a:lnTo>
                      <a:pt x="0" y="77442"/>
                    </a:lnTo>
                    <a:lnTo>
                      <a:pt x="0" y="542067"/>
                    </a:lnTo>
                    <a:lnTo>
                      <a:pt x="134121" y="464624"/>
                    </a:lnTo>
                    <a:lnTo>
                      <a:pt x="134121"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293" name="Google Shape;293;p6"/>
              <p:cNvSpPr/>
              <p:nvPr/>
            </p:nvSpPr>
            <p:spPr>
              <a:xfrm>
                <a:off x="994735" y="1064585"/>
                <a:ext cx="159384" cy="567689"/>
              </a:xfrm>
              <a:custGeom>
                <a:rect b="b" l="l" r="r" t="t"/>
                <a:pathLst>
                  <a:path extrusionOk="0" h="567689" w="159384">
                    <a:moveTo>
                      <a:pt x="148906" y="0"/>
                    </a:moveTo>
                    <a:lnTo>
                      <a:pt x="144184" y="0"/>
                    </a:lnTo>
                    <a:lnTo>
                      <a:pt x="2366" y="81871"/>
                    </a:lnTo>
                    <a:lnTo>
                      <a:pt x="0" y="85976"/>
                    </a:lnTo>
                    <a:lnTo>
                      <a:pt x="0" y="559469"/>
                    </a:lnTo>
                    <a:lnTo>
                      <a:pt x="2366" y="563574"/>
                    </a:lnTo>
                    <a:lnTo>
                      <a:pt x="8135" y="566893"/>
                    </a:lnTo>
                    <a:lnTo>
                      <a:pt x="10271" y="567448"/>
                    </a:lnTo>
                    <a:lnTo>
                      <a:pt x="14565" y="567448"/>
                    </a:lnTo>
                    <a:lnTo>
                      <a:pt x="16701" y="566893"/>
                    </a:lnTo>
                    <a:lnTo>
                      <a:pt x="74503" y="533523"/>
                    </a:lnTo>
                    <a:lnTo>
                      <a:pt x="24836" y="533523"/>
                    </a:lnTo>
                    <a:lnTo>
                      <a:pt x="24836" y="97578"/>
                    </a:lnTo>
                    <a:lnTo>
                      <a:pt x="134121" y="34480"/>
                    </a:lnTo>
                    <a:lnTo>
                      <a:pt x="158958" y="34480"/>
                    </a:lnTo>
                    <a:lnTo>
                      <a:pt x="158958" y="8533"/>
                    </a:lnTo>
                    <a:lnTo>
                      <a:pt x="156592" y="4429"/>
                    </a:lnTo>
                    <a:lnTo>
                      <a:pt x="148906" y="0"/>
                    </a:lnTo>
                    <a:close/>
                  </a:path>
                  <a:path extrusionOk="0" h="567689" w="159384">
                    <a:moveTo>
                      <a:pt x="158958" y="34480"/>
                    </a:moveTo>
                    <a:lnTo>
                      <a:pt x="134121" y="34480"/>
                    </a:lnTo>
                    <a:lnTo>
                      <a:pt x="134121" y="470425"/>
                    </a:lnTo>
                    <a:lnTo>
                      <a:pt x="24836" y="533523"/>
                    </a:lnTo>
                    <a:lnTo>
                      <a:pt x="74503" y="533523"/>
                    </a:lnTo>
                    <a:lnTo>
                      <a:pt x="156592" y="486131"/>
                    </a:lnTo>
                    <a:lnTo>
                      <a:pt x="158958" y="482027"/>
                    </a:lnTo>
                    <a:lnTo>
                      <a:pt x="158958" y="34480"/>
                    </a:lnTo>
                    <a:close/>
                  </a:path>
                </a:pathLst>
              </a:custGeom>
              <a:solidFill>
                <a:srgbClr val="00000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294" name="Google Shape;294;p6"/>
              <p:cNvSpPr/>
              <p:nvPr/>
            </p:nvSpPr>
            <p:spPr>
              <a:xfrm>
                <a:off x="1007152" y="1542176"/>
                <a:ext cx="268605" cy="154939"/>
              </a:xfrm>
              <a:custGeom>
                <a:rect b="b" l="l" r="r" t="t"/>
                <a:pathLst>
                  <a:path extrusionOk="0" h="154939" w="268605">
                    <a:moveTo>
                      <a:pt x="134132" y="0"/>
                    </a:moveTo>
                    <a:lnTo>
                      <a:pt x="0" y="77442"/>
                    </a:lnTo>
                    <a:lnTo>
                      <a:pt x="134132" y="154885"/>
                    </a:lnTo>
                    <a:lnTo>
                      <a:pt x="268253" y="77442"/>
                    </a:lnTo>
                    <a:lnTo>
                      <a:pt x="134132"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295" name="Google Shape;295;p6"/>
              <p:cNvSpPr/>
              <p:nvPr/>
            </p:nvSpPr>
            <p:spPr>
              <a:xfrm>
                <a:off x="994736" y="1529212"/>
                <a:ext cx="293369" cy="180339"/>
              </a:xfrm>
              <a:custGeom>
                <a:rect b="b" l="l" r="r" t="t"/>
                <a:pathLst>
                  <a:path extrusionOk="0" h="180339" w="293369">
                    <a:moveTo>
                      <a:pt x="148906" y="0"/>
                    </a:moveTo>
                    <a:lnTo>
                      <a:pt x="144173" y="0"/>
                    </a:lnTo>
                    <a:lnTo>
                      <a:pt x="2366" y="81871"/>
                    </a:lnTo>
                    <a:lnTo>
                      <a:pt x="0" y="85965"/>
                    </a:lnTo>
                    <a:lnTo>
                      <a:pt x="0" y="94845"/>
                    </a:lnTo>
                    <a:lnTo>
                      <a:pt x="2366" y="98939"/>
                    </a:lnTo>
                    <a:lnTo>
                      <a:pt x="142257" y="179711"/>
                    </a:lnTo>
                    <a:lnTo>
                      <a:pt x="144403" y="180266"/>
                    </a:lnTo>
                    <a:lnTo>
                      <a:pt x="148686" y="180266"/>
                    </a:lnTo>
                    <a:lnTo>
                      <a:pt x="150833" y="179711"/>
                    </a:lnTo>
                    <a:lnTo>
                      <a:pt x="196224" y="153503"/>
                    </a:lnTo>
                    <a:lnTo>
                      <a:pt x="146540" y="153503"/>
                    </a:lnTo>
                    <a:lnTo>
                      <a:pt x="37255" y="90405"/>
                    </a:lnTo>
                    <a:lnTo>
                      <a:pt x="146540" y="27308"/>
                    </a:lnTo>
                    <a:lnTo>
                      <a:pt x="196209" y="27308"/>
                    </a:lnTo>
                    <a:lnTo>
                      <a:pt x="148906" y="0"/>
                    </a:lnTo>
                    <a:close/>
                  </a:path>
                  <a:path extrusionOk="0" h="180339" w="293369">
                    <a:moveTo>
                      <a:pt x="196209" y="27308"/>
                    </a:moveTo>
                    <a:lnTo>
                      <a:pt x="146540" y="27308"/>
                    </a:lnTo>
                    <a:lnTo>
                      <a:pt x="255835" y="90405"/>
                    </a:lnTo>
                    <a:lnTo>
                      <a:pt x="146540" y="153503"/>
                    </a:lnTo>
                    <a:lnTo>
                      <a:pt x="196224" y="153503"/>
                    </a:lnTo>
                    <a:lnTo>
                      <a:pt x="290724" y="98939"/>
                    </a:lnTo>
                    <a:lnTo>
                      <a:pt x="293090" y="94845"/>
                    </a:lnTo>
                    <a:lnTo>
                      <a:pt x="293090" y="85965"/>
                    </a:lnTo>
                    <a:lnTo>
                      <a:pt x="290724" y="81871"/>
                    </a:lnTo>
                    <a:lnTo>
                      <a:pt x="196209" y="27308"/>
                    </a:lnTo>
                    <a:close/>
                  </a:path>
                </a:pathLst>
              </a:custGeom>
              <a:solidFill>
                <a:srgbClr val="00000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grpSp>
        <p:grpSp>
          <p:nvGrpSpPr>
            <p:cNvPr id="296" name="Google Shape;296;p6"/>
            <p:cNvGrpSpPr/>
            <p:nvPr/>
          </p:nvGrpSpPr>
          <p:grpSpPr>
            <a:xfrm>
              <a:off x="994735" y="1529204"/>
              <a:ext cx="964142" cy="567594"/>
              <a:chOff x="994735" y="1529204"/>
              <a:chExt cx="964142" cy="567594"/>
            </a:xfrm>
          </p:grpSpPr>
          <p:sp>
            <p:nvSpPr>
              <p:cNvPr id="297" name="Google Shape;297;p6"/>
              <p:cNvSpPr/>
              <p:nvPr/>
            </p:nvSpPr>
            <p:spPr>
              <a:xfrm>
                <a:off x="1409531" y="1774491"/>
                <a:ext cx="134619" cy="232410"/>
              </a:xfrm>
              <a:custGeom>
                <a:rect b="b" l="l" r="r" t="t"/>
                <a:pathLst>
                  <a:path extrusionOk="0" h="232410" w="134619">
                    <a:moveTo>
                      <a:pt x="134132" y="0"/>
                    </a:moveTo>
                    <a:lnTo>
                      <a:pt x="0" y="77442"/>
                    </a:lnTo>
                    <a:lnTo>
                      <a:pt x="0" y="232317"/>
                    </a:lnTo>
                    <a:lnTo>
                      <a:pt x="134132" y="154874"/>
                    </a:lnTo>
                    <a:lnTo>
                      <a:pt x="134132"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298" name="Google Shape;298;p6"/>
              <p:cNvSpPr/>
              <p:nvPr/>
            </p:nvSpPr>
            <p:spPr>
              <a:xfrm>
                <a:off x="1397113" y="1761524"/>
                <a:ext cx="159384" cy="257810"/>
              </a:xfrm>
              <a:custGeom>
                <a:rect b="b" l="l" r="r" t="t"/>
                <a:pathLst>
                  <a:path extrusionOk="0" h="257810" w="159384">
                    <a:moveTo>
                      <a:pt x="148916" y="0"/>
                    </a:moveTo>
                    <a:lnTo>
                      <a:pt x="144184" y="0"/>
                    </a:lnTo>
                    <a:lnTo>
                      <a:pt x="2366" y="81871"/>
                    </a:lnTo>
                    <a:lnTo>
                      <a:pt x="0" y="85976"/>
                    </a:lnTo>
                    <a:lnTo>
                      <a:pt x="0" y="249720"/>
                    </a:lnTo>
                    <a:lnTo>
                      <a:pt x="2366" y="253824"/>
                    </a:lnTo>
                    <a:lnTo>
                      <a:pt x="8125" y="257154"/>
                    </a:lnTo>
                    <a:lnTo>
                      <a:pt x="10271" y="257698"/>
                    </a:lnTo>
                    <a:lnTo>
                      <a:pt x="14565" y="257698"/>
                    </a:lnTo>
                    <a:lnTo>
                      <a:pt x="16701" y="257154"/>
                    </a:lnTo>
                    <a:lnTo>
                      <a:pt x="74518" y="223773"/>
                    </a:lnTo>
                    <a:lnTo>
                      <a:pt x="24836" y="223773"/>
                    </a:lnTo>
                    <a:lnTo>
                      <a:pt x="24836" y="97578"/>
                    </a:lnTo>
                    <a:lnTo>
                      <a:pt x="134132" y="34480"/>
                    </a:lnTo>
                    <a:lnTo>
                      <a:pt x="158968" y="34480"/>
                    </a:lnTo>
                    <a:lnTo>
                      <a:pt x="158968" y="8533"/>
                    </a:lnTo>
                    <a:lnTo>
                      <a:pt x="156602" y="4429"/>
                    </a:lnTo>
                    <a:lnTo>
                      <a:pt x="148916" y="0"/>
                    </a:lnTo>
                    <a:close/>
                  </a:path>
                  <a:path extrusionOk="0" h="257810" w="159384">
                    <a:moveTo>
                      <a:pt x="158968" y="34480"/>
                    </a:moveTo>
                    <a:lnTo>
                      <a:pt x="134132" y="34480"/>
                    </a:lnTo>
                    <a:lnTo>
                      <a:pt x="134132" y="160675"/>
                    </a:lnTo>
                    <a:lnTo>
                      <a:pt x="24836" y="223773"/>
                    </a:lnTo>
                    <a:lnTo>
                      <a:pt x="74518" y="223773"/>
                    </a:lnTo>
                    <a:lnTo>
                      <a:pt x="156602" y="176382"/>
                    </a:lnTo>
                    <a:lnTo>
                      <a:pt x="158968" y="172277"/>
                    </a:lnTo>
                    <a:lnTo>
                      <a:pt x="158968" y="34480"/>
                    </a:lnTo>
                    <a:close/>
                  </a:path>
                </a:pathLst>
              </a:custGeom>
              <a:solidFill>
                <a:srgbClr val="00000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299" name="Google Shape;299;p6"/>
              <p:cNvSpPr/>
              <p:nvPr/>
            </p:nvSpPr>
            <p:spPr>
              <a:xfrm>
                <a:off x="1007156" y="1619616"/>
                <a:ext cx="402590" cy="387350"/>
              </a:xfrm>
              <a:custGeom>
                <a:rect b="b" l="l" r="r" t="t"/>
                <a:pathLst>
                  <a:path extrusionOk="0" h="387350" w="402590">
                    <a:moveTo>
                      <a:pt x="0" y="0"/>
                    </a:moveTo>
                    <a:lnTo>
                      <a:pt x="0" y="154874"/>
                    </a:lnTo>
                    <a:lnTo>
                      <a:pt x="402375" y="387192"/>
                    </a:lnTo>
                    <a:lnTo>
                      <a:pt x="402375" y="232317"/>
                    </a:lnTo>
                    <a:lnTo>
                      <a:pt x="0" y="0"/>
                    </a:lnTo>
                    <a:close/>
                  </a:path>
                </a:pathLst>
              </a:custGeom>
              <a:solidFill>
                <a:srgbClr val="00852A"/>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300" name="Google Shape;300;p6"/>
              <p:cNvSpPr/>
              <p:nvPr/>
            </p:nvSpPr>
            <p:spPr>
              <a:xfrm>
                <a:off x="994735" y="1606649"/>
                <a:ext cx="427355" cy="412750"/>
              </a:xfrm>
              <a:custGeom>
                <a:rect b="b" l="l" r="r" t="t"/>
                <a:pathLst>
                  <a:path extrusionOk="0" h="412750" w="427355">
                    <a:moveTo>
                      <a:pt x="14784" y="0"/>
                    </a:moveTo>
                    <a:lnTo>
                      <a:pt x="10052" y="0"/>
                    </a:lnTo>
                    <a:lnTo>
                      <a:pt x="2366" y="4429"/>
                    </a:lnTo>
                    <a:lnTo>
                      <a:pt x="0" y="8533"/>
                    </a:lnTo>
                    <a:lnTo>
                      <a:pt x="0" y="172277"/>
                    </a:lnTo>
                    <a:lnTo>
                      <a:pt x="2366" y="176382"/>
                    </a:lnTo>
                    <a:lnTo>
                      <a:pt x="410511" y="412029"/>
                    </a:lnTo>
                    <a:lnTo>
                      <a:pt x="412657" y="412584"/>
                    </a:lnTo>
                    <a:lnTo>
                      <a:pt x="416940" y="412584"/>
                    </a:lnTo>
                    <a:lnTo>
                      <a:pt x="419086" y="412029"/>
                    </a:lnTo>
                    <a:lnTo>
                      <a:pt x="424845" y="408699"/>
                    </a:lnTo>
                    <a:lnTo>
                      <a:pt x="427212" y="404595"/>
                    </a:lnTo>
                    <a:lnTo>
                      <a:pt x="427212" y="378648"/>
                    </a:lnTo>
                    <a:lnTo>
                      <a:pt x="402375" y="378648"/>
                    </a:lnTo>
                    <a:lnTo>
                      <a:pt x="24836" y="160675"/>
                    </a:lnTo>
                    <a:lnTo>
                      <a:pt x="24836" y="34480"/>
                    </a:lnTo>
                    <a:lnTo>
                      <a:pt x="74507" y="34480"/>
                    </a:lnTo>
                    <a:lnTo>
                      <a:pt x="14784" y="0"/>
                    </a:lnTo>
                    <a:close/>
                  </a:path>
                  <a:path extrusionOk="0" h="412750" w="427355">
                    <a:moveTo>
                      <a:pt x="74507" y="34480"/>
                    </a:moveTo>
                    <a:lnTo>
                      <a:pt x="24836" y="34480"/>
                    </a:lnTo>
                    <a:lnTo>
                      <a:pt x="402375" y="252453"/>
                    </a:lnTo>
                    <a:lnTo>
                      <a:pt x="402375" y="378648"/>
                    </a:lnTo>
                    <a:lnTo>
                      <a:pt x="427212" y="378648"/>
                    </a:lnTo>
                    <a:lnTo>
                      <a:pt x="427212" y="240851"/>
                    </a:lnTo>
                    <a:lnTo>
                      <a:pt x="424845" y="236746"/>
                    </a:lnTo>
                    <a:lnTo>
                      <a:pt x="74507" y="34480"/>
                    </a:lnTo>
                    <a:close/>
                  </a:path>
                </a:pathLst>
              </a:custGeom>
              <a:solidFill>
                <a:srgbClr val="00000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301" name="Google Shape;301;p6"/>
              <p:cNvSpPr/>
              <p:nvPr/>
            </p:nvSpPr>
            <p:spPr>
              <a:xfrm>
                <a:off x="1007154" y="1542177"/>
                <a:ext cx="536575" cy="309880"/>
              </a:xfrm>
              <a:custGeom>
                <a:rect b="b" l="l" r="r" t="t"/>
                <a:pathLst>
                  <a:path extrusionOk="0" h="309880" w="536575">
                    <a:moveTo>
                      <a:pt x="134121" y="0"/>
                    </a:moveTo>
                    <a:lnTo>
                      <a:pt x="0" y="77442"/>
                    </a:lnTo>
                    <a:lnTo>
                      <a:pt x="402375" y="309760"/>
                    </a:lnTo>
                    <a:lnTo>
                      <a:pt x="536507" y="232317"/>
                    </a:lnTo>
                    <a:lnTo>
                      <a:pt x="134121"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302" name="Google Shape;302;p6"/>
              <p:cNvSpPr/>
              <p:nvPr/>
            </p:nvSpPr>
            <p:spPr>
              <a:xfrm>
                <a:off x="994736" y="1529204"/>
                <a:ext cx="561340" cy="335280"/>
              </a:xfrm>
              <a:custGeom>
                <a:rect b="b" l="l" r="r" t="t"/>
                <a:pathLst>
                  <a:path extrusionOk="0" h="335280" w="561340">
                    <a:moveTo>
                      <a:pt x="148906" y="0"/>
                    </a:moveTo>
                    <a:lnTo>
                      <a:pt x="144173" y="0"/>
                    </a:lnTo>
                    <a:lnTo>
                      <a:pt x="2366" y="81882"/>
                    </a:lnTo>
                    <a:lnTo>
                      <a:pt x="0" y="85976"/>
                    </a:lnTo>
                    <a:lnTo>
                      <a:pt x="0" y="94855"/>
                    </a:lnTo>
                    <a:lnTo>
                      <a:pt x="2366" y="98949"/>
                    </a:lnTo>
                    <a:lnTo>
                      <a:pt x="410511" y="334586"/>
                    </a:lnTo>
                    <a:lnTo>
                      <a:pt x="412657" y="335141"/>
                    </a:lnTo>
                    <a:lnTo>
                      <a:pt x="416940" y="335141"/>
                    </a:lnTo>
                    <a:lnTo>
                      <a:pt x="419086" y="334586"/>
                    </a:lnTo>
                    <a:lnTo>
                      <a:pt x="464465" y="308388"/>
                    </a:lnTo>
                    <a:lnTo>
                      <a:pt x="414793" y="308388"/>
                    </a:lnTo>
                    <a:lnTo>
                      <a:pt x="37255" y="90416"/>
                    </a:lnTo>
                    <a:lnTo>
                      <a:pt x="146540" y="27318"/>
                    </a:lnTo>
                    <a:lnTo>
                      <a:pt x="196223" y="27318"/>
                    </a:lnTo>
                    <a:lnTo>
                      <a:pt x="148906" y="0"/>
                    </a:lnTo>
                    <a:close/>
                  </a:path>
                  <a:path extrusionOk="0" h="335280" w="561340">
                    <a:moveTo>
                      <a:pt x="196223" y="27318"/>
                    </a:moveTo>
                    <a:lnTo>
                      <a:pt x="146540" y="27318"/>
                    </a:lnTo>
                    <a:lnTo>
                      <a:pt x="524088" y="245290"/>
                    </a:lnTo>
                    <a:lnTo>
                      <a:pt x="414793" y="308388"/>
                    </a:lnTo>
                    <a:lnTo>
                      <a:pt x="464465" y="308388"/>
                    </a:lnTo>
                    <a:lnTo>
                      <a:pt x="558977" y="253824"/>
                    </a:lnTo>
                    <a:lnTo>
                      <a:pt x="561344" y="249730"/>
                    </a:lnTo>
                    <a:lnTo>
                      <a:pt x="561344" y="240851"/>
                    </a:lnTo>
                    <a:lnTo>
                      <a:pt x="558977" y="236757"/>
                    </a:lnTo>
                    <a:lnTo>
                      <a:pt x="196223" y="27318"/>
                    </a:lnTo>
                    <a:close/>
                  </a:path>
                </a:pathLst>
              </a:custGeom>
              <a:solidFill>
                <a:srgbClr val="00000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303" name="Google Shape;303;p6"/>
              <p:cNvSpPr/>
              <p:nvPr/>
            </p:nvSpPr>
            <p:spPr>
              <a:xfrm>
                <a:off x="1409531" y="1774491"/>
                <a:ext cx="536575" cy="309880"/>
              </a:xfrm>
              <a:custGeom>
                <a:rect b="b" l="l" r="r" t="t"/>
                <a:pathLst>
                  <a:path extrusionOk="0" h="309880" w="536575">
                    <a:moveTo>
                      <a:pt x="402375" y="0"/>
                    </a:moveTo>
                    <a:lnTo>
                      <a:pt x="0" y="232317"/>
                    </a:lnTo>
                    <a:lnTo>
                      <a:pt x="134121" y="309760"/>
                    </a:lnTo>
                    <a:lnTo>
                      <a:pt x="536507" y="77442"/>
                    </a:lnTo>
                    <a:lnTo>
                      <a:pt x="402375" y="0"/>
                    </a:lnTo>
                    <a:close/>
                  </a:path>
                </a:pathLst>
              </a:custGeom>
              <a:solidFill>
                <a:srgbClr val="901F75"/>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304" name="Google Shape;304;p6"/>
              <p:cNvSpPr/>
              <p:nvPr/>
            </p:nvSpPr>
            <p:spPr>
              <a:xfrm>
                <a:off x="1397114" y="1761518"/>
                <a:ext cx="561339" cy="335280"/>
              </a:xfrm>
              <a:custGeom>
                <a:rect b="b" l="l" r="r" t="t"/>
                <a:pathLst>
                  <a:path extrusionOk="0" h="335280" w="561339">
                    <a:moveTo>
                      <a:pt x="417160" y="0"/>
                    </a:moveTo>
                    <a:lnTo>
                      <a:pt x="412427" y="0"/>
                    </a:lnTo>
                    <a:lnTo>
                      <a:pt x="2366" y="236757"/>
                    </a:lnTo>
                    <a:lnTo>
                      <a:pt x="0" y="240851"/>
                    </a:lnTo>
                    <a:lnTo>
                      <a:pt x="0" y="249730"/>
                    </a:lnTo>
                    <a:lnTo>
                      <a:pt x="2366" y="253824"/>
                    </a:lnTo>
                    <a:lnTo>
                      <a:pt x="142257" y="334597"/>
                    </a:lnTo>
                    <a:lnTo>
                      <a:pt x="144403" y="335152"/>
                    </a:lnTo>
                    <a:lnTo>
                      <a:pt x="148686" y="335152"/>
                    </a:lnTo>
                    <a:lnTo>
                      <a:pt x="150833" y="334597"/>
                    </a:lnTo>
                    <a:lnTo>
                      <a:pt x="196226" y="308388"/>
                    </a:lnTo>
                    <a:lnTo>
                      <a:pt x="146540" y="308388"/>
                    </a:lnTo>
                    <a:lnTo>
                      <a:pt x="37255" y="245290"/>
                    </a:lnTo>
                    <a:lnTo>
                      <a:pt x="414793" y="27318"/>
                    </a:lnTo>
                    <a:lnTo>
                      <a:pt x="464480" y="27318"/>
                    </a:lnTo>
                    <a:lnTo>
                      <a:pt x="417160" y="0"/>
                    </a:lnTo>
                    <a:close/>
                  </a:path>
                  <a:path extrusionOk="0" h="335280" w="561339">
                    <a:moveTo>
                      <a:pt x="464480" y="27318"/>
                    </a:moveTo>
                    <a:lnTo>
                      <a:pt x="414793" y="27318"/>
                    </a:lnTo>
                    <a:lnTo>
                      <a:pt x="524088" y="90416"/>
                    </a:lnTo>
                    <a:lnTo>
                      <a:pt x="146540" y="308388"/>
                    </a:lnTo>
                    <a:lnTo>
                      <a:pt x="196226" y="308388"/>
                    </a:lnTo>
                    <a:lnTo>
                      <a:pt x="558977" y="98949"/>
                    </a:lnTo>
                    <a:lnTo>
                      <a:pt x="561344" y="94845"/>
                    </a:lnTo>
                    <a:lnTo>
                      <a:pt x="561344" y="85976"/>
                    </a:lnTo>
                    <a:lnTo>
                      <a:pt x="558977" y="81871"/>
                    </a:lnTo>
                    <a:lnTo>
                      <a:pt x="464480" y="27318"/>
                    </a:lnTo>
                    <a:close/>
                  </a:path>
                </a:pathLst>
              </a:custGeom>
              <a:solidFill>
                <a:srgbClr val="00000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305" name="Google Shape;305;p6"/>
              <p:cNvSpPr/>
              <p:nvPr/>
            </p:nvSpPr>
            <p:spPr>
              <a:xfrm>
                <a:off x="1409531" y="1619616"/>
                <a:ext cx="402589" cy="387350"/>
              </a:xfrm>
              <a:custGeom>
                <a:rect b="b" l="l" r="r" t="t"/>
                <a:pathLst>
                  <a:path extrusionOk="0" h="387350" w="402589">
                    <a:moveTo>
                      <a:pt x="402375" y="0"/>
                    </a:moveTo>
                    <a:lnTo>
                      <a:pt x="0" y="232317"/>
                    </a:lnTo>
                    <a:lnTo>
                      <a:pt x="0" y="387192"/>
                    </a:lnTo>
                    <a:lnTo>
                      <a:pt x="402375" y="154874"/>
                    </a:lnTo>
                    <a:lnTo>
                      <a:pt x="402375"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306" name="Google Shape;306;p6"/>
              <p:cNvSpPr/>
              <p:nvPr/>
            </p:nvSpPr>
            <p:spPr>
              <a:xfrm>
                <a:off x="1397113" y="1606649"/>
                <a:ext cx="427355" cy="412750"/>
              </a:xfrm>
              <a:custGeom>
                <a:rect b="b" l="l" r="r" t="t"/>
                <a:pathLst>
                  <a:path extrusionOk="0" h="412750" w="427355">
                    <a:moveTo>
                      <a:pt x="417160" y="0"/>
                    </a:moveTo>
                    <a:lnTo>
                      <a:pt x="412427" y="0"/>
                    </a:lnTo>
                    <a:lnTo>
                      <a:pt x="2366" y="236746"/>
                    </a:lnTo>
                    <a:lnTo>
                      <a:pt x="0" y="240851"/>
                    </a:lnTo>
                    <a:lnTo>
                      <a:pt x="0" y="404595"/>
                    </a:lnTo>
                    <a:lnTo>
                      <a:pt x="2366" y="408699"/>
                    </a:lnTo>
                    <a:lnTo>
                      <a:pt x="8125" y="412029"/>
                    </a:lnTo>
                    <a:lnTo>
                      <a:pt x="10271" y="412573"/>
                    </a:lnTo>
                    <a:lnTo>
                      <a:pt x="14565" y="412573"/>
                    </a:lnTo>
                    <a:lnTo>
                      <a:pt x="16701" y="412029"/>
                    </a:lnTo>
                    <a:lnTo>
                      <a:pt x="74517" y="378648"/>
                    </a:lnTo>
                    <a:lnTo>
                      <a:pt x="24836" y="378648"/>
                    </a:lnTo>
                    <a:lnTo>
                      <a:pt x="24836" y="252453"/>
                    </a:lnTo>
                    <a:lnTo>
                      <a:pt x="402375" y="34480"/>
                    </a:lnTo>
                    <a:lnTo>
                      <a:pt x="427212" y="34480"/>
                    </a:lnTo>
                    <a:lnTo>
                      <a:pt x="427212" y="8533"/>
                    </a:lnTo>
                    <a:lnTo>
                      <a:pt x="424845" y="4429"/>
                    </a:lnTo>
                    <a:lnTo>
                      <a:pt x="417160" y="0"/>
                    </a:lnTo>
                    <a:close/>
                  </a:path>
                  <a:path extrusionOk="0" h="412750" w="427355">
                    <a:moveTo>
                      <a:pt x="427212" y="34480"/>
                    </a:moveTo>
                    <a:lnTo>
                      <a:pt x="402375" y="34480"/>
                    </a:lnTo>
                    <a:lnTo>
                      <a:pt x="402375" y="160675"/>
                    </a:lnTo>
                    <a:lnTo>
                      <a:pt x="24836" y="378648"/>
                    </a:lnTo>
                    <a:lnTo>
                      <a:pt x="74517" y="378648"/>
                    </a:lnTo>
                    <a:lnTo>
                      <a:pt x="424845" y="176382"/>
                    </a:lnTo>
                    <a:lnTo>
                      <a:pt x="427212" y="172277"/>
                    </a:lnTo>
                    <a:lnTo>
                      <a:pt x="427212" y="34480"/>
                    </a:lnTo>
                    <a:close/>
                  </a:path>
                </a:pathLst>
              </a:custGeom>
              <a:solidFill>
                <a:srgbClr val="00000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307" name="Google Shape;307;p6"/>
              <p:cNvSpPr/>
              <p:nvPr/>
            </p:nvSpPr>
            <p:spPr>
              <a:xfrm>
                <a:off x="1811909" y="1619620"/>
                <a:ext cx="134619" cy="232410"/>
              </a:xfrm>
              <a:custGeom>
                <a:rect b="b" l="l" r="r" t="t"/>
                <a:pathLst>
                  <a:path extrusionOk="0" h="232410" w="134619">
                    <a:moveTo>
                      <a:pt x="0" y="0"/>
                    </a:moveTo>
                    <a:lnTo>
                      <a:pt x="0" y="154874"/>
                    </a:lnTo>
                    <a:lnTo>
                      <a:pt x="134121" y="232317"/>
                    </a:lnTo>
                    <a:lnTo>
                      <a:pt x="134121" y="77432"/>
                    </a:lnTo>
                    <a:lnTo>
                      <a:pt x="0"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308" name="Google Shape;308;p6"/>
              <p:cNvSpPr/>
              <p:nvPr/>
            </p:nvSpPr>
            <p:spPr>
              <a:xfrm>
                <a:off x="1799492" y="1606649"/>
                <a:ext cx="159385" cy="257810"/>
              </a:xfrm>
              <a:custGeom>
                <a:rect b="b" l="l" r="r" t="t"/>
                <a:pathLst>
                  <a:path extrusionOk="0" h="257810" w="159385">
                    <a:moveTo>
                      <a:pt x="14784" y="0"/>
                    </a:moveTo>
                    <a:lnTo>
                      <a:pt x="10052" y="0"/>
                    </a:lnTo>
                    <a:lnTo>
                      <a:pt x="2366" y="4429"/>
                    </a:lnTo>
                    <a:lnTo>
                      <a:pt x="0" y="8533"/>
                    </a:lnTo>
                    <a:lnTo>
                      <a:pt x="0" y="172277"/>
                    </a:lnTo>
                    <a:lnTo>
                      <a:pt x="2366" y="176382"/>
                    </a:lnTo>
                    <a:lnTo>
                      <a:pt x="142257" y="257144"/>
                    </a:lnTo>
                    <a:lnTo>
                      <a:pt x="144403" y="257698"/>
                    </a:lnTo>
                    <a:lnTo>
                      <a:pt x="148686" y="257698"/>
                    </a:lnTo>
                    <a:lnTo>
                      <a:pt x="150833" y="257144"/>
                    </a:lnTo>
                    <a:lnTo>
                      <a:pt x="156592" y="253824"/>
                    </a:lnTo>
                    <a:lnTo>
                      <a:pt x="158958" y="249720"/>
                    </a:lnTo>
                    <a:lnTo>
                      <a:pt x="158958" y="223773"/>
                    </a:lnTo>
                    <a:lnTo>
                      <a:pt x="134121" y="223773"/>
                    </a:lnTo>
                    <a:lnTo>
                      <a:pt x="24836" y="160675"/>
                    </a:lnTo>
                    <a:lnTo>
                      <a:pt x="24836" y="34480"/>
                    </a:lnTo>
                    <a:lnTo>
                      <a:pt x="74507" y="34480"/>
                    </a:lnTo>
                    <a:lnTo>
                      <a:pt x="14784" y="0"/>
                    </a:lnTo>
                    <a:close/>
                  </a:path>
                  <a:path extrusionOk="0" h="257810" w="159385">
                    <a:moveTo>
                      <a:pt x="74507" y="34480"/>
                    </a:moveTo>
                    <a:lnTo>
                      <a:pt x="24836" y="34480"/>
                    </a:lnTo>
                    <a:lnTo>
                      <a:pt x="134121" y="97578"/>
                    </a:lnTo>
                    <a:lnTo>
                      <a:pt x="134121" y="223773"/>
                    </a:lnTo>
                    <a:lnTo>
                      <a:pt x="158958" y="223773"/>
                    </a:lnTo>
                    <a:lnTo>
                      <a:pt x="158958" y="85976"/>
                    </a:lnTo>
                    <a:lnTo>
                      <a:pt x="156592" y="81871"/>
                    </a:lnTo>
                    <a:lnTo>
                      <a:pt x="74507" y="34480"/>
                    </a:lnTo>
                    <a:close/>
                  </a:path>
                </a:pathLst>
              </a:custGeom>
              <a:solidFill>
                <a:srgbClr val="00000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grpSp>
        <p:grpSp>
          <p:nvGrpSpPr>
            <p:cNvPr id="309" name="Google Shape;309;p6"/>
            <p:cNvGrpSpPr/>
            <p:nvPr/>
          </p:nvGrpSpPr>
          <p:grpSpPr>
            <a:xfrm>
              <a:off x="2160021" y="1200902"/>
              <a:ext cx="1876309" cy="219379"/>
              <a:chOff x="2160021" y="1200902"/>
              <a:chExt cx="1876309" cy="219379"/>
            </a:xfrm>
          </p:grpSpPr>
          <p:pic>
            <p:nvPicPr>
              <p:cNvPr id="310" name="Google Shape;310;p6"/>
              <p:cNvPicPr preferRelativeResize="0"/>
              <p:nvPr/>
            </p:nvPicPr>
            <p:blipFill rotWithShape="1">
              <a:blip r:embed="rId2">
                <a:alphaModFix/>
              </a:blip>
              <a:srcRect b="0" l="0" r="0" t="0"/>
              <a:stretch/>
            </p:blipFill>
            <p:spPr>
              <a:xfrm>
                <a:off x="2160021" y="1200902"/>
                <a:ext cx="439058" cy="219375"/>
              </a:xfrm>
              <a:prstGeom prst="rect">
                <a:avLst/>
              </a:prstGeom>
              <a:noFill/>
              <a:ln>
                <a:noFill/>
              </a:ln>
            </p:spPr>
          </p:pic>
          <p:pic>
            <p:nvPicPr>
              <p:cNvPr id="311" name="Google Shape;311;p6"/>
              <p:cNvPicPr preferRelativeResize="0"/>
              <p:nvPr/>
            </p:nvPicPr>
            <p:blipFill rotWithShape="1">
              <a:blip r:embed="rId3">
                <a:alphaModFix/>
              </a:blip>
              <a:srcRect b="0" l="0" r="0" t="0"/>
              <a:stretch/>
            </p:blipFill>
            <p:spPr>
              <a:xfrm>
                <a:off x="2628636" y="1204398"/>
                <a:ext cx="189805" cy="212066"/>
              </a:xfrm>
              <a:prstGeom prst="rect">
                <a:avLst/>
              </a:prstGeom>
              <a:noFill/>
              <a:ln>
                <a:noFill/>
              </a:ln>
            </p:spPr>
          </p:pic>
          <p:pic>
            <p:nvPicPr>
              <p:cNvPr id="312" name="Google Shape;312;p6"/>
              <p:cNvPicPr preferRelativeResize="0"/>
              <p:nvPr/>
            </p:nvPicPr>
            <p:blipFill rotWithShape="1">
              <a:blip r:embed="rId4">
                <a:alphaModFix/>
              </a:blip>
              <a:srcRect b="0" l="0" r="0" t="0"/>
              <a:stretch/>
            </p:blipFill>
            <p:spPr>
              <a:xfrm>
                <a:off x="2847491" y="1201229"/>
                <a:ext cx="360559" cy="219050"/>
              </a:xfrm>
              <a:prstGeom prst="rect">
                <a:avLst/>
              </a:prstGeom>
              <a:noFill/>
              <a:ln>
                <a:noFill/>
              </a:ln>
            </p:spPr>
          </p:pic>
          <p:pic>
            <p:nvPicPr>
              <p:cNvPr id="313" name="Google Shape;313;p6"/>
              <p:cNvPicPr preferRelativeResize="0"/>
              <p:nvPr/>
            </p:nvPicPr>
            <p:blipFill rotWithShape="1">
              <a:blip r:embed="rId5">
                <a:alphaModFix/>
              </a:blip>
              <a:srcRect b="0" l="0" r="0" t="0"/>
              <a:stretch/>
            </p:blipFill>
            <p:spPr>
              <a:xfrm>
                <a:off x="3232396" y="1204406"/>
                <a:ext cx="171680" cy="212056"/>
              </a:xfrm>
              <a:prstGeom prst="rect">
                <a:avLst/>
              </a:prstGeom>
              <a:noFill/>
              <a:ln>
                <a:noFill/>
              </a:ln>
            </p:spPr>
          </p:pic>
          <p:pic>
            <p:nvPicPr>
              <p:cNvPr id="314" name="Google Shape;314;p6"/>
              <p:cNvPicPr preferRelativeResize="0"/>
              <p:nvPr/>
            </p:nvPicPr>
            <p:blipFill rotWithShape="1">
              <a:blip r:embed="rId6">
                <a:alphaModFix/>
              </a:blip>
              <a:srcRect b="0" l="0" r="0" t="0"/>
              <a:stretch/>
            </p:blipFill>
            <p:spPr>
              <a:xfrm>
                <a:off x="3431420" y="1204403"/>
                <a:ext cx="189481" cy="215878"/>
              </a:xfrm>
              <a:prstGeom prst="rect">
                <a:avLst/>
              </a:prstGeom>
              <a:noFill/>
              <a:ln>
                <a:noFill/>
              </a:ln>
            </p:spPr>
          </p:pic>
          <p:pic>
            <p:nvPicPr>
              <p:cNvPr id="315" name="Google Shape;315;p6"/>
              <p:cNvPicPr preferRelativeResize="0"/>
              <p:nvPr/>
            </p:nvPicPr>
            <p:blipFill rotWithShape="1">
              <a:blip r:embed="rId7">
                <a:alphaModFix/>
              </a:blip>
              <a:srcRect b="0" l="0" r="0" t="0"/>
              <a:stretch/>
            </p:blipFill>
            <p:spPr>
              <a:xfrm>
                <a:off x="3648878" y="1200908"/>
                <a:ext cx="387452" cy="219365"/>
              </a:xfrm>
              <a:prstGeom prst="rect">
                <a:avLst/>
              </a:prstGeom>
              <a:noFill/>
              <a:ln>
                <a:noFill/>
              </a:ln>
            </p:spPr>
          </p:pic>
        </p:grpSp>
        <p:grpSp>
          <p:nvGrpSpPr>
            <p:cNvPr id="316" name="Google Shape;316;p6"/>
            <p:cNvGrpSpPr/>
            <p:nvPr/>
          </p:nvGrpSpPr>
          <p:grpSpPr>
            <a:xfrm>
              <a:off x="2170198" y="1508896"/>
              <a:ext cx="1149936" cy="219689"/>
              <a:chOff x="2170198" y="1508896"/>
              <a:chExt cx="1149936" cy="219689"/>
            </a:xfrm>
          </p:grpSpPr>
          <p:pic>
            <p:nvPicPr>
              <p:cNvPr id="317" name="Google Shape;317;p6"/>
              <p:cNvPicPr preferRelativeResize="0"/>
              <p:nvPr/>
            </p:nvPicPr>
            <p:blipFill rotWithShape="1">
              <a:blip r:embed="rId8">
                <a:alphaModFix/>
              </a:blip>
              <a:srcRect b="0" l="0" r="0" t="0"/>
              <a:stretch/>
            </p:blipFill>
            <p:spPr>
              <a:xfrm>
                <a:off x="2170198" y="1512390"/>
                <a:ext cx="196161" cy="212056"/>
              </a:xfrm>
              <a:prstGeom prst="rect">
                <a:avLst/>
              </a:prstGeom>
              <a:noFill/>
              <a:ln>
                <a:noFill/>
              </a:ln>
            </p:spPr>
          </p:pic>
          <p:sp>
            <p:nvSpPr>
              <p:cNvPr id="318" name="Google Shape;318;p6"/>
              <p:cNvSpPr/>
              <p:nvPr/>
            </p:nvSpPr>
            <p:spPr>
              <a:xfrm>
                <a:off x="2399099" y="1512393"/>
                <a:ext cx="45719" cy="212089"/>
              </a:xfrm>
              <a:custGeom>
                <a:rect b="b" l="l" r="r" t="t"/>
                <a:pathLst>
                  <a:path extrusionOk="0" h="212089" w="45719">
                    <a:moveTo>
                      <a:pt x="45150" y="0"/>
                    </a:moveTo>
                    <a:lnTo>
                      <a:pt x="0" y="0"/>
                    </a:lnTo>
                    <a:lnTo>
                      <a:pt x="0" y="212056"/>
                    </a:lnTo>
                    <a:lnTo>
                      <a:pt x="45150" y="212056"/>
                    </a:lnTo>
                    <a:lnTo>
                      <a:pt x="45150" y="0"/>
                    </a:lnTo>
                    <a:close/>
                  </a:path>
                </a:pathLst>
              </a:custGeom>
              <a:solidFill>
                <a:srgbClr val="00000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pic>
            <p:nvPicPr>
              <p:cNvPr id="319" name="Google Shape;319;p6"/>
              <p:cNvPicPr preferRelativeResize="0"/>
              <p:nvPr/>
            </p:nvPicPr>
            <p:blipFill rotWithShape="1">
              <a:blip r:embed="rId9">
                <a:alphaModFix/>
              </a:blip>
              <a:srcRect b="0" l="0" r="0" t="0"/>
              <a:stretch/>
            </p:blipFill>
            <p:spPr>
              <a:xfrm>
                <a:off x="2476759" y="1508896"/>
                <a:ext cx="203156" cy="219689"/>
              </a:xfrm>
              <a:prstGeom prst="rect">
                <a:avLst/>
              </a:prstGeom>
              <a:noFill/>
              <a:ln>
                <a:noFill/>
              </a:ln>
            </p:spPr>
          </p:pic>
          <p:sp>
            <p:nvSpPr>
              <p:cNvPr id="320" name="Google Shape;320;p6"/>
              <p:cNvSpPr/>
              <p:nvPr/>
            </p:nvSpPr>
            <p:spPr>
              <a:xfrm>
                <a:off x="2719016" y="1512393"/>
                <a:ext cx="45719" cy="212089"/>
              </a:xfrm>
              <a:custGeom>
                <a:rect b="b" l="l" r="r" t="t"/>
                <a:pathLst>
                  <a:path extrusionOk="0" h="212089" w="45719">
                    <a:moveTo>
                      <a:pt x="45139" y="0"/>
                    </a:moveTo>
                    <a:lnTo>
                      <a:pt x="0" y="0"/>
                    </a:lnTo>
                    <a:lnTo>
                      <a:pt x="0" y="212056"/>
                    </a:lnTo>
                    <a:lnTo>
                      <a:pt x="45139" y="212056"/>
                    </a:lnTo>
                    <a:lnTo>
                      <a:pt x="45139" y="0"/>
                    </a:lnTo>
                    <a:close/>
                  </a:path>
                </a:pathLst>
              </a:custGeom>
              <a:solidFill>
                <a:srgbClr val="00000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pic>
            <p:nvPicPr>
              <p:cNvPr id="321" name="Google Shape;321;p6"/>
              <p:cNvPicPr preferRelativeResize="0"/>
              <p:nvPr/>
            </p:nvPicPr>
            <p:blipFill rotWithShape="1">
              <a:blip r:embed="rId10">
                <a:alphaModFix/>
              </a:blip>
              <a:srcRect b="0" l="0" r="0" t="0"/>
              <a:stretch/>
            </p:blipFill>
            <p:spPr>
              <a:xfrm>
                <a:off x="2788124" y="1512390"/>
                <a:ext cx="373245" cy="212464"/>
              </a:xfrm>
              <a:prstGeom prst="rect">
                <a:avLst/>
              </a:prstGeom>
              <a:noFill/>
              <a:ln>
                <a:noFill/>
              </a:ln>
            </p:spPr>
          </p:pic>
          <p:sp>
            <p:nvSpPr>
              <p:cNvPr id="322" name="Google Shape;322;p6"/>
              <p:cNvSpPr/>
              <p:nvPr/>
            </p:nvSpPr>
            <p:spPr>
              <a:xfrm>
                <a:off x="3184880" y="1512398"/>
                <a:ext cx="135254" cy="212089"/>
              </a:xfrm>
              <a:custGeom>
                <a:rect b="b" l="l" r="r" t="t"/>
                <a:pathLst>
                  <a:path extrusionOk="0" h="212089" w="135254">
                    <a:moveTo>
                      <a:pt x="134810" y="172720"/>
                    </a:moveTo>
                    <a:lnTo>
                      <a:pt x="45148" y="172720"/>
                    </a:lnTo>
                    <a:lnTo>
                      <a:pt x="45148" y="0"/>
                    </a:lnTo>
                    <a:lnTo>
                      <a:pt x="0" y="0"/>
                    </a:lnTo>
                    <a:lnTo>
                      <a:pt x="0" y="172720"/>
                    </a:lnTo>
                    <a:lnTo>
                      <a:pt x="0" y="212090"/>
                    </a:lnTo>
                    <a:lnTo>
                      <a:pt x="134810" y="212090"/>
                    </a:lnTo>
                    <a:lnTo>
                      <a:pt x="134810" y="172720"/>
                    </a:lnTo>
                    <a:close/>
                  </a:path>
                </a:pathLst>
              </a:custGeom>
              <a:solidFill>
                <a:srgbClr val="00000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gr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Title Blue with Photo">
  <p:cSld name="+ Cover Title blue 2">
    <p:bg>
      <p:bgPr>
        <a:solidFill>
          <a:schemeClr val="accent1"/>
        </a:solidFill>
      </p:bgPr>
    </p:bg>
    <p:spTree>
      <p:nvGrpSpPr>
        <p:cNvPr id="323" name="Shape 323"/>
        <p:cNvGrpSpPr/>
        <p:nvPr/>
      </p:nvGrpSpPr>
      <p:grpSpPr>
        <a:xfrm>
          <a:off x="0" y="0"/>
          <a:ext cx="0" cy="0"/>
          <a:chOff x="0" y="0"/>
          <a:chExt cx="0" cy="0"/>
        </a:xfrm>
      </p:grpSpPr>
      <p:sp>
        <p:nvSpPr>
          <p:cNvPr id="324" name="Google Shape;324;p7"/>
          <p:cNvSpPr txBox="1"/>
          <p:nvPr>
            <p:ph type="title"/>
          </p:nvPr>
        </p:nvSpPr>
        <p:spPr>
          <a:xfrm>
            <a:off x="446650" y="2676750"/>
            <a:ext cx="4273800" cy="1034100"/>
          </a:xfrm>
          <a:prstGeom prst="rect">
            <a:avLst/>
          </a:prstGeom>
          <a:noFill/>
          <a:ln>
            <a:noFill/>
          </a:ln>
        </p:spPr>
        <p:txBody>
          <a:bodyPr anchorCtr="0" anchor="t" bIns="0" lIns="0" spcFirstLastPara="1" rIns="0" wrap="square" tIns="0">
            <a:spAutoFit/>
          </a:bodyPr>
          <a:lstStyle>
            <a:lvl1pPr lvl="0" marR="0" rtl="0" algn="l">
              <a:lnSpc>
                <a:spcPct val="80000"/>
              </a:lnSpc>
              <a:spcBef>
                <a:spcPts val="0"/>
              </a:spcBef>
              <a:spcAft>
                <a:spcPts val="0"/>
              </a:spcAft>
              <a:buClr>
                <a:schemeClr val="lt1"/>
              </a:buClr>
              <a:buSzPts val="4200"/>
              <a:buFont typeface="Proxima Nova"/>
              <a:buNone/>
              <a:defRPr b="1" i="0" sz="4200" u="none" cap="none" strike="noStrike">
                <a:solidFill>
                  <a:schemeClr val="lt1"/>
                </a:solidFill>
                <a:latin typeface="Proxima Nova"/>
                <a:ea typeface="Proxima Nova"/>
                <a:cs typeface="Proxima Nova"/>
                <a:sym typeface="Proxima Nova"/>
              </a:defRPr>
            </a:lvl1pPr>
            <a:lvl2pPr lvl="1" marR="0" rtl="0" algn="l">
              <a:lnSpc>
                <a:spcPct val="100000"/>
              </a:lnSpc>
              <a:spcBef>
                <a:spcPts val="0"/>
              </a:spcBef>
              <a:spcAft>
                <a:spcPts val="0"/>
              </a:spcAft>
              <a:buClr>
                <a:srgbClr val="000000"/>
              </a:buClr>
              <a:buSzPts val="6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6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6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6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6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6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6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600"/>
              <a:buFont typeface="Arial"/>
              <a:buNone/>
              <a:defRPr b="0" i="0" sz="1400" u="none" cap="none" strike="noStrike">
                <a:solidFill>
                  <a:srgbClr val="000000"/>
                </a:solidFill>
                <a:latin typeface="Arial"/>
                <a:ea typeface="Arial"/>
                <a:cs typeface="Arial"/>
                <a:sym typeface="Arial"/>
              </a:defRPr>
            </a:lvl9pPr>
          </a:lstStyle>
          <a:p/>
        </p:txBody>
      </p:sp>
      <p:sp>
        <p:nvSpPr>
          <p:cNvPr id="325" name="Google Shape;325;p7"/>
          <p:cNvSpPr txBox="1"/>
          <p:nvPr>
            <p:ph idx="1" type="subTitle"/>
          </p:nvPr>
        </p:nvSpPr>
        <p:spPr>
          <a:xfrm>
            <a:off x="446650" y="3732650"/>
            <a:ext cx="4273800" cy="376200"/>
          </a:xfrm>
          <a:prstGeom prst="rect">
            <a:avLst/>
          </a:prstGeom>
          <a:noFill/>
          <a:ln>
            <a:noFill/>
          </a:ln>
        </p:spPr>
        <p:txBody>
          <a:bodyPr anchorCtr="0" anchor="t" bIns="0" lIns="0" spcFirstLastPara="1" rIns="0" wrap="square" tIns="0">
            <a:noAutofit/>
          </a:bodyPr>
          <a:lstStyle>
            <a:lvl1pPr lvl="0" marR="0" rtl="0" algn="l">
              <a:lnSpc>
                <a:spcPct val="100000"/>
              </a:lnSpc>
              <a:spcBef>
                <a:spcPts val="0"/>
              </a:spcBef>
              <a:spcAft>
                <a:spcPts val="0"/>
              </a:spcAft>
              <a:buClr>
                <a:srgbClr val="CCCCCC"/>
              </a:buClr>
              <a:buSzPts val="2400"/>
              <a:buFont typeface="Proxima Nova"/>
              <a:buNone/>
              <a:defRPr b="0" i="0" sz="2400" u="none" cap="none" strike="noStrike">
                <a:solidFill>
                  <a:srgbClr val="CCCCCC"/>
                </a:solidFill>
                <a:latin typeface="Proxima Nova"/>
                <a:ea typeface="Proxima Nova"/>
                <a:cs typeface="Proxima Nova"/>
                <a:sym typeface="Proxima Nova"/>
              </a:defRPr>
            </a:lvl1pPr>
            <a:lvl2pPr lvl="1" marR="0" rtl="0" algn="l">
              <a:lnSpc>
                <a:spcPct val="100000"/>
              </a:lnSpc>
              <a:spcBef>
                <a:spcPts val="0"/>
              </a:spcBef>
              <a:spcAft>
                <a:spcPts val="0"/>
              </a:spcAft>
              <a:buClr>
                <a:srgbClr val="CCCCCC"/>
              </a:buClr>
              <a:buSzPts val="2400"/>
              <a:buFont typeface="Proxima Nova"/>
              <a:buNone/>
              <a:defRPr b="0" i="0" sz="2400" u="none" cap="none" strike="noStrike">
                <a:solidFill>
                  <a:srgbClr val="CCCCCC"/>
                </a:solidFill>
                <a:latin typeface="Proxima Nova"/>
                <a:ea typeface="Proxima Nova"/>
                <a:cs typeface="Proxima Nova"/>
                <a:sym typeface="Proxima Nova"/>
              </a:defRPr>
            </a:lvl2pPr>
            <a:lvl3pPr lvl="2" marR="0" rtl="0" algn="l">
              <a:lnSpc>
                <a:spcPct val="100000"/>
              </a:lnSpc>
              <a:spcBef>
                <a:spcPts val="0"/>
              </a:spcBef>
              <a:spcAft>
                <a:spcPts val="0"/>
              </a:spcAft>
              <a:buClr>
                <a:srgbClr val="CCCCCC"/>
              </a:buClr>
              <a:buSzPts val="2400"/>
              <a:buFont typeface="Proxima Nova"/>
              <a:buNone/>
              <a:defRPr b="0" i="0" sz="2400" u="none" cap="none" strike="noStrike">
                <a:solidFill>
                  <a:srgbClr val="CCCCCC"/>
                </a:solidFill>
                <a:latin typeface="Proxima Nova"/>
                <a:ea typeface="Proxima Nova"/>
                <a:cs typeface="Proxima Nova"/>
                <a:sym typeface="Proxima Nova"/>
              </a:defRPr>
            </a:lvl3pPr>
            <a:lvl4pPr lvl="3" marR="0" rtl="0" algn="l">
              <a:lnSpc>
                <a:spcPct val="100000"/>
              </a:lnSpc>
              <a:spcBef>
                <a:spcPts val="0"/>
              </a:spcBef>
              <a:spcAft>
                <a:spcPts val="0"/>
              </a:spcAft>
              <a:buClr>
                <a:srgbClr val="CCCCCC"/>
              </a:buClr>
              <a:buSzPts val="2400"/>
              <a:buFont typeface="Proxima Nova"/>
              <a:buNone/>
              <a:defRPr b="0" i="0" sz="2400" u="none" cap="none" strike="noStrike">
                <a:solidFill>
                  <a:srgbClr val="CCCCCC"/>
                </a:solidFill>
                <a:latin typeface="Proxima Nova"/>
                <a:ea typeface="Proxima Nova"/>
                <a:cs typeface="Proxima Nova"/>
                <a:sym typeface="Proxima Nova"/>
              </a:defRPr>
            </a:lvl4pPr>
            <a:lvl5pPr lvl="4" marR="0" rtl="0" algn="l">
              <a:lnSpc>
                <a:spcPct val="100000"/>
              </a:lnSpc>
              <a:spcBef>
                <a:spcPts val="0"/>
              </a:spcBef>
              <a:spcAft>
                <a:spcPts val="0"/>
              </a:spcAft>
              <a:buClr>
                <a:srgbClr val="CCCCCC"/>
              </a:buClr>
              <a:buSzPts val="2400"/>
              <a:buFont typeface="Proxima Nova"/>
              <a:buNone/>
              <a:defRPr b="0" i="0" sz="2400" u="none" cap="none" strike="noStrike">
                <a:solidFill>
                  <a:srgbClr val="CCCCCC"/>
                </a:solidFill>
                <a:latin typeface="Proxima Nova"/>
                <a:ea typeface="Proxima Nova"/>
                <a:cs typeface="Proxima Nova"/>
                <a:sym typeface="Proxima Nova"/>
              </a:defRPr>
            </a:lvl5pPr>
            <a:lvl6pPr lvl="5" marR="0" rtl="0" algn="l">
              <a:lnSpc>
                <a:spcPct val="100000"/>
              </a:lnSpc>
              <a:spcBef>
                <a:spcPts val="0"/>
              </a:spcBef>
              <a:spcAft>
                <a:spcPts val="0"/>
              </a:spcAft>
              <a:buClr>
                <a:srgbClr val="CCCCCC"/>
              </a:buClr>
              <a:buSzPts val="2400"/>
              <a:buFont typeface="Proxima Nova"/>
              <a:buNone/>
              <a:defRPr b="0" i="0" sz="2400" u="none" cap="none" strike="noStrike">
                <a:solidFill>
                  <a:srgbClr val="CCCCCC"/>
                </a:solidFill>
                <a:latin typeface="Proxima Nova"/>
                <a:ea typeface="Proxima Nova"/>
                <a:cs typeface="Proxima Nova"/>
                <a:sym typeface="Proxima Nova"/>
              </a:defRPr>
            </a:lvl6pPr>
            <a:lvl7pPr lvl="6" marR="0" rtl="0" algn="l">
              <a:lnSpc>
                <a:spcPct val="100000"/>
              </a:lnSpc>
              <a:spcBef>
                <a:spcPts val="0"/>
              </a:spcBef>
              <a:spcAft>
                <a:spcPts val="0"/>
              </a:spcAft>
              <a:buClr>
                <a:srgbClr val="CCCCCC"/>
              </a:buClr>
              <a:buSzPts val="2400"/>
              <a:buFont typeface="Proxima Nova"/>
              <a:buNone/>
              <a:defRPr b="0" i="0" sz="2400" u="none" cap="none" strike="noStrike">
                <a:solidFill>
                  <a:srgbClr val="CCCCCC"/>
                </a:solidFill>
                <a:latin typeface="Proxima Nova"/>
                <a:ea typeface="Proxima Nova"/>
                <a:cs typeface="Proxima Nova"/>
                <a:sym typeface="Proxima Nova"/>
              </a:defRPr>
            </a:lvl7pPr>
            <a:lvl8pPr lvl="7" marR="0" rtl="0" algn="l">
              <a:lnSpc>
                <a:spcPct val="100000"/>
              </a:lnSpc>
              <a:spcBef>
                <a:spcPts val="0"/>
              </a:spcBef>
              <a:spcAft>
                <a:spcPts val="0"/>
              </a:spcAft>
              <a:buClr>
                <a:srgbClr val="CCCCCC"/>
              </a:buClr>
              <a:buSzPts val="2400"/>
              <a:buFont typeface="Proxima Nova"/>
              <a:buNone/>
              <a:defRPr b="0" i="0" sz="2400" u="none" cap="none" strike="noStrike">
                <a:solidFill>
                  <a:srgbClr val="CCCCCC"/>
                </a:solidFill>
                <a:latin typeface="Proxima Nova"/>
                <a:ea typeface="Proxima Nova"/>
                <a:cs typeface="Proxima Nova"/>
                <a:sym typeface="Proxima Nova"/>
              </a:defRPr>
            </a:lvl8pPr>
            <a:lvl9pPr lvl="8" marR="0" rtl="0" algn="l">
              <a:lnSpc>
                <a:spcPct val="100000"/>
              </a:lnSpc>
              <a:spcBef>
                <a:spcPts val="0"/>
              </a:spcBef>
              <a:spcAft>
                <a:spcPts val="0"/>
              </a:spcAft>
              <a:buClr>
                <a:srgbClr val="CCCCCC"/>
              </a:buClr>
              <a:buSzPts val="2400"/>
              <a:buFont typeface="Proxima Nova"/>
              <a:buNone/>
              <a:defRPr b="0" i="0" sz="2400" u="none" cap="none" strike="noStrike">
                <a:solidFill>
                  <a:srgbClr val="CCCCCC"/>
                </a:solidFill>
                <a:latin typeface="Proxima Nova"/>
                <a:ea typeface="Proxima Nova"/>
                <a:cs typeface="Proxima Nova"/>
                <a:sym typeface="Proxima Nova"/>
              </a:defRPr>
            </a:lvl9pPr>
          </a:lstStyle>
          <a:p/>
        </p:txBody>
      </p:sp>
      <p:sp>
        <p:nvSpPr>
          <p:cNvPr id="326" name="Google Shape;326;p7"/>
          <p:cNvSpPr txBox="1"/>
          <p:nvPr>
            <p:ph idx="2" type="body"/>
          </p:nvPr>
        </p:nvSpPr>
        <p:spPr>
          <a:xfrm>
            <a:off x="446650" y="4821112"/>
            <a:ext cx="4578600" cy="211800"/>
          </a:xfrm>
          <a:prstGeom prst="rect">
            <a:avLst/>
          </a:prstGeom>
          <a:noFill/>
          <a:ln>
            <a:noFill/>
          </a:ln>
        </p:spPr>
        <p:txBody>
          <a:bodyPr anchorCtr="0" anchor="t" bIns="0" lIns="0" spcFirstLastPara="1" rIns="0" wrap="square" tIns="0">
            <a:noAutofit/>
          </a:bodyPr>
          <a:lstStyle>
            <a:lvl1pPr indent="-228600" lvl="0" marL="457200" marR="0" rtl="0" algn="l">
              <a:lnSpc>
                <a:spcPct val="100000"/>
              </a:lnSpc>
              <a:spcBef>
                <a:spcPts val="0"/>
              </a:spcBef>
              <a:spcAft>
                <a:spcPts val="0"/>
              </a:spcAft>
              <a:buClr>
                <a:schemeClr val="lt1"/>
              </a:buClr>
              <a:buSzPts val="1400"/>
              <a:buNone/>
              <a:defRPr b="0" i="0" sz="1000" u="none" cap="none" strike="noStrike">
                <a:solidFill>
                  <a:schemeClr val="lt1"/>
                </a:solidFill>
                <a:latin typeface="Proxima Nova"/>
                <a:ea typeface="Proxima Nova"/>
                <a:cs typeface="Proxima Nova"/>
                <a:sym typeface="Proxima Nova"/>
              </a:defRPr>
            </a:lvl1pPr>
            <a:lvl2pPr indent="-228600" lvl="1" marL="914400" marR="0" rtl="0" algn="l">
              <a:lnSpc>
                <a:spcPct val="100000"/>
              </a:lnSpc>
              <a:spcBef>
                <a:spcPts val="0"/>
              </a:spcBef>
              <a:spcAft>
                <a:spcPts val="0"/>
              </a:spcAft>
              <a:buClr>
                <a:schemeClr val="lt1"/>
              </a:buClr>
              <a:buSzPts val="1400"/>
              <a:buNone/>
              <a:defRPr b="0" i="0" sz="1400" u="none" cap="none" strike="noStrike">
                <a:solidFill>
                  <a:schemeClr val="lt1"/>
                </a:solidFill>
                <a:latin typeface="Arial"/>
                <a:ea typeface="Arial"/>
                <a:cs typeface="Arial"/>
                <a:sym typeface="Arial"/>
              </a:defRPr>
            </a:lvl2pPr>
            <a:lvl3pPr indent="-228600" lvl="2" marL="1371600" marR="0" rtl="0" algn="l">
              <a:lnSpc>
                <a:spcPct val="100000"/>
              </a:lnSpc>
              <a:spcBef>
                <a:spcPts val="0"/>
              </a:spcBef>
              <a:spcAft>
                <a:spcPts val="0"/>
              </a:spcAft>
              <a:buClr>
                <a:schemeClr val="lt1"/>
              </a:buClr>
              <a:buSzPts val="1400"/>
              <a:buNone/>
              <a:defRPr b="0" i="0" sz="1400" u="none" cap="none" strike="noStrike">
                <a:solidFill>
                  <a:schemeClr val="lt1"/>
                </a:solidFill>
                <a:latin typeface="Arial"/>
                <a:ea typeface="Arial"/>
                <a:cs typeface="Arial"/>
                <a:sym typeface="Arial"/>
              </a:defRPr>
            </a:lvl3pPr>
            <a:lvl4pPr indent="-228600" lvl="3" marL="1828800" marR="0" rtl="0" algn="l">
              <a:lnSpc>
                <a:spcPct val="100000"/>
              </a:lnSpc>
              <a:spcBef>
                <a:spcPts val="0"/>
              </a:spcBef>
              <a:spcAft>
                <a:spcPts val="0"/>
              </a:spcAft>
              <a:buClr>
                <a:schemeClr val="lt1"/>
              </a:buClr>
              <a:buSzPts val="1400"/>
              <a:buNone/>
              <a:defRPr b="0" i="0" sz="1400" u="none" cap="none" strike="noStrike">
                <a:solidFill>
                  <a:schemeClr val="lt1"/>
                </a:solidFill>
                <a:latin typeface="Arial"/>
                <a:ea typeface="Arial"/>
                <a:cs typeface="Arial"/>
                <a:sym typeface="Arial"/>
              </a:defRPr>
            </a:lvl4pPr>
            <a:lvl5pPr indent="-228600" lvl="4" marL="2286000" marR="0" rtl="0" algn="l">
              <a:lnSpc>
                <a:spcPct val="100000"/>
              </a:lnSpc>
              <a:spcBef>
                <a:spcPts val="0"/>
              </a:spcBef>
              <a:spcAft>
                <a:spcPts val="0"/>
              </a:spcAft>
              <a:buClr>
                <a:schemeClr val="lt1"/>
              </a:buClr>
              <a:buSzPts val="1400"/>
              <a:buNone/>
              <a:defRPr b="0" i="0" sz="1400" u="none" cap="none" strike="noStrike">
                <a:solidFill>
                  <a:schemeClr val="lt1"/>
                </a:solidFill>
                <a:latin typeface="Arial"/>
                <a:ea typeface="Arial"/>
                <a:cs typeface="Arial"/>
                <a:sym typeface="Arial"/>
              </a:defRPr>
            </a:lvl5pPr>
            <a:lvl6pPr indent="-228600" lvl="5" marL="2743200" marR="0" rtl="0" algn="l">
              <a:lnSpc>
                <a:spcPct val="100000"/>
              </a:lnSpc>
              <a:spcBef>
                <a:spcPts val="0"/>
              </a:spcBef>
              <a:spcAft>
                <a:spcPts val="0"/>
              </a:spcAft>
              <a:buClr>
                <a:schemeClr val="lt1"/>
              </a:buClr>
              <a:buSzPts val="1400"/>
              <a:buNone/>
              <a:defRPr b="0" i="0" sz="1400" u="none" cap="none" strike="noStrike">
                <a:solidFill>
                  <a:schemeClr val="lt1"/>
                </a:solidFill>
                <a:latin typeface="Arial"/>
                <a:ea typeface="Arial"/>
                <a:cs typeface="Arial"/>
                <a:sym typeface="Arial"/>
              </a:defRPr>
            </a:lvl6pPr>
            <a:lvl7pPr indent="-228600" lvl="6" marL="3200400" marR="0" rtl="0" algn="l">
              <a:lnSpc>
                <a:spcPct val="100000"/>
              </a:lnSpc>
              <a:spcBef>
                <a:spcPts val="0"/>
              </a:spcBef>
              <a:spcAft>
                <a:spcPts val="0"/>
              </a:spcAft>
              <a:buClr>
                <a:schemeClr val="lt1"/>
              </a:buClr>
              <a:buSzPts val="1400"/>
              <a:buNone/>
              <a:defRPr b="0" i="0" sz="1400" u="none" cap="none" strike="noStrike">
                <a:solidFill>
                  <a:schemeClr val="lt1"/>
                </a:solidFill>
                <a:latin typeface="Arial"/>
                <a:ea typeface="Arial"/>
                <a:cs typeface="Arial"/>
                <a:sym typeface="Arial"/>
              </a:defRPr>
            </a:lvl7pPr>
            <a:lvl8pPr indent="-228600" lvl="7" marL="3657600" marR="0" rtl="0" algn="l">
              <a:lnSpc>
                <a:spcPct val="100000"/>
              </a:lnSpc>
              <a:spcBef>
                <a:spcPts val="0"/>
              </a:spcBef>
              <a:spcAft>
                <a:spcPts val="0"/>
              </a:spcAft>
              <a:buClr>
                <a:schemeClr val="lt1"/>
              </a:buClr>
              <a:buSzPts val="1400"/>
              <a:buNone/>
              <a:defRPr b="0" i="0" sz="1400" u="none" cap="none" strike="noStrike">
                <a:solidFill>
                  <a:schemeClr val="lt1"/>
                </a:solidFill>
                <a:latin typeface="Arial"/>
                <a:ea typeface="Arial"/>
                <a:cs typeface="Arial"/>
                <a:sym typeface="Arial"/>
              </a:defRPr>
            </a:lvl8pPr>
            <a:lvl9pPr indent="-228600" lvl="8" marL="4114800" marR="0" rtl="0" algn="l">
              <a:lnSpc>
                <a:spcPct val="100000"/>
              </a:lnSpc>
              <a:spcBef>
                <a:spcPts val="0"/>
              </a:spcBef>
              <a:spcAft>
                <a:spcPts val="0"/>
              </a:spcAft>
              <a:buClr>
                <a:schemeClr val="lt1"/>
              </a:buClr>
              <a:buSzPts val="1400"/>
              <a:buNone/>
              <a:defRPr b="0" i="0" sz="1400" u="none" cap="none" strike="noStrike">
                <a:solidFill>
                  <a:schemeClr val="lt1"/>
                </a:solidFill>
                <a:latin typeface="Arial"/>
                <a:ea typeface="Arial"/>
                <a:cs typeface="Arial"/>
                <a:sym typeface="Arial"/>
              </a:defRPr>
            </a:lvl9pPr>
          </a:lstStyle>
          <a:p/>
        </p:txBody>
      </p:sp>
      <p:grpSp>
        <p:nvGrpSpPr>
          <p:cNvPr id="327" name="Google Shape;327;p7"/>
          <p:cNvGrpSpPr/>
          <p:nvPr/>
        </p:nvGrpSpPr>
        <p:grpSpPr>
          <a:xfrm>
            <a:off x="8072723" y="406202"/>
            <a:ext cx="276818" cy="295562"/>
            <a:chOff x="7856824" y="4804083"/>
            <a:chExt cx="433070" cy="494664"/>
          </a:xfrm>
        </p:grpSpPr>
        <p:sp>
          <p:nvSpPr>
            <p:cNvPr id="328" name="Google Shape;328;p7"/>
            <p:cNvSpPr/>
            <p:nvPr/>
          </p:nvSpPr>
          <p:spPr>
            <a:xfrm>
              <a:off x="7875152" y="4823224"/>
              <a:ext cx="396240" cy="457200"/>
            </a:xfrm>
            <a:custGeom>
              <a:rect b="b" l="l" r="r" t="t"/>
              <a:pathLst>
                <a:path extrusionOk="0" h="457200" w="396240">
                  <a:moveTo>
                    <a:pt x="197899" y="0"/>
                  </a:moveTo>
                  <a:lnTo>
                    <a:pt x="0" y="114258"/>
                  </a:lnTo>
                  <a:lnTo>
                    <a:pt x="0" y="342774"/>
                  </a:lnTo>
                  <a:lnTo>
                    <a:pt x="197899" y="457033"/>
                  </a:lnTo>
                  <a:lnTo>
                    <a:pt x="395799" y="342774"/>
                  </a:lnTo>
                  <a:lnTo>
                    <a:pt x="395799" y="114258"/>
                  </a:lnTo>
                  <a:lnTo>
                    <a:pt x="197899" y="0"/>
                  </a:lnTo>
                  <a:close/>
                </a:path>
              </a:pathLst>
            </a:custGeom>
            <a:solidFill>
              <a:srgbClr val="CC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Arial"/>
                <a:ea typeface="Arial"/>
                <a:cs typeface="Arial"/>
                <a:sym typeface="Arial"/>
              </a:endParaRPr>
            </a:p>
          </p:txBody>
        </p:sp>
        <p:sp>
          <p:nvSpPr>
            <p:cNvPr id="329" name="Google Shape;329;p7"/>
            <p:cNvSpPr/>
            <p:nvPr/>
          </p:nvSpPr>
          <p:spPr>
            <a:xfrm>
              <a:off x="7856824" y="4804083"/>
              <a:ext cx="433070" cy="494664"/>
            </a:xfrm>
            <a:custGeom>
              <a:rect b="b" l="l" r="r" t="t"/>
              <a:pathLst>
                <a:path extrusionOk="0" h="494664" w="433070">
                  <a:moveTo>
                    <a:pt x="219721" y="0"/>
                  </a:moveTo>
                  <a:lnTo>
                    <a:pt x="212726" y="0"/>
                  </a:lnTo>
                  <a:lnTo>
                    <a:pt x="3497" y="120802"/>
                  </a:lnTo>
                  <a:lnTo>
                    <a:pt x="0" y="126854"/>
                  </a:lnTo>
                  <a:lnTo>
                    <a:pt x="0" y="368459"/>
                  </a:lnTo>
                  <a:lnTo>
                    <a:pt x="3497" y="374512"/>
                  </a:lnTo>
                  <a:lnTo>
                    <a:pt x="209899" y="493681"/>
                  </a:lnTo>
                  <a:lnTo>
                    <a:pt x="213072" y="494498"/>
                  </a:lnTo>
                  <a:lnTo>
                    <a:pt x="219385" y="494498"/>
                  </a:lnTo>
                  <a:lnTo>
                    <a:pt x="222558" y="493681"/>
                  </a:lnTo>
                  <a:lnTo>
                    <a:pt x="289533" y="455012"/>
                  </a:lnTo>
                  <a:lnTo>
                    <a:pt x="216223" y="455012"/>
                  </a:lnTo>
                  <a:lnTo>
                    <a:pt x="36648" y="351340"/>
                  </a:lnTo>
                  <a:lnTo>
                    <a:pt x="36648" y="143974"/>
                  </a:lnTo>
                  <a:lnTo>
                    <a:pt x="216223" y="40302"/>
                  </a:lnTo>
                  <a:lnTo>
                    <a:pt x="289528" y="40302"/>
                  </a:lnTo>
                  <a:lnTo>
                    <a:pt x="219721" y="0"/>
                  </a:lnTo>
                  <a:close/>
                </a:path>
                <a:path extrusionOk="0" h="494664" w="433070">
                  <a:moveTo>
                    <a:pt x="289528" y="40302"/>
                  </a:moveTo>
                  <a:lnTo>
                    <a:pt x="216223" y="40302"/>
                  </a:lnTo>
                  <a:lnTo>
                    <a:pt x="395809" y="143974"/>
                  </a:lnTo>
                  <a:lnTo>
                    <a:pt x="395809" y="351340"/>
                  </a:lnTo>
                  <a:lnTo>
                    <a:pt x="216223" y="455012"/>
                  </a:lnTo>
                  <a:lnTo>
                    <a:pt x="289533" y="455012"/>
                  </a:lnTo>
                  <a:lnTo>
                    <a:pt x="428960" y="374512"/>
                  </a:lnTo>
                  <a:lnTo>
                    <a:pt x="432458" y="368459"/>
                  </a:lnTo>
                  <a:lnTo>
                    <a:pt x="432458" y="126854"/>
                  </a:lnTo>
                  <a:lnTo>
                    <a:pt x="428960" y="120802"/>
                  </a:lnTo>
                  <a:lnTo>
                    <a:pt x="289528" y="40302"/>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Arial"/>
                <a:ea typeface="Arial"/>
                <a:cs typeface="Arial"/>
                <a:sym typeface="Arial"/>
              </a:endParaRPr>
            </a:p>
          </p:txBody>
        </p:sp>
        <p:sp>
          <p:nvSpPr>
            <p:cNvPr id="330" name="Google Shape;330;p7"/>
            <p:cNvSpPr/>
            <p:nvPr/>
          </p:nvSpPr>
          <p:spPr>
            <a:xfrm>
              <a:off x="7875152" y="4937484"/>
              <a:ext cx="198120" cy="342900"/>
            </a:xfrm>
            <a:custGeom>
              <a:rect b="b" l="l" r="r" t="t"/>
              <a:pathLst>
                <a:path extrusionOk="0" h="342900" w="198120">
                  <a:moveTo>
                    <a:pt x="0" y="0"/>
                  </a:moveTo>
                  <a:lnTo>
                    <a:pt x="0" y="228516"/>
                  </a:lnTo>
                  <a:lnTo>
                    <a:pt x="197899" y="342774"/>
                  </a:lnTo>
                  <a:lnTo>
                    <a:pt x="197899" y="114258"/>
                  </a:lnTo>
                  <a:lnTo>
                    <a:pt x="0"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Arial"/>
                <a:ea typeface="Arial"/>
                <a:cs typeface="Arial"/>
                <a:sym typeface="Arial"/>
              </a:endParaRPr>
            </a:p>
          </p:txBody>
        </p:sp>
        <p:sp>
          <p:nvSpPr>
            <p:cNvPr id="331" name="Google Shape;331;p7"/>
            <p:cNvSpPr/>
            <p:nvPr/>
          </p:nvSpPr>
          <p:spPr>
            <a:xfrm>
              <a:off x="7856824" y="4918341"/>
              <a:ext cx="234950" cy="380364"/>
            </a:xfrm>
            <a:custGeom>
              <a:rect b="b" l="l" r="r" t="t"/>
              <a:pathLst>
                <a:path extrusionOk="0" h="380364" w="234950">
                  <a:moveTo>
                    <a:pt x="21821" y="0"/>
                  </a:moveTo>
                  <a:lnTo>
                    <a:pt x="14826" y="0"/>
                  </a:lnTo>
                  <a:lnTo>
                    <a:pt x="3497" y="6544"/>
                  </a:lnTo>
                  <a:lnTo>
                    <a:pt x="0" y="12596"/>
                  </a:lnTo>
                  <a:lnTo>
                    <a:pt x="0" y="254201"/>
                  </a:lnTo>
                  <a:lnTo>
                    <a:pt x="3497" y="260253"/>
                  </a:lnTo>
                  <a:lnTo>
                    <a:pt x="209899" y="379423"/>
                  </a:lnTo>
                  <a:lnTo>
                    <a:pt x="213072" y="380239"/>
                  </a:lnTo>
                  <a:lnTo>
                    <a:pt x="219385" y="380239"/>
                  </a:lnTo>
                  <a:lnTo>
                    <a:pt x="222558" y="379423"/>
                  </a:lnTo>
                  <a:lnTo>
                    <a:pt x="231050" y="374512"/>
                  </a:lnTo>
                  <a:lnTo>
                    <a:pt x="234547" y="368459"/>
                  </a:lnTo>
                  <a:lnTo>
                    <a:pt x="234547" y="330178"/>
                  </a:lnTo>
                  <a:lnTo>
                    <a:pt x="197899" y="330178"/>
                  </a:lnTo>
                  <a:lnTo>
                    <a:pt x="36648" y="237081"/>
                  </a:lnTo>
                  <a:lnTo>
                    <a:pt x="36648" y="50878"/>
                  </a:lnTo>
                  <a:lnTo>
                    <a:pt x="109941" y="50878"/>
                  </a:lnTo>
                  <a:lnTo>
                    <a:pt x="21821" y="0"/>
                  </a:lnTo>
                  <a:close/>
                </a:path>
                <a:path extrusionOk="0" h="380364" w="234950">
                  <a:moveTo>
                    <a:pt x="109941" y="50878"/>
                  </a:moveTo>
                  <a:lnTo>
                    <a:pt x="36648" y="50878"/>
                  </a:lnTo>
                  <a:lnTo>
                    <a:pt x="197899" y="143974"/>
                  </a:lnTo>
                  <a:lnTo>
                    <a:pt x="197899" y="330178"/>
                  </a:lnTo>
                  <a:lnTo>
                    <a:pt x="234547" y="330178"/>
                  </a:lnTo>
                  <a:lnTo>
                    <a:pt x="234547" y="126854"/>
                  </a:lnTo>
                  <a:lnTo>
                    <a:pt x="231050" y="120802"/>
                  </a:lnTo>
                  <a:lnTo>
                    <a:pt x="109941" y="50878"/>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Arial"/>
                <a:ea typeface="Arial"/>
                <a:cs typeface="Arial"/>
                <a:sym typeface="Arial"/>
              </a:endParaRPr>
            </a:p>
          </p:txBody>
        </p:sp>
        <p:sp>
          <p:nvSpPr>
            <p:cNvPr id="332" name="Google Shape;332;p7"/>
            <p:cNvSpPr/>
            <p:nvPr/>
          </p:nvSpPr>
          <p:spPr>
            <a:xfrm>
              <a:off x="8073052" y="4937483"/>
              <a:ext cx="198120" cy="342900"/>
            </a:xfrm>
            <a:custGeom>
              <a:rect b="b" l="l" r="r" t="t"/>
              <a:pathLst>
                <a:path extrusionOk="0" h="342900" w="198120">
                  <a:moveTo>
                    <a:pt x="197899" y="0"/>
                  </a:moveTo>
                  <a:lnTo>
                    <a:pt x="0" y="114258"/>
                  </a:lnTo>
                  <a:lnTo>
                    <a:pt x="0" y="342774"/>
                  </a:lnTo>
                  <a:lnTo>
                    <a:pt x="197899" y="228516"/>
                  </a:lnTo>
                  <a:lnTo>
                    <a:pt x="197899"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Arial"/>
                <a:ea typeface="Arial"/>
                <a:cs typeface="Arial"/>
                <a:sym typeface="Arial"/>
              </a:endParaRPr>
            </a:p>
          </p:txBody>
        </p:sp>
        <p:sp>
          <p:nvSpPr>
            <p:cNvPr id="333" name="Google Shape;333;p7"/>
            <p:cNvSpPr/>
            <p:nvPr/>
          </p:nvSpPr>
          <p:spPr>
            <a:xfrm>
              <a:off x="8054728" y="4918345"/>
              <a:ext cx="234950" cy="380364"/>
            </a:xfrm>
            <a:custGeom>
              <a:rect b="b" l="l" r="r" t="t"/>
              <a:pathLst>
                <a:path extrusionOk="0" h="380364" w="234950">
                  <a:moveTo>
                    <a:pt x="219721" y="0"/>
                  </a:moveTo>
                  <a:lnTo>
                    <a:pt x="212726" y="0"/>
                  </a:lnTo>
                  <a:lnTo>
                    <a:pt x="3497" y="120802"/>
                  </a:lnTo>
                  <a:lnTo>
                    <a:pt x="0" y="126854"/>
                  </a:lnTo>
                  <a:lnTo>
                    <a:pt x="0" y="368449"/>
                  </a:lnTo>
                  <a:lnTo>
                    <a:pt x="3497" y="374512"/>
                  </a:lnTo>
                  <a:lnTo>
                    <a:pt x="11999" y="379412"/>
                  </a:lnTo>
                  <a:lnTo>
                    <a:pt x="15161" y="380229"/>
                  </a:lnTo>
                  <a:lnTo>
                    <a:pt x="21486" y="380229"/>
                  </a:lnTo>
                  <a:lnTo>
                    <a:pt x="24648" y="379412"/>
                  </a:lnTo>
                  <a:lnTo>
                    <a:pt x="109948" y="330167"/>
                  </a:lnTo>
                  <a:lnTo>
                    <a:pt x="36648" y="330167"/>
                  </a:lnTo>
                  <a:lnTo>
                    <a:pt x="36648" y="143974"/>
                  </a:lnTo>
                  <a:lnTo>
                    <a:pt x="197899" y="50878"/>
                  </a:lnTo>
                  <a:lnTo>
                    <a:pt x="234547" y="50878"/>
                  </a:lnTo>
                  <a:lnTo>
                    <a:pt x="234547" y="12596"/>
                  </a:lnTo>
                  <a:lnTo>
                    <a:pt x="231050" y="6544"/>
                  </a:lnTo>
                  <a:lnTo>
                    <a:pt x="219721" y="0"/>
                  </a:lnTo>
                  <a:close/>
                </a:path>
                <a:path extrusionOk="0" h="380364" w="234950">
                  <a:moveTo>
                    <a:pt x="234547" y="50878"/>
                  </a:moveTo>
                  <a:lnTo>
                    <a:pt x="197899" y="50878"/>
                  </a:lnTo>
                  <a:lnTo>
                    <a:pt x="197899" y="237081"/>
                  </a:lnTo>
                  <a:lnTo>
                    <a:pt x="36648" y="330167"/>
                  </a:lnTo>
                  <a:lnTo>
                    <a:pt x="109948" y="330167"/>
                  </a:lnTo>
                  <a:lnTo>
                    <a:pt x="231050" y="260253"/>
                  </a:lnTo>
                  <a:lnTo>
                    <a:pt x="234547" y="254201"/>
                  </a:lnTo>
                  <a:lnTo>
                    <a:pt x="234547" y="50878"/>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Arial"/>
                <a:ea typeface="Arial"/>
                <a:cs typeface="Arial"/>
                <a:sym typeface="Arial"/>
              </a:endParaRPr>
            </a:p>
          </p:txBody>
        </p:sp>
      </p:grpSp>
      <p:grpSp>
        <p:nvGrpSpPr>
          <p:cNvPr id="334" name="Google Shape;334;p7"/>
          <p:cNvGrpSpPr/>
          <p:nvPr/>
        </p:nvGrpSpPr>
        <p:grpSpPr>
          <a:xfrm rot="10800000">
            <a:off x="8423430" y="233552"/>
            <a:ext cx="529689" cy="432123"/>
            <a:chOff x="10297594" y="731834"/>
            <a:chExt cx="828675" cy="723218"/>
          </a:xfrm>
        </p:grpSpPr>
        <p:sp>
          <p:nvSpPr>
            <p:cNvPr id="335" name="Google Shape;335;p7"/>
            <p:cNvSpPr/>
            <p:nvPr/>
          </p:nvSpPr>
          <p:spPr>
            <a:xfrm>
              <a:off x="10315915" y="750975"/>
              <a:ext cx="791845" cy="457200"/>
            </a:xfrm>
            <a:custGeom>
              <a:rect b="b" l="l" r="r" t="t"/>
              <a:pathLst>
                <a:path extrusionOk="0" h="457200" w="791845">
                  <a:moveTo>
                    <a:pt x="197899" y="0"/>
                  </a:moveTo>
                  <a:lnTo>
                    <a:pt x="0" y="114258"/>
                  </a:lnTo>
                  <a:lnTo>
                    <a:pt x="593699" y="457033"/>
                  </a:lnTo>
                  <a:lnTo>
                    <a:pt x="791598" y="342774"/>
                  </a:lnTo>
                  <a:lnTo>
                    <a:pt x="197899"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Arial"/>
                <a:ea typeface="Arial"/>
                <a:cs typeface="Arial"/>
                <a:sym typeface="Arial"/>
              </a:endParaRPr>
            </a:p>
          </p:txBody>
        </p:sp>
        <p:sp>
          <p:nvSpPr>
            <p:cNvPr id="336" name="Google Shape;336;p7"/>
            <p:cNvSpPr/>
            <p:nvPr/>
          </p:nvSpPr>
          <p:spPr>
            <a:xfrm>
              <a:off x="10297594" y="731834"/>
              <a:ext cx="828675" cy="494665"/>
            </a:xfrm>
            <a:custGeom>
              <a:rect b="b" l="l" r="r" t="t"/>
              <a:pathLst>
                <a:path extrusionOk="0" h="494665" w="828675">
                  <a:moveTo>
                    <a:pt x="219710" y="0"/>
                  </a:moveTo>
                  <a:lnTo>
                    <a:pt x="212716" y="0"/>
                  </a:lnTo>
                  <a:lnTo>
                    <a:pt x="3497" y="120802"/>
                  </a:lnTo>
                  <a:lnTo>
                    <a:pt x="0" y="126854"/>
                  </a:lnTo>
                  <a:lnTo>
                    <a:pt x="0" y="139943"/>
                  </a:lnTo>
                  <a:lnTo>
                    <a:pt x="3497" y="145995"/>
                  </a:lnTo>
                  <a:lnTo>
                    <a:pt x="605698" y="493681"/>
                  </a:lnTo>
                  <a:lnTo>
                    <a:pt x="608861" y="494498"/>
                  </a:lnTo>
                  <a:lnTo>
                    <a:pt x="615185" y="494498"/>
                  </a:lnTo>
                  <a:lnTo>
                    <a:pt x="618358" y="493681"/>
                  </a:lnTo>
                  <a:lnTo>
                    <a:pt x="685329" y="455012"/>
                  </a:lnTo>
                  <a:lnTo>
                    <a:pt x="612023" y="455012"/>
                  </a:lnTo>
                  <a:lnTo>
                    <a:pt x="54972" y="133399"/>
                  </a:lnTo>
                  <a:lnTo>
                    <a:pt x="216213" y="40291"/>
                  </a:lnTo>
                  <a:lnTo>
                    <a:pt x="289498" y="40291"/>
                  </a:lnTo>
                  <a:lnTo>
                    <a:pt x="219710" y="0"/>
                  </a:lnTo>
                  <a:close/>
                </a:path>
                <a:path extrusionOk="0" h="494665" w="828675">
                  <a:moveTo>
                    <a:pt x="289498" y="40291"/>
                  </a:moveTo>
                  <a:lnTo>
                    <a:pt x="216213" y="40291"/>
                  </a:lnTo>
                  <a:lnTo>
                    <a:pt x="773274" y="361915"/>
                  </a:lnTo>
                  <a:lnTo>
                    <a:pt x="612023" y="455012"/>
                  </a:lnTo>
                  <a:lnTo>
                    <a:pt x="685329" y="455012"/>
                  </a:lnTo>
                  <a:lnTo>
                    <a:pt x="824749" y="374512"/>
                  </a:lnTo>
                  <a:lnTo>
                    <a:pt x="828247" y="368459"/>
                  </a:lnTo>
                  <a:lnTo>
                    <a:pt x="828247" y="355371"/>
                  </a:lnTo>
                  <a:lnTo>
                    <a:pt x="824749" y="349319"/>
                  </a:lnTo>
                  <a:lnTo>
                    <a:pt x="289498" y="40291"/>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Arial"/>
                <a:ea typeface="Arial"/>
                <a:cs typeface="Arial"/>
                <a:sym typeface="Arial"/>
              </a:endParaRPr>
            </a:p>
          </p:txBody>
        </p:sp>
        <p:sp>
          <p:nvSpPr>
            <p:cNvPr id="337" name="Google Shape;337;p7"/>
            <p:cNvSpPr/>
            <p:nvPr/>
          </p:nvSpPr>
          <p:spPr>
            <a:xfrm>
              <a:off x="10315915" y="865233"/>
              <a:ext cx="593725" cy="571500"/>
            </a:xfrm>
            <a:custGeom>
              <a:rect b="b" l="l" r="r" t="t"/>
              <a:pathLst>
                <a:path extrusionOk="0" h="571500" w="593725">
                  <a:moveTo>
                    <a:pt x="0" y="0"/>
                  </a:moveTo>
                  <a:lnTo>
                    <a:pt x="0" y="228516"/>
                  </a:lnTo>
                  <a:lnTo>
                    <a:pt x="593699" y="571291"/>
                  </a:lnTo>
                  <a:lnTo>
                    <a:pt x="593699" y="342774"/>
                  </a:lnTo>
                  <a:lnTo>
                    <a:pt x="0" y="0"/>
                  </a:lnTo>
                  <a:close/>
                </a:path>
              </a:pathLst>
            </a:custGeom>
            <a:solidFill>
              <a:srgbClr val="F9C80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Arial"/>
                <a:ea typeface="Arial"/>
                <a:cs typeface="Arial"/>
                <a:sym typeface="Arial"/>
              </a:endParaRPr>
            </a:p>
          </p:txBody>
        </p:sp>
        <p:sp>
          <p:nvSpPr>
            <p:cNvPr id="338" name="Google Shape;338;p7"/>
            <p:cNvSpPr/>
            <p:nvPr/>
          </p:nvSpPr>
          <p:spPr>
            <a:xfrm>
              <a:off x="10297594" y="846087"/>
              <a:ext cx="630554" cy="608965"/>
            </a:xfrm>
            <a:custGeom>
              <a:rect b="b" l="l" r="r" t="t"/>
              <a:pathLst>
                <a:path extrusionOk="0" h="608965" w="630554">
                  <a:moveTo>
                    <a:pt x="21821" y="0"/>
                  </a:moveTo>
                  <a:lnTo>
                    <a:pt x="14826" y="0"/>
                  </a:lnTo>
                  <a:lnTo>
                    <a:pt x="3497" y="6544"/>
                  </a:lnTo>
                  <a:lnTo>
                    <a:pt x="0" y="12606"/>
                  </a:lnTo>
                  <a:lnTo>
                    <a:pt x="0" y="254201"/>
                  </a:lnTo>
                  <a:lnTo>
                    <a:pt x="3497" y="260253"/>
                  </a:lnTo>
                  <a:lnTo>
                    <a:pt x="605698" y="607939"/>
                  </a:lnTo>
                  <a:lnTo>
                    <a:pt x="608861" y="608756"/>
                  </a:lnTo>
                  <a:lnTo>
                    <a:pt x="615185" y="608756"/>
                  </a:lnTo>
                  <a:lnTo>
                    <a:pt x="618358" y="607939"/>
                  </a:lnTo>
                  <a:lnTo>
                    <a:pt x="626850" y="603028"/>
                  </a:lnTo>
                  <a:lnTo>
                    <a:pt x="630347" y="596976"/>
                  </a:lnTo>
                  <a:lnTo>
                    <a:pt x="630347" y="558695"/>
                  </a:lnTo>
                  <a:lnTo>
                    <a:pt x="593699" y="558695"/>
                  </a:lnTo>
                  <a:lnTo>
                    <a:pt x="36648" y="237081"/>
                  </a:lnTo>
                  <a:lnTo>
                    <a:pt x="36648" y="50888"/>
                  </a:lnTo>
                  <a:lnTo>
                    <a:pt x="109961" y="50888"/>
                  </a:lnTo>
                  <a:lnTo>
                    <a:pt x="21821" y="0"/>
                  </a:lnTo>
                  <a:close/>
                </a:path>
                <a:path extrusionOk="0" h="608965" w="630554">
                  <a:moveTo>
                    <a:pt x="109961" y="50888"/>
                  </a:moveTo>
                  <a:lnTo>
                    <a:pt x="36648" y="50888"/>
                  </a:lnTo>
                  <a:lnTo>
                    <a:pt x="593699" y="372501"/>
                  </a:lnTo>
                  <a:lnTo>
                    <a:pt x="593699" y="558695"/>
                  </a:lnTo>
                  <a:lnTo>
                    <a:pt x="630347" y="558695"/>
                  </a:lnTo>
                  <a:lnTo>
                    <a:pt x="630347" y="355371"/>
                  </a:lnTo>
                  <a:lnTo>
                    <a:pt x="626850" y="349319"/>
                  </a:lnTo>
                  <a:lnTo>
                    <a:pt x="109961" y="50888"/>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Arial"/>
                <a:ea typeface="Arial"/>
                <a:cs typeface="Arial"/>
                <a:sym typeface="Arial"/>
              </a:endParaRPr>
            </a:p>
          </p:txBody>
        </p:sp>
        <p:sp>
          <p:nvSpPr>
            <p:cNvPr id="339" name="Google Shape;339;p7"/>
            <p:cNvSpPr/>
            <p:nvPr/>
          </p:nvSpPr>
          <p:spPr>
            <a:xfrm>
              <a:off x="10909615" y="1093748"/>
              <a:ext cx="198120" cy="342900"/>
            </a:xfrm>
            <a:custGeom>
              <a:rect b="b" l="l" r="r" t="t"/>
              <a:pathLst>
                <a:path extrusionOk="0" h="342900" w="198120">
                  <a:moveTo>
                    <a:pt x="197899" y="0"/>
                  </a:moveTo>
                  <a:lnTo>
                    <a:pt x="0" y="114258"/>
                  </a:lnTo>
                  <a:lnTo>
                    <a:pt x="0" y="342774"/>
                  </a:lnTo>
                  <a:lnTo>
                    <a:pt x="197899" y="228516"/>
                  </a:lnTo>
                  <a:lnTo>
                    <a:pt x="197899"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Arial"/>
                <a:ea typeface="Arial"/>
                <a:cs typeface="Arial"/>
                <a:sym typeface="Arial"/>
              </a:endParaRPr>
            </a:p>
          </p:txBody>
        </p:sp>
        <p:sp>
          <p:nvSpPr>
            <p:cNvPr id="340" name="Google Shape;340;p7"/>
            <p:cNvSpPr/>
            <p:nvPr/>
          </p:nvSpPr>
          <p:spPr>
            <a:xfrm>
              <a:off x="10891296" y="1074610"/>
              <a:ext cx="234950" cy="380365"/>
            </a:xfrm>
            <a:custGeom>
              <a:rect b="b" l="l" r="r" t="t"/>
              <a:pathLst>
                <a:path extrusionOk="0" h="380365" w="234950">
                  <a:moveTo>
                    <a:pt x="219710" y="0"/>
                  </a:moveTo>
                  <a:lnTo>
                    <a:pt x="212716" y="0"/>
                  </a:lnTo>
                  <a:lnTo>
                    <a:pt x="3497" y="120802"/>
                  </a:lnTo>
                  <a:lnTo>
                    <a:pt x="0" y="126854"/>
                  </a:lnTo>
                  <a:lnTo>
                    <a:pt x="0" y="368449"/>
                  </a:lnTo>
                  <a:lnTo>
                    <a:pt x="3497" y="374512"/>
                  </a:lnTo>
                  <a:lnTo>
                    <a:pt x="11999" y="379412"/>
                  </a:lnTo>
                  <a:lnTo>
                    <a:pt x="15161" y="380229"/>
                  </a:lnTo>
                  <a:lnTo>
                    <a:pt x="21486" y="380229"/>
                  </a:lnTo>
                  <a:lnTo>
                    <a:pt x="24648" y="379412"/>
                  </a:lnTo>
                  <a:lnTo>
                    <a:pt x="109943" y="330167"/>
                  </a:lnTo>
                  <a:lnTo>
                    <a:pt x="36648" y="330167"/>
                  </a:lnTo>
                  <a:lnTo>
                    <a:pt x="36648" y="143974"/>
                  </a:lnTo>
                  <a:lnTo>
                    <a:pt x="197889" y="50878"/>
                  </a:lnTo>
                  <a:lnTo>
                    <a:pt x="234537" y="50878"/>
                  </a:lnTo>
                  <a:lnTo>
                    <a:pt x="234537" y="12596"/>
                  </a:lnTo>
                  <a:lnTo>
                    <a:pt x="231040" y="6544"/>
                  </a:lnTo>
                  <a:lnTo>
                    <a:pt x="219710" y="0"/>
                  </a:lnTo>
                  <a:close/>
                </a:path>
                <a:path extrusionOk="0" h="380365" w="234950">
                  <a:moveTo>
                    <a:pt x="234537" y="50878"/>
                  </a:moveTo>
                  <a:lnTo>
                    <a:pt x="197889" y="50878"/>
                  </a:lnTo>
                  <a:lnTo>
                    <a:pt x="197889" y="237081"/>
                  </a:lnTo>
                  <a:lnTo>
                    <a:pt x="36648" y="330167"/>
                  </a:lnTo>
                  <a:lnTo>
                    <a:pt x="109943" y="330167"/>
                  </a:lnTo>
                  <a:lnTo>
                    <a:pt x="231040" y="260253"/>
                  </a:lnTo>
                  <a:lnTo>
                    <a:pt x="234537" y="254201"/>
                  </a:lnTo>
                  <a:lnTo>
                    <a:pt x="234537" y="50878"/>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Arial"/>
                <a:ea typeface="Arial"/>
                <a:cs typeface="Arial"/>
                <a:sym typeface="Arial"/>
              </a:endParaRPr>
            </a:p>
          </p:txBody>
        </p:sp>
      </p:grpSp>
      <p:grpSp>
        <p:nvGrpSpPr>
          <p:cNvPr id="341" name="Google Shape;341;p7"/>
          <p:cNvGrpSpPr/>
          <p:nvPr/>
        </p:nvGrpSpPr>
        <p:grpSpPr>
          <a:xfrm flipH="1" rot="10800000">
            <a:off x="8198521" y="665708"/>
            <a:ext cx="529689" cy="432123"/>
            <a:chOff x="10297594" y="731834"/>
            <a:chExt cx="828675" cy="723218"/>
          </a:xfrm>
        </p:grpSpPr>
        <p:sp>
          <p:nvSpPr>
            <p:cNvPr id="342" name="Google Shape;342;p7"/>
            <p:cNvSpPr/>
            <p:nvPr/>
          </p:nvSpPr>
          <p:spPr>
            <a:xfrm>
              <a:off x="10315915" y="750975"/>
              <a:ext cx="791845" cy="457200"/>
            </a:xfrm>
            <a:custGeom>
              <a:rect b="b" l="l" r="r" t="t"/>
              <a:pathLst>
                <a:path extrusionOk="0" h="457200" w="791845">
                  <a:moveTo>
                    <a:pt x="197899" y="0"/>
                  </a:moveTo>
                  <a:lnTo>
                    <a:pt x="0" y="114258"/>
                  </a:lnTo>
                  <a:lnTo>
                    <a:pt x="593699" y="457033"/>
                  </a:lnTo>
                  <a:lnTo>
                    <a:pt x="791598" y="342774"/>
                  </a:lnTo>
                  <a:lnTo>
                    <a:pt x="197899"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Arial"/>
                <a:ea typeface="Arial"/>
                <a:cs typeface="Arial"/>
                <a:sym typeface="Arial"/>
              </a:endParaRPr>
            </a:p>
          </p:txBody>
        </p:sp>
        <p:sp>
          <p:nvSpPr>
            <p:cNvPr id="343" name="Google Shape;343;p7"/>
            <p:cNvSpPr/>
            <p:nvPr/>
          </p:nvSpPr>
          <p:spPr>
            <a:xfrm>
              <a:off x="10297594" y="731834"/>
              <a:ext cx="828675" cy="494665"/>
            </a:xfrm>
            <a:custGeom>
              <a:rect b="b" l="l" r="r" t="t"/>
              <a:pathLst>
                <a:path extrusionOk="0" h="494665" w="828675">
                  <a:moveTo>
                    <a:pt x="219710" y="0"/>
                  </a:moveTo>
                  <a:lnTo>
                    <a:pt x="212716" y="0"/>
                  </a:lnTo>
                  <a:lnTo>
                    <a:pt x="3497" y="120802"/>
                  </a:lnTo>
                  <a:lnTo>
                    <a:pt x="0" y="126854"/>
                  </a:lnTo>
                  <a:lnTo>
                    <a:pt x="0" y="139943"/>
                  </a:lnTo>
                  <a:lnTo>
                    <a:pt x="3497" y="145995"/>
                  </a:lnTo>
                  <a:lnTo>
                    <a:pt x="605698" y="493681"/>
                  </a:lnTo>
                  <a:lnTo>
                    <a:pt x="608861" y="494498"/>
                  </a:lnTo>
                  <a:lnTo>
                    <a:pt x="615185" y="494498"/>
                  </a:lnTo>
                  <a:lnTo>
                    <a:pt x="618358" y="493681"/>
                  </a:lnTo>
                  <a:lnTo>
                    <a:pt x="685329" y="455012"/>
                  </a:lnTo>
                  <a:lnTo>
                    <a:pt x="612023" y="455012"/>
                  </a:lnTo>
                  <a:lnTo>
                    <a:pt x="54972" y="133399"/>
                  </a:lnTo>
                  <a:lnTo>
                    <a:pt x="216213" y="40291"/>
                  </a:lnTo>
                  <a:lnTo>
                    <a:pt x="289498" y="40291"/>
                  </a:lnTo>
                  <a:lnTo>
                    <a:pt x="219710" y="0"/>
                  </a:lnTo>
                  <a:close/>
                </a:path>
                <a:path extrusionOk="0" h="494665" w="828675">
                  <a:moveTo>
                    <a:pt x="289498" y="40291"/>
                  </a:moveTo>
                  <a:lnTo>
                    <a:pt x="216213" y="40291"/>
                  </a:lnTo>
                  <a:lnTo>
                    <a:pt x="773274" y="361915"/>
                  </a:lnTo>
                  <a:lnTo>
                    <a:pt x="612023" y="455012"/>
                  </a:lnTo>
                  <a:lnTo>
                    <a:pt x="685329" y="455012"/>
                  </a:lnTo>
                  <a:lnTo>
                    <a:pt x="824749" y="374512"/>
                  </a:lnTo>
                  <a:lnTo>
                    <a:pt x="828247" y="368459"/>
                  </a:lnTo>
                  <a:lnTo>
                    <a:pt x="828247" y="355371"/>
                  </a:lnTo>
                  <a:lnTo>
                    <a:pt x="824749" y="349319"/>
                  </a:lnTo>
                  <a:lnTo>
                    <a:pt x="289498" y="40291"/>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Arial"/>
                <a:ea typeface="Arial"/>
                <a:cs typeface="Arial"/>
                <a:sym typeface="Arial"/>
              </a:endParaRPr>
            </a:p>
          </p:txBody>
        </p:sp>
        <p:sp>
          <p:nvSpPr>
            <p:cNvPr id="344" name="Google Shape;344;p7"/>
            <p:cNvSpPr/>
            <p:nvPr/>
          </p:nvSpPr>
          <p:spPr>
            <a:xfrm>
              <a:off x="10315915" y="865233"/>
              <a:ext cx="593725" cy="571500"/>
            </a:xfrm>
            <a:custGeom>
              <a:rect b="b" l="l" r="r" t="t"/>
              <a:pathLst>
                <a:path extrusionOk="0" h="571500" w="593725">
                  <a:moveTo>
                    <a:pt x="0" y="0"/>
                  </a:moveTo>
                  <a:lnTo>
                    <a:pt x="0" y="228516"/>
                  </a:lnTo>
                  <a:lnTo>
                    <a:pt x="593699" y="571291"/>
                  </a:lnTo>
                  <a:lnTo>
                    <a:pt x="593699" y="342774"/>
                  </a:lnTo>
                  <a:lnTo>
                    <a:pt x="0" y="0"/>
                  </a:lnTo>
                  <a:close/>
                </a:path>
              </a:pathLst>
            </a:custGeom>
            <a:solidFill>
              <a:srgbClr val="00852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Arial"/>
                <a:ea typeface="Arial"/>
                <a:cs typeface="Arial"/>
                <a:sym typeface="Arial"/>
              </a:endParaRPr>
            </a:p>
          </p:txBody>
        </p:sp>
        <p:sp>
          <p:nvSpPr>
            <p:cNvPr id="345" name="Google Shape;345;p7"/>
            <p:cNvSpPr/>
            <p:nvPr/>
          </p:nvSpPr>
          <p:spPr>
            <a:xfrm>
              <a:off x="10297594" y="846087"/>
              <a:ext cx="630554" cy="608965"/>
            </a:xfrm>
            <a:custGeom>
              <a:rect b="b" l="l" r="r" t="t"/>
              <a:pathLst>
                <a:path extrusionOk="0" h="608965" w="630554">
                  <a:moveTo>
                    <a:pt x="21821" y="0"/>
                  </a:moveTo>
                  <a:lnTo>
                    <a:pt x="14826" y="0"/>
                  </a:lnTo>
                  <a:lnTo>
                    <a:pt x="3497" y="6544"/>
                  </a:lnTo>
                  <a:lnTo>
                    <a:pt x="0" y="12606"/>
                  </a:lnTo>
                  <a:lnTo>
                    <a:pt x="0" y="254201"/>
                  </a:lnTo>
                  <a:lnTo>
                    <a:pt x="3497" y="260253"/>
                  </a:lnTo>
                  <a:lnTo>
                    <a:pt x="605698" y="607939"/>
                  </a:lnTo>
                  <a:lnTo>
                    <a:pt x="608861" y="608756"/>
                  </a:lnTo>
                  <a:lnTo>
                    <a:pt x="615185" y="608756"/>
                  </a:lnTo>
                  <a:lnTo>
                    <a:pt x="618358" y="607939"/>
                  </a:lnTo>
                  <a:lnTo>
                    <a:pt x="626850" y="603028"/>
                  </a:lnTo>
                  <a:lnTo>
                    <a:pt x="630347" y="596976"/>
                  </a:lnTo>
                  <a:lnTo>
                    <a:pt x="630347" y="558695"/>
                  </a:lnTo>
                  <a:lnTo>
                    <a:pt x="593699" y="558695"/>
                  </a:lnTo>
                  <a:lnTo>
                    <a:pt x="36648" y="237081"/>
                  </a:lnTo>
                  <a:lnTo>
                    <a:pt x="36648" y="50888"/>
                  </a:lnTo>
                  <a:lnTo>
                    <a:pt x="109961" y="50888"/>
                  </a:lnTo>
                  <a:lnTo>
                    <a:pt x="21821" y="0"/>
                  </a:lnTo>
                  <a:close/>
                </a:path>
                <a:path extrusionOk="0" h="608965" w="630554">
                  <a:moveTo>
                    <a:pt x="109961" y="50888"/>
                  </a:moveTo>
                  <a:lnTo>
                    <a:pt x="36648" y="50888"/>
                  </a:lnTo>
                  <a:lnTo>
                    <a:pt x="593699" y="372501"/>
                  </a:lnTo>
                  <a:lnTo>
                    <a:pt x="593699" y="558695"/>
                  </a:lnTo>
                  <a:lnTo>
                    <a:pt x="630347" y="558695"/>
                  </a:lnTo>
                  <a:lnTo>
                    <a:pt x="630347" y="355371"/>
                  </a:lnTo>
                  <a:lnTo>
                    <a:pt x="626850" y="349319"/>
                  </a:lnTo>
                  <a:lnTo>
                    <a:pt x="109961" y="50888"/>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Arial"/>
                <a:ea typeface="Arial"/>
                <a:cs typeface="Arial"/>
                <a:sym typeface="Arial"/>
              </a:endParaRPr>
            </a:p>
          </p:txBody>
        </p:sp>
        <p:sp>
          <p:nvSpPr>
            <p:cNvPr id="346" name="Google Shape;346;p7"/>
            <p:cNvSpPr/>
            <p:nvPr/>
          </p:nvSpPr>
          <p:spPr>
            <a:xfrm>
              <a:off x="10909615" y="1093748"/>
              <a:ext cx="198120" cy="342900"/>
            </a:xfrm>
            <a:custGeom>
              <a:rect b="b" l="l" r="r" t="t"/>
              <a:pathLst>
                <a:path extrusionOk="0" h="342900" w="198120">
                  <a:moveTo>
                    <a:pt x="197899" y="0"/>
                  </a:moveTo>
                  <a:lnTo>
                    <a:pt x="0" y="114258"/>
                  </a:lnTo>
                  <a:lnTo>
                    <a:pt x="0" y="342774"/>
                  </a:lnTo>
                  <a:lnTo>
                    <a:pt x="197899" y="228516"/>
                  </a:lnTo>
                  <a:lnTo>
                    <a:pt x="197899"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Arial"/>
                <a:ea typeface="Arial"/>
                <a:cs typeface="Arial"/>
                <a:sym typeface="Arial"/>
              </a:endParaRPr>
            </a:p>
          </p:txBody>
        </p:sp>
        <p:sp>
          <p:nvSpPr>
            <p:cNvPr id="347" name="Google Shape;347;p7"/>
            <p:cNvSpPr/>
            <p:nvPr/>
          </p:nvSpPr>
          <p:spPr>
            <a:xfrm>
              <a:off x="10891296" y="1074610"/>
              <a:ext cx="234950" cy="380365"/>
            </a:xfrm>
            <a:custGeom>
              <a:rect b="b" l="l" r="r" t="t"/>
              <a:pathLst>
                <a:path extrusionOk="0" h="380365" w="234950">
                  <a:moveTo>
                    <a:pt x="219710" y="0"/>
                  </a:moveTo>
                  <a:lnTo>
                    <a:pt x="212716" y="0"/>
                  </a:lnTo>
                  <a:lnTo>
                    <a:pt x="3497" y="120802"/>
                  </a:lnTo>
                  <a:lnTo>
                    <a:pt x="0" y="126854"/>
                  </a:lnTo>
                  <a:lnTo>
                    <a:pt x="0" y="368449"/>
                  </a:lnTo>
                  <a:lnTo>
                    <a:pt x="3497" y="374512"/>
                  </a:lnTo>
                  <a:lnTo>
                    <a:pt x="11999" y="379412"/>
                  </a:lnTo>
                  <a:lnTo>
                    <a:pt x="15161" y="380229"/>
                  </a:lnTo>
                  <a:lnTo>
                    <a:pt x="21486" y="380229"/>
                  </a:lnTo>
                  <a:lnTo>
                    <a:pt x="24648" y="379412"/>
                  </a:lnTo>
                  <a:lnTo>
                    <a:pt x="109943" y="330167"/>
                  </a:lnTo>
                  <a:lnTo>
                    <a:pt x="36648" y="330167"/>
                  </a:lnTo>
                  <a:lnTo>
                    <a:pt x="36648" y="143974"/>
                  </a:lnTo>
                  <a:lnTo>
                    <a:pt x="197889" y="50878"/>
                  </a:lnTo>
                  <a:lnTo>
                    <a:pt x="234537" y="50878"/>
                  </a:lnTo>
                  <a:lnTo>
                    <a:pt x="234537" y="12596"/>
                  </a:lnTo>
                  <a:lnTo>
                    <a:pt x="231040" y="6544"/>
                  </a:lnTo>
                  <a:lnTo>
                    <a:pt x="219710" y="0"/>
                  </a:lnTo>
                  <a:close/>
                </a:path>
                <a:path extrusionOk="0" h="380365" w="234950">
                  <a:moveTo>
                    <a:pt x="234537" y="50878"/>
                  </a:moveTo>
                  <a:lnTo>
                    <a:pt x="197889" y="50878"/>
                  </a:lnTo>
                  <a:lnTo>
                    <a:pt x="197889" y="237081"/>
                  </a:lnTo>
                  <a:lnTo>
                    <a:pt x="36648" y="330167"/>
                  </a:lnTo>
                  <a:lnTo>
                    <a:pt x="109943" y="330167"/>
                  </a:lnTo>
                  <a:lnTo>
                    <a:pt x="231040" y="260253"/>
                  </a:lnTo>
                  <a:lnTo>
                    <a:pt x="234537" y="254201"/>
                  </a:lnTo>
                  <a:lnTo>
                    <a:pt x="234537" y="50878"/>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Arial"/>
                <a:ea typeface="Arial"/>
                <a:cs typeface="Arial"/>
                <a:sym typeface="Arial"/>
              </a:endParaRPr>
            </a:p>
          </p:txBody>
        </p:sp>
      </p:grpSp>
      <p:grpSp>
        <p:nvGrpSpPr>
          <p:cNvPr id="348" name="Google Shape;348;p7"/>
          <p:cNvGrpSpPr/>
          <p:nvPr/>
        </p:nvGrpSpPr>
        <p:grpSpPr>
          <a:xfrm>
            <a:off x="452405" y="302314"/>
            <a:ext cx="1378493" cy="575111"/>
            <a:chOff x="994735" y="832264"/>
            <a:chExt cx="3030988" cy="1264535"/>
          </a:xfrm>
        </p:grpSpPr>
        <p:grpSp>
          <p:nvGrpSpPr>
            <p:cNvPr id="349" name="Google Shape;349;p7"/>
            <p:cNvGrpSpPr/>
            <p:nvPr/>
          </p:nvGrpSpPr>
          <p:grpSpPr>
            <a:xfrm>
              <a:off x="994735" y="832264"/>
              <a:ext cx="963860" cy="877277"/>
              <a:chOff x="994735" y="832264"/>
              <a:chExt cx="963860" cy="877277"/>
            </a:xfrm>
          </p:grpSpPr>
          <p:sp>
            <p:nvSpPr>
              <p:cNvPr id="350" name="Google Shape;350;p7"/>
              <p:cNvSpPr/>
              <p:nvPr/>
            </p:nvSpPr>
            <p:spPr>
              <a:xfrm>
                <a:off x="1409534" y="1000122"/>
                <a:ext cx="536575" cy="309880"/>
              </a:xfrm>
              <a:custGeom>
                <a:rect b="b" l="l" r="r" t="t"/>
                <a:pathLst>
                  <a:path extrusionOk="0" h="309880" w="536575">
                    <a:moveTo>
                      <a:pt x="134121" y="0"/>
                    </a:moveTo>
                    <a:lnTo>
                      <a:pt x="0" y="77432"/>
                    </a:lnTo>
                    <a:lnTo>
                      <a:pt x="402375" y="309749"/>
                    </a:lnTo>
                    <a:lnTo>
                      <a:pt x="536496" y="232307"/>
                    </a:lnTo>
                    <a:lnTo>
                      <a:pt x="134121" y="0"/>
                    </a:lnTo>
                    <a:close/>
                  </a:path>
                </a:pathLst>
              </a:custGeom>
              <a:solidFill>
                <a:srgbClr val="CC000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351" name="Google Shape;351;p7"/>
              <p:cNvSpPr/>
              <p:nvPr/>
            </p:nvSpPr>
            <p:spPr>
              <a:xfrm>
                <a:off x="1397114" y="987142"/>
                <a:ext cx="561339" cy="335280"/>
              </a:xfrm>
              <a:custGeom>
                <a:rect b="b" l="l" r="r" t="t"/>
                <a:pathLst>
                  <a:path extrusionOk="0" h="335280" w="561339">
                    <a:moveTo>
                      <a:pt x="148906" y="0"/>
                    </a:moveTo>
                    <a:lnTo>
                      <a:pt x="144173" y="0"/>
                    </a:lnTo>
                    <a:lnTo>
                      <a:pt x="2366" y="81882"/>
                    </a:lnTo>
                    <a:lnTo>
                      <a:pt x="0" y="85976"/>
                    </a:lnTo>
                    <a:lnTo>
                      <a:pt x="0" y="94855"/>
                    </a:lnTo>
                    <a:lnTo>
                      <a:pt x="2366" y="98949"/>
                    </a:lnTo>
                    <a:lnTo>
                      <a:pt x="410511" y="334597"/>
                    </a:lnTo>
                    <a:lnTo>
                      <a:pt x="412657" y="335152"/>
                    </a:lnTo>
                    <a:lnTo>
                      <a:pt x="416940" y="335152"/>
                    </a:lnTo>
                    <a:lnTo>
                      <a:pt x="419086" y="334597"/>
                    </a:lnTo>
                    <a:lnTo>
                      <a:pt x="464480" y="308388"/>
                    </a:lnTo>
                    <a:lnTo>
                      <a:pt x="414793" y="308388"/>
                    </a:lnTo>
                    <a:lnTo>
                      <a:pt x="37255" y="90416"/>
                    </a:lnTo>
                    <a:lnTo>
                      <a:pt x="146540" y="27318"/>
                    </a:lnTo>
                    <a:lnTo>
                      <a:pt x="196221" y="27318"/>
                    </a:lnTo>
                    <a:lnTo>
                      <a:pt x="148906" y="0"/>
                    </a:lnTo>
                    <a:close/>
                  </a:path>
                  <a:path extrusionOk="0" h="335280" w="561339">
                    <a:moveTo>
                      <a:pt x="196221" y="27318"/>
                    </a:moveTo>
                    <a:lnTo>
                      <a:pt x="146540" y="27318"/>
                    </a:lnTo>
                    <a:lnTo>
                      <a:pt x="524078" y="245290"/>
                    </a:lnTo>
                    <a:lnTo>
                      <a:pt x="414793" y="308388"/>
                    </a:lnTo>
                    <a:lnTo>
                      <a:pt x="464480" y="308388"/>
                    </a:lnTo>
                    <a:lnTo>
                      <a:pt x="558967" y="253835"/>
                    </a:lnTo>
                    <a:lnTo>
                      <a:pt x="561333" y="249730"/>
                    </a:lnTo>
                    <a:lnTo>
                      <a:pt x="561333" y="240861"/>
                    </a:lnTo>
                    <a:lnTo>
                      <a:pt x="558967" y="236757"/>
                    </a:lnTo>
                    <a:lnTo>
                      <a:pt x="196221" y="27318"/>
                    </a:lnTo>
                    <a:close/>
                  </a:path>
                </a:pathLst>
              </a:custGeom>
              <a:solidFill>
                <a:srgbClr val="00000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352" name="Google Shape;352;p7"/>
              <p:cNvSpPr/>
              <p:nvPr/>
            </p:nvSpPr>
            <p:spPr>
              <a:xfrm>
                <a:off x="1543660" y="845241"/>
                <a:ext cx="402589" cy="387350"/>
              </a:xfrm>
              <a:custGeom>
                <a:rect b="b" l="l" r="r" t="t"/>
                <a:pathLst>
                  <a:path extrusionOk="0" h="387350" w="402589">
                    <a:moveTo>
                      <a:pt x="0" y="0"/>
                    </a:moveTo>
                    <a:lnTo>
                      <a:pt x="0" y="154874"/>
                    </a:lnTo>
                    <a:lnTo>
                      <a:pt x="402375" y="387192"/>
                    </a:lnTo>
                    <a:lnTo>
                      <a:pt x="402375" y="232317"/>
                    </a:lnTo>
                    <a:lnTo>
                      <a:pt x="0"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353" name="Google Shape;353;p7"/>
              <p:cNvSpPr/>
              <p:nvPr/>
            </p:nvSpPr>
            <p:spPr>
              <a:xfrm>
                <a:off x="1531240" y="832275"/>
                <a:ext cx="427355" cy="412750"/>
              </a:xfrm>
              <a:custGeom>
                <a:rect b="b" l="l" r="r" t="t"/>
                <a:pathLst>
                  <a:path extrusionOk="0" h="412750" w="427355">
                    <a:moveTo>
                      <a:pt x="14784" y="0"/>
                    </a:moveTo>
                    <a:lnTo>
                      <a:pt x="10052" y="0"/>
                    </a:lnTo>
                    <a:lnTo>
                      <a:pt x="2366" y="4429"/>
                    </a:lnTo>
                    <a:lnTo>
                      <a:pt x="0" y="8533"/>
                    </a:lnTo>
                    <a:lnTo>
                      <a:pt x="0" y="172277"/>
                    </a:lnTo>
                    <a:lnTo>
                      <a:pt x="2366" y="176382"/>
                    </a:lnTo>
                    <a:lnTo>
                      <a:pt x="410511" y="412029"/>
                    </a:lnTo>
                    <a:lnTo>
                      <a:pt x="412647" y="412584"/>
                    </a:lnTo>
                    <a:lnTo>
                      <a:pt x="416940" y="412584"/>
                    </a:lnTo>
                    <a:lnTo>
                      <a:pt x="419076" y="412029"/>
                    </a:lnTo>
                    <a:lnTo>
                      <a:pt x="424845" y="408699"/>
                    </a:lnTo>
                    <a:lnTo>
                      <a:pt x="427212" y="404595"/>
                    </a:lnTo>
                    <a:lnTo>
                      <a:pt x="427212" y="378648"/>
                    </a:lnTo>
                    <a:lnTo>
                      <a:pt x="402375" y="378648"/>
                    </a:lnTo>
                    <a:lnTo>
                      <a:pt x="24836" y="160675"/>
                    </a:lnTo>
                    <a:lnTo>
                      <a:pt x="24836" y="34480"/>
                    </a:lnTo>
                    <a:lnTo>
                      <a:pt x="74507" y="34480"/>
                    </a:lnTo>
                    <a:lnTo>
                      <a:pt x="14784" y="0"/>
                    </a:lnTo>
                    <a:close/>
                  </a:path>
                  <a:path extrusionOk="0" h="412750" w="427355">
                    <a:moveTo>
                      <a:pt x="74507" y="34480"/>
                    </a:moveTo>
                    <a:lnTo>
                      <a:pt x="24836" y="34480"/>
                    </a:lnTo>
                    <a:lnTo>
                      <a:pt x="402375" y="252453"/>
                    </a:lnTo>
                    <a:lnTo>
                      <a:pt x="402375" y="378648"/>
                    </a:lnTo>
                    <a:lnTo>
                      <a:pt x="427212" y="378648"/>
                    </a:lnTo>
                    <a:lnTo>
                      <a:pt x="427212" y="240851"/>
                    </a:lnTo>
                    <a:lnTo>
                      <a:pt x="424845" y="236746"/>
                    </a:lnTo>
                    <a:lnTo>
                      <a:pt x="74507" y="34480"/>
                    </a:lnTo>
                    <a:close/>
                  </a:path>
                </a:pathLst>
              </a:custGeom>
              <a:solidFill>
                <a:srgbClr val="00000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354" name="Google Shape;354;p7"/>
              <p:cNvSpPr/>
              <p:nvPr/>
            </p:nvSpPr>
            <p:spPr>
              <a:xfrm>
                <a:off x="1409531" y="845241"/>
                <a:ext cx="134619" cy="232409"/>
              </a:xfrm>
              <a:custGeom>
                <a:rect b="b" l="l" r="r" t="t"/>
                <a:pathLst>
                  <a:path extrusionOk="0" h="232409" w="134619">
                    <a:moveTo>
                      <a:pt x="134121" y="0"/>
                    </a:moveTo>
                    <a:lnTo>
                      <a:pt x="0" y="77442"/>
                    </a:lnTo>
                    <a:lnTo>
                      <a:pt x="0" y="232317"/>
                    </a:lnTo>
                    <a:lnTo>
                      <a:pt x="134121" y="154874"/>
                    </a:lnTo>
                    <a:lnTo>
                      <a:pt x="134121"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355" name="Google Shape;355;p7"/>
              <p:cNvSpPr/>
              <p:nvPr/>
            </p:nvSpPr>
            <p:spPr>
              <a:xfrm>
                <a:off x="1397114" y="832265"/>
                <a:ext cx="159384" cy="257809"/>
              </a:xfrm>
              <a:custGeom>
                <a:rect b="b" l="l" r="r" t="t"/>
                <a:pathLst>
                  <a:path extrusionOk="0" h="257809" w="159384">
                    <a:moveTo>
                      <a:pt x="148906" y="0"/>
                    </a:moveTo>
                    <a:lnTo>
                      <a:pt x="144184" y="0"/>
                    </a:lnTo>
                    <a:lnTo>
                      <a:pt x="2366" y="81882"/>
                    </a:lnTo>
                    <a:lnTo>
                      <a:pt x="0" y="85986"/>
                    </a:lnTo>
                    <a:lnTo>
                      <a:pt x="0" y="249730"/>
                    </a:lnTo>
                    <a:lnTo>
                      <a:pt x="2366" y="253835"/>
                    </a:lnTo>
                    <a:lnTo>
                      <a:pt x="8125" y="257154"/>
                    </a:lnTo>
                    <a:lnTo>
                      <a:pt x="10271" y="257709"/>
                    </a:lnTo>
                    <a:lnTo>
                      <a:pt x="14565" y="257709"/>
                    </a:lnTo>
                    <a:lnTo>
                      <a:pt x="16701" y="257154"/>
                    </a:lnTo>
                    <a:lnTo>
                      <a:pt x="74503" y="223783"/>
                    </a:lnTo>
                    <a:lnTo>
                      <a:pt x="24836" y="223783"/>
                    </a:lnTo>
                    <a:lnTo>
                      <a:pt x="24836" y="97588"/>
                    </a:lnTo>
                    <a:lnTo>
                      <a:pt x="134121" y="34491"/>
                    </a:lnTo>
                    <a:lnTo>
                      <a:pt x="158958" y="34491"/>
                    </a:lnTo>
                    <a:lnTo>
                      <a:pt x="158958" y="8544"/>
                    </a:lnTo>
                    <a:lnTo>
                      <a:pt x="156592" y="4439"/>
                    </a:lnTo>
                    <a:lnTo>
                      <a:pt x="148906" y="0"/>
                    </a:lnTo>
                    <a:close/>
                  </a:path>
                  <a:path extrusionOk="0" h="257809" w="159384">
                    <a:moveTo>
                      <a:pt x="158958" y="34491"/>
                    </a:moveTo>
                    <a:lnTo>
                      <a:pt x="134121" y="34491"/>
                    </a:lnTo>
                    <a:lnTo>
                      <a:pt x="134121" y="160686"/>
                    </a:lnTo>
                    <a:lnTo>
                      <a:pt x="24836" y="223783"/>
                    </a:lnTo>
                    <a:lnTo>
                      <a:pt x="74503" y="223783"/>
                    </a:lnTo>
                    <a:lnTo>
                      <a:pt x="156592" y="176392"/>
                    </a:lnTo>
                    <a:lnTo>
                      <a:pt x="158958" y="172287"/>
                    </a:lnTo>
                    <a:lnTo>
                      <a:pt x="158958" y="34491"/>
                    </a:lnTo>
                    <a:close/>
                  </a:path>
                </a:pathLst>
              </a:custGeom>
              <a:solidFill>
                <a:srgbClr val="00000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356" name="Google Shape;356;p7"/>
              <p:cNvSpPr/>
              <p:nvPr/>
            </p:nvSpPr>
            <p:spPr>
              <a:xfrm>
                <a:off x="1141280" y="845237"/>
                <a:ext cx="536575" cy="309880"/>
              </a:xfrm>
              <a:custGeom>
                <a:rect b="b" l="l" r="r" t="t"/>
                <a:pathLst>
                  <a:path extrusionOk="0" h="309880" w="536575">
                    <a:moveTo>
                      <a:pt x="402375" y="0"/>
                    </a:moveTo>
                    <a:lnTo>
                      <a:pt x="0" y="232317"/>
                    </a:lnTo>
                    <a:lnTo>
                      <a:pt x="134121" y="309760"/>
                    </a:lnTo>
                    <a:lnTo>
                      <a:pt x="536507" y="77442"/>
                    </a:lnTo>
                    <a:lnTo>
                      <a:pt x="402375"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357" name="Google Shape;357;p7"/>
              <p:cNvSpPr/>
              <p:nvPr/>
            </p:nvSpPr>
            <p:spPr>
              <a:xfrm>
                <a:off x="1128861" y="832264"/>
                <a:ext cx="561339" cy="335280"/>
              </a:xfrm>
              <a:custGeom>
                <a:rect b="b" l="l" r="r" t="t"/>
                <a:pathLst>
                  <a:path extrusionOk="0" h="335280" w="561339">
                    <a:moveTo>
                      <a:pt x="417160" y="0"/>
                    </a:moveTo>
                    <a:lnTo>
                      <a:pt x="412427" y="0"/>
                    </a:lnTo>
                    <a:lnTo>
                      <a:pt x="2366" y="236757"/>
                    </a:lnTo>
                    <a:lnTo>
                      <a:pt x="0" y="240851"/>
                    </a:lnTo>
                    <a:lnTo>
                      <a:pt x="0" y="249730"/>
                    </a:lnTo>
                    <a:lnTo>
                      <a:pt x="2366" y="253824"/>
                    </a:lnTo>
                    <a:lnTo>
                      <a:pt x="142257" y="334597"/>
                    </a:lnTo>
                    <a:lnTo>
                      <a:pt x="144403" y="335152"/>
                    </a:lnTo>
                    <a:lnTo>
                      <a:pt x="148686" y="335152"/>
                    </a:lnTo>
                    <a:lnTo>
                      <a:pt x="150833" y="334597"/>
                    </a:lnTo>
                    <a:lnTo>
                      <a:pt x="196226" y="308388"/>
                    </a:lnTo>
                    <a:lnTo>
                      <a:pt x="146540" y="308388"/>
                    </a:lnTo>
                    <a:lnTo>
                      <a:pt x="37255" y="245290"/>
                    </a:lnTo>
                    <a:lnTo>
                      <a:pt x="414793" y="27318"/>
                    </a:lnTo>
                    <a:lnTo>
                      <a:pt x="464480" y="27318"/>
                    </a:lnTo>
                    <a:lnTo>
                      <a:pt x="417160" y="0"/>
                    </a:lnTo>
                    <a:close/>
                  </a:path>
                  <a:path extrusionOk="0" h="335280" w="561339">
                    <a:moveTo>
                      <a:pt x="464480" y="27318"/>
                    </a:moveTo>
                    <a:lnTo>
                      <a:pt x="414793" y="27318"/>
                    </a:lnTo>
                    <a:lnTo>
                      <a:pt x="524088" y="90416"/>
                    </a:lnTo>
                    <a:lnTo>
                      <a:pt x="146540" y="308388"/>
                    </a:lnTo>
                    <a:lnTo>
                      <a:pt x="196226" y="308388"/>
                    </a:lnTo>
                    <a:lnTo>
                      <a:pt x="558977" y="98949"/>
                    </a:lnTo>
                    <a:lnTo>
                      <a:pt x="561344" y="94845"/>
                    </a:lnTo>
                    <a:lnTo>
                      <a:pt x="561344" y="85976"/>
                    </a:lnTo>
                    <a:lnTo>
                      <a:pt x="558977" y="81871"/>
                    </a:lnTo>
                    <a:lnTo>
                      <a:pt x="464480" y="27318"/>
                    </a:lnTo>
                    <a:close/>
                  </a:path>
                </a:pathLst>
              </a:custGeom>
              <a:solidFill>
                <a:srgbClr val="00000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358" name="Google Shape;358;p7"/>
              <p:cNvSpPr/>
              <p:nvPr/>
            </p:nvSpPr>
            <p:spPr>
              <a:xfrm>
                <a:off x="1275409" y="922679"/>
                <a:ext cx="402589" cy="386715"/>
              </a:xfrm>
              <a:custGeom>
                <a:rect b="b" l="l" r="r" t="t"/>
                <a:pathLst>
                  <a:path extrusionOk="0" h="386715" w="402589">
                    <a:moveTo>
                      <a:pt x="402375" y="0"/>
                    </a:moveTo>
                    <a:lnTo>
                      <a:pt x="0" y="232317"/>
                    </a:lnTo>
                    <a:lnTo>
                      <a:pt x="0" y="386721"/>
                    </a:lnTo>
                    <a:lnTo>
                      <a:pt x="402375" y="154874"/>
                    </a:lnTo>
                    <a:lnTo>
                      <a:pt x="402375" y="0"/>
                    </a:lnTo>
                    <a:close/>
                  </a:path>
                </a:pathLst>
              </a:custGeom>
              <a:solidFill>
                <a:srgbClr val="00852A"/>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359" name="Google Shape;359;p7"/>
              <p:cNvSpPr/>
              <p:nvPr/>
            </p:nvSpPr>
            <p:spPr>
              <a:xfrm>
                <a:off x="1262987" y="909700"/>
                <a:ext cx="427355" cy="412115"/>
              </a:xfrm>
              <a:custGeom>
                <a:rect b="b" l="l" r="r" t="t"/>
                <a:pathLst>
                  <a:path extrusionOk="0" h="412115" w="427355">
                    <a:moveTo>
                      <a:pt x="417160" y="0"/>
                    </a:moveTo>
                    <a:lnTo>
                      <a:pt x="412427" y="0"/>
                    </a:lnTo>
                    <a:lnTo>
                      <a:pt x="2366" y="236757"/>
                    </a:lnTo>
                    <a:lnTo>
                      <a:pt x="0" y="240861"/>
                    </a:lnTo>
                    <a:lnTo>
                      <a:pt x="0" y="404134"/>
                    </a:lnTo>
                    <a:lnTo>
                      <a:pt x="2366" y="408228"/>
                    </a:lnTo>
                    <a:lnTo>
                      <a:pt x="8165" y="411568"/>
                    </a:lnTo>
                    <a:lnTo>
                      <a:pt x="10271" y="412113"/>
                    </a:lnTo>
                    <a:lnTo>
                      <a:pt x="14554" y="412113"/>
                    </a:lnTo>
                    <a:lnTo>
                      <a:pt x="16719" y="411558"/>
                    </a:lnTo>
                    <a:lnTo>
                      <a:pt x="74599" y="378208"/>
                    </a:lnTo>
                    <a:lnTo>
                      <a:pt x="24836" y="378208"/>
                    </a:lnTo>
                    <a:lnTo>
                      <a:pt x="24836" y="252463"/>
                    </a:lnTo>
                    <a:lnTo>
                      <a:pt x="402375" y="34491"/>
                    </a:lnTo>
                    <a:lnTo>
                      <a:pt x="427212" y="34491"/>
                    </a:lnTo>
                    <a:lnTo>
                      <a:pt x="427212" y="8544"/>
                    </a:lnTo>
                    <a:lnTo>
                      <a:pt x="424845" y="4439"/>
                    </a:lnTo>
                    <a:lnTo>
                      <a:pt x="417160" y="0"/>
                    </a:lnTo>
                    <a:close/>
                  </a:path>
                  <a:path extrusionOk="0" h="412115" w="427355">
                    <a:moveTo>
                      <a:pt x="427212" y="34491"/>
                    </a:moveTo>
                    <a:lnTo>
                      <a:pt x="402375" y="34491"/>
                    </a:lnTo>
                    <a:lnTo>
                      <a:pt x="402375" y="160675"/>
                    </a:lnTo>
                    <a:lnTo>
                      <a:pt x="24836" y="378208"/>
                    </a:lnTo>
                    <a:lnTo>
                      <a:pt x="74599" y="378208"/>
                    </a:lnTo>
                    <a:lnTo>
                      <a:pt x="424845" y="176403"/>
                    </a:lnTo>
                    <a:lnTo>
                      <a:pt x="427212" y="172298"/>
                    </a:lnTo>
                    <a:lnTo>
                      <a:pt x="427212" y="34491"/>
                    </a:lnTo>
                    <a:close/>
                  </a:path>
                </a:pathLst>
              </a:custGeom>
              <a:solidFill>
                <a:srgbClr val="00000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360" name="Google Shape;360;p7"/>
              <p:cNvSpPr/>
              <p:nvPr/>
            </p:nvSpPr>
            <p:spPr>
              <a:xfrm>
                <a:off x="1141280" y="1077554"/>
                <a:ext cx="134619" cy="232409"/>
              </a:xfrm>
              <a:custGeom>
                <a:rect b="b" l="l" r="r" t="t"/>
                <a:pathLst>
                  <a:path extrusionOk="0" h="232409" w="134619">
                    <a:moveTo>
                      <a:pt x="0" y="0"/>
                    </a:moveTo>
                    <a:lnTo>
                      <a:pt x="0" y="154874"/>
                    </a:lnTo>
                    <a:lnTo>
                      <a:pt x="134121" y="231846"/>
                    </a:lnTo>
                    <a:lnTo>
                      <a:pt x="134121" y="77442"/>
                    </a:lnTo>
                    <a:lnTo>
                      <a:pt x="0"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361" name="Google Shape;361;p7"/>
              <p:cNvSpPr/>
              <p:nvPr/>
            </p:nvSpPr>
            <p:spPr>
              <a:xfrm>
                <a:off x="1128861" y="1064583"/>
                <a:ext cx="159384" cy="257809"/>
              </a:xfrm>
              <a:custGeom>
                <a:rect b="b" l="l" r="r" t="t"/>
                <a:pathLst>
                  <a:path extrusionOk="0" h="257809" w="159384">
                    <a:moveTo>
                      <a:pt x="14784" y="0"/>
                    </a:moveTo>
                    <a:lnTo>
                      <a:pt x="10052" y="0"/>
                    </a:lnTo>
                    <a:lnTo>
                      <a:pt x="2366" y="4429"/>
                    </a:lnTo>
                    <a:lnTo>
                      <a:pt x="0" y="8533"/>
                    </a:lnTo>
                    <a:lnTo>
                      <a:pt x="0" y="172298"/>
                    </a:lnTo>
                    <a:lnTo>
                      <a:pt x="2376" y="176403"/>
                    </a:lnTo>
                    <a:lnTo>
                      <a:pt x="142278" y="256683"/>
                    </a:lnTo>
                    <a:lnTo>
                      <a:pt x="144414" y="257227"/>
                    </a:lnTo>
                    <a:lnTo>
                      <a:pt x="148697" y="257227"/>
                    </a:lnTo>
                    <a:lnTo>
                      <a:pt x="150843" y="256672"/>
                    </a:lnTo>
                    <a:lnTo>
                      <a:pt x="156602" y="253343"/>
                    </a:lnTo>
                    <a:lnTo>
                      <a:pt x="158958" y="249238"/>
                    </a:lnTo>
                    <a:lnTo>
                      <a:pt x="158958" y="223364"/>
                    </a:lnTo>
                    <a:lnTo>
                      <a:pt x="134121" y="223364"/>
                    </a:lnTo>
                    <a:lnTo>
                      <a:pt x="24836" y="160654"/>
                    </a:lnTo>
                    <a:lnTo>
                      <a:pt x="24836" y="34480"/>
                    </a:lnTo>
                    <a:lnTo>
                      <a:pt x="74507" y="34480"/>
                    </a:lnTo>
                    <a:lnTo>
                      <a:pt x="14784" y="0"/>
                    </a:lnTo>
                    <a:close/>
                  </a:path>
                  <a:path extrusionOk="0" h="257809" w="159384">
                    <a:moveTo>
                      <a:pt x="74507" y="34480"/>
                    </a:moveTo>
                    <a:lnTo>
                      <a:pt x="24836" y="34480"/>
                    </a:lnTo>
                    <a:lnTo>
                      <a:pt x="134121" y="97578"/>
                    </a:lnTo>
                    <a:lnTo>
                      <a:pt x="134121" y="223364"/>
                    </a:lnTo>
                    <a:lnTo>
                      <a:pt x="158958" y="223364"/>
                    </a:lnTo>
                    <a:lnTo>
                      <a:pt x="158958" y="85976"/>
                    </a:lnTo>
                    <a:lnTo>
                      <a:pt x="156592" y="81871"/>
                    </a:lnTo>
                    <a:lnTo>
                      <a:pt x="74507" y="34480"/>
                    </a:lnTo>
                    <a:close/>
                  </a:path>
                </a:pathLst>
              </a:custGeom>
              <a:solidFill>
                <a:srgbClr val="00000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362" name="Google Shape;362;p7"/>
              <p:cNvSpPr/>
              <p:nvPr/>
            </p:nvSpPr>
            <p:spPr>
              <a:xfrm>
                <a:off x="1409528" y="1309866"/>
                <a:ext cx="268605" cy="309880"/>
              </a:xfrm>
              <a:custGeom>
                <a:rect b="b" l="l" r="r" t="t"/>
                <a:pathLst>
                  <a:path extrusionOk="0" h="309880" w="268605">
                    <a:moveTo>
                      <a:pt x="134132" y="0"/>
                    </a:moveTo>
                    <a:lnTo>
                      <a:pt x="0" y="77442"/>
                    </a:lnTo>
                    <a:lnTo>
                      <a:pt x="0" y="232317"/>
                    </a:lnTo>
                    <a:lnTo>
                      <a:pt x="134132" y="309760"/>
                    </a:lnTo>
                    <a:lnTo>
                      <a:pt x="268253" y="232317"/>
                    </a:lnTo>
                    <a:lnTo>
                      <a:pt x="268253" y="77442"/>
                    </a:lnTo>
                    <a:lnTo>
                      <a:pt x="134132"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363" name="Google Shape;363;p7"/>
              <p:cNvSpPr/>
              <p:nvPr/>
            </p:nvSpPr>
            <p:spPr>
              <a:xfrm>
                <a:off x="1397111" y="1296895"/>
                <a:ext cx="293369" cy="335280"/>
              </a:xfrm>
              <a:custGeom>
                <a:rect b="b" l="l" r="r" t="t"/>
                <a:pathLst>
                  <a:path extrusionOk="0" h="335280" w="293369">
                    <a:moveTo>
                      <a:pt x="148906" y="0"/>
                    </a:moveTo>
                    <a:lnTo>
                      <a:pt x="144184" y="0"/>
                    </a:lnTo>
                    <a:lnTo>
                      <a:pt x="2366" y="81871"/>
                    </a:lnTo>
                    <a:lnTo>
                      <a:pt x="0" y="85976"/>
                    </a:lnTo>
                    <a:lnTo>
                      <a:pt x="0" y="249720"/>
                    </a:lnTo>
                    <a:lnTo>
                      <a:pt x="2366" y="253824"/>
                    </a:lnTo>
                    <a:lnTo>
                      <a:pt x="142257" y="334586"/>
                    </a:lnTo>
                    <a:lnTo>
                      <a:pt x="144403" y="335141"/>
                    </a:lnTo>
                    <a:lnTo>
                      <a:pt x="148686" y="335141"/>
                    </a:lnTo>
                    <a:lnTo>
                      <a:pt x="150833" y="334586"/>
                    </a:lnTo>
                    <a:lnTo>
                      <a:pt x="196211" y="308388"/>
                    </a:lnTo>
                    <a:lnTo>
                      <a:pt x="146540" y="308388"/>
                    </a:lnTo>
                    <a:lnTo>
                      <a:pt x="24836" y="238118"/>
                    </a:lnTo>
                    <a:lnTo>
                      <a:pt x="24836" y="97588"/>
                    </a:lnTo>
                    <a:lnTo>
                      <a:pt x="146540" y="27318"/>
                    </a:lnTo>
                    <a:lnTo>
                      <a:pt x="196227" y="27318"/>
                    </a:lnTo>
                    <a:lnTo>
                      <a:pt x="148906" y="0"/>
                    </a:lnTo>
                    <a:close/>
                  </a:path>
                  <a:path extrusionOk="0" h="335280" w="293369">
                    <a:moveTo>
                      <a:pt x="196227" y="27318"/>
                    </a:moveTo>
                    <a:lnTo>
                      <a:pt x="146540" y="27318"/>
                    </a:lnTo>
                    <a:lnTo>
                      <a:pt x="268253" y="97588"/>
                    </a:lnTo>
                    <a:lnTo>
                      <a:pt x="268253" y="238118"/>
                    </a:lnTo>
                    <a:lnTo>
                      <a:pt x="146540" y="308388"/>
                    </a:lnTo>
                    <a:lnTo>
                      <a:pt x="196211" y="308388"/>
                    </a:lnTo>
                    <a:lnTo>
                      <a:pt x="290724" y="253824"/>
                    </a:lnTo>
                    <a:lnTo>
                      <a:pt x="293090" y="249720"/>
                    </a:lnTo>
                    <a:lnTo>
                      <a:pt x="293090" y="85976"/>
                    </a:lnTo>
                    <a:lnTo>
                      <a:pt x="290724" y="81871"/>
                    </a:lnTo>
                    <a:lnTo>
                      <a:pt x="196227" y="27318"/>
                    </a:lnTo>
                    <a:close/>
                  </a:path>
                </a:pathLst>
              </a:custGeom>
              <a:solidFill>
                <a:srgbClr val="00000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364" name="Google Shape;364;p7"/>
              <p:cNvSpPr/>
              <p:nvPr/>
            </p:nvSpPr>
            <p:spPr>
              <a:xfrm>
                <a:off x="1409529" y="1309866"/>
                <a:ext cx="134619" cy="232409"/>
              </a:xfrm>
              <a:custGeom>
                <a:rect b="b" l="l" r="r" t="t"/>
                <a:pathLst>
                  <a:path extrusionOk="0" h="232409" w="134619">
                    <a:moveTo>
                      <a:pt x="134121" y="0"/>
                    </a:moveTo>
                    <a:lnTo>
                      <a:pt x="0" y="77442"/>
                    </a:lnTo>
                    <a:lnTo>
                      <a:pt x="0" y="232317"/>
                    </a:lnTo>
                    <a:lnTo>
                      <a:pt x="134121" y="154874"/>
                    </a:lnTo>
                    <a:lnTo>
                      <a:pt x="134121" y="0"/>
                    </a:lnTo>
                    <a:close/>
                  </a:path>
                </a:pathLst>
              </a:custGeom>
              <a:solidFill>
                <a:srgbClr val="CC000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365" name="Google Shape;365;p7"/>
              <p:cNvSpPr/>
              <p:nvPr/>
            </p:nvSpPr>
            <p:spPr>
              <a:xfrm>
                <a:off x="1397111" y="1296901"/>
                <a:ext cx="159384" cy="257809"/>
              </a:xfrm>
              <a:custGeom>
                <a:rect b="b" l="l" r="r" t="t"/>
                <a:pathLst>
                  <a:path extrusionOk="0" h="257809" w="159384">
                    <a:moveTo>
                      <a:pt x="148906" y="0"/>
                    </a:moveTo>
                    <a:lnTo>
                      <a:pt x="144184" y="0"/>
                    </a:lnTo>
                    <a:lnTo>
                      <a:pt x="2366" y="81871"/>
                    </a:lnTo>
                    <a:lnTo>
                      <a:pt x="0" y="85976"/>
                    </a:lnTo>
                    <a:lnTo>
                      <a:pt x="0" y="249720"/>
                    </a:lnTo>
                    <a:lnTo>
                      <a:pt x="2366" y="253824"/>
                    </a:lnTo>
                    <a:lnTo>
                      <a:pt x="8125" y="257144"/>
                    </a:lnTo>
                    <a:lnTo>
                      <a:pt x="10271" y="257698"/>
                    </a:lnTo>
                    <a:lnTo>
                      <a:pt x="14565" y="257698"/>
                    </a:lnTo>
                    <a:lnTo>
                      <a:pt x="16701" y="257144"/>
                    </a:lnTo>
                    <a:lnTo>
                      <a:pt x="74503" y="223773"/>
                    </a:lnTo>
                    <a:lnTo>
                      <a:pt x="24836" y="223773"/>
                    </a:lnTo>
                    <a:lnTo>
                      <a:pt x="24836" y="97578"/>
                    </a:lnTo>
                    <a:lnTo>
                      <a:pt x="134121" y="34480"/>
                    </a:lnTo>
                    <a:lnTo>
                      <a:pt x="158958" y="34480"/>
                    </a:lnTo>
                    <a:lnTo>
                      <a:pt x="158958" y="8533"/>
                    </a:lnTo>
                    <a:lnTo>
                      <a:pt x="156592" y="4429"/>
                    </a:lnTo>
                    <a:lnTo>
                      <a:pt x="148906" y="0"/>
                    </a:lnTo>
                    <a:close/>
                  </a:path>
                  <a:path extrusionOk="0" h="257809" w="159384">
                    <a:moveTo>
                      <a:pt x="158958" y="34480"/>
                    </a:moveTo>
                    <a:lnTo>
                      <a:pt x="134121" y="34480"/>
                    </a:lnTo>
                    <a:lnTo>
                      <a:pt x="134121" y="160675"/>
                    </a:lnTo>
                    <a:lnTo>
                      <a:pt x="24836" y="223773"/>
                    </a:lnTo>
                    <a:lnTo>
                      <a:pt x="74503" y="223773"/>
                    </a:lnTo>
                    <a:lnTo>
                      <a:pt x="156592" y="176382"/>
                    </a:lnTo>
                    <a:lnTo>
                      <a:pt x="158958" y="172277"/>
                    </a:lnTo>
                    <a:lnTo>
                      <a:pt x="158958" y="34480"/>
                    </a:lnTo>
                    <a:close/>
                  </a:path>
                </a:pathLst>
              </a:custGeom>
              <a:solidFill>
                <a:srgbClr val="00000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366" name="Google Shape;366;p7"/>
              <p:cNvSpPr/>
              <p:nvPr/>
            </p:nvSpPr>
            <p:spPr>
              <a:xfrm>
                <a:off x="1543660" y="1309866"/>
                <a:ext cx="134619" cy="232409"/>
              </a:xfrm>
              <a:custGeom>
                <a:rect b="b" l="l" r="r" t="t"/>
                <a:pathLst>
                  <a:path extrusionOk="0" h="232409" w="134619">
                    <a:moveTo>
                      <a:pt x="0" y="0"/>
                    </a:moveTo>
                    <a:lnTo>
                      <a:pt x="0" y="154885"/>
                    </a:lnTo>
                    <a:lnTo>
                      <a:pt x="134121" y="232317"/>
                    </a:lnTo>
                    <a:lnTo>
                      <a:pt x="134121" y="77442"/>
                    </a:lnTo>
                    <a:lnTo>
                      <a:pt x="0"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367" name="Google Shape;367;p7"/>
              <p:cNvSpPr/>
              <p:nvPr/>
            </p:nvSpPr>
            <p:spPr>
              <a:xfrm>
                <a:off x="1531237" y="1296900"/>
                <a:ext cx="159385" cy="257809"/>
              </a:xfrm>
              <a:custGeom>
                <a:rect b="b" l="l" r="r" t="t"/>
                <a:pathLst>
                  <a:path extrusionOk="0" h="257809" w="159385">
                    <a:moveTo>
                      <a:pt x="14784" y="0"/>
                    </a:moveTo>
                    <a:lnTo>
                      <a:pt x="10052" y="0"/>
                    </a:lnTo>
                    <a:lnTo>
                      <a:pt x="2366" y="4429"/>
                    </a:lnTo>
                    <a:lnTo>
                      <a:pt x="0" y="8533"/>
                    </a:lnTo>
                    <a:lnTo>
                      <a:pt x="0" y="172277"/>
                    </a:lnTo>
                    <a:lnTo>
                      <a:pt x="2366" y="176382"/>
                    </a:lnTo>
                    <a:lnTo>
                      <a:pt x="142257" y="257144"/>
                    </a:lnTo>
                    <a:lnTo>
                      <a:pt x="144403" y="257698"/>
                    </a:lnTo>
                    <a:lnTo>
                      <a:pt x="148686" y="257698"/>
                    </a:lnTo>
                    <a:lnTo>
                      <a:pt x="150833" y="257144"/>
                    </a:lnTo>
                    <a:lnTo>
                      <a:pt x="156592" y="253824"/>
                    </a:lnTo>
                    <a:lnTo>
                      <a:pt x="158958" y="249720"/>
                    </a:lnTo>
                    <a:lnTo>
                      <a:pt x="158958" y="223773"/>
                    </a:lnTo>
                    <a:lnTo>
                      <a:pt x="134121" y="223773"/>
                    </a:lnTo>
                    <a:lnTo>
                      <a:pt x="24836" y="160675"/>
                    </a:lnTo>
                    <a:lnTo>
                      <a:pt x="24836" y="34480"/>
                    </a:lnTo>
                    <a:lnTo>
                      <a:pt x="74507" y="34480"/>
                    </a:lnTo>
                    <a:lnTo>
                      <a:pt x="14784" y="0"/>
                    </a:lnTo>
                    <a:close/>
                  </a:path>
                  <a:path extrusionOk="0" h="257809" w="159385">
                    <a:moveTo>
                      <a:pt x="74507" y="34480"/>
                    </a:moveTo>
                    <a:lnTo>
                      <a:pt x="24836" y="34480"/>
                    </a:lnTo>
                    <a:lnTo>
                      <a:pt x="134121" y="97578"/>
                    </a:lnTo>
                    <a:lnTo>
                      <a:pt x="134121" y="223773"/>
                    </a:lnTo>
                    <a:lnTo>
                      <a:pt x="158958" y="223773"/>
                    </a:lnTo>
                    <a:lnTo>
                      <a:pt x="158958" y="85976"/>
                    </a:lnTo>
                    <a:lnTo>
                      <a:pt x="156592" y="81871"/>
                    </a:lnTo>
                    <a:lnTo>
                      <a:pt x="74507" y="34480"/>
                    </a:lnTo>
                    <a:close/>
                  </a:path>
                </a:pathLst>
              </a:custGeom>
              <a:solidFill>
                <a:srgbClr val="00000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368" name="Google Shape;368;p7"/>
              <p:cNvSpPr/>
              <p:nvPr/>
            </p:nvSpPr>
            <p:spPr>
              <a:xfrm>
                <a:off x="1141280" y="1077556"/>
                <a:ext cx="134619" cy="542290"/>
              </a:xfrm>
              <a:custGeom>
                <a:rect b="b" l="l" r="r" t="t"/>
                <a:pathLst>
                  <a:path extrusionOk="0" h="542290" w="134619">
                    <a:moveTo>
                      <a:pt x="0" y="0"/>
                    </a:moveTo>
                    <a:lnTo>
                      <a:pt x="0" y="464624"/>
                    </a:lnTo>
                    <a:lnTo>
                      <a:pt x="134121" y="542067"/>
                    </a:lnTo>
                    <a:lnTo>
                      <a:pt x="134121" y="77432"/>
                    </a:lnTo>
                    <a:lnTo>
                      <a:pt x="0" y="0"/>
                    </a:lnTo>
                    <a:close/>
                  </a:path>
                </a:pathLst>
              </a:custGeom>
              <a:solidFill>
                <a:srgbClr val="F9C80A"/>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369" name="Google Shape;369;p7"/>
              <p:cNvSpPr/>
              <p:nvPr/>
            </p:nvSpPr>
            <p:spPr>
              <a:xfrm>
                <a:off x="1128861" y="1064585"/>
                <a:ext cx="159384" cy="567689"/>
              </a:xfrm>
              <a:custGeom>
                <a:rect b="b" l="l" r="r" t="t"/>
                <a:pathLst>
                  <a:path extrusionOk="0" h="567689" w="159384">
                    <a:moveTo>
                      <a:pt x="14784" y="0"/>
                    </a:moveTo>
                    <a:lnTo>
                      <a:pt x="10052" y="0"/>
                    </a:lnTo>
                    <a:lnTo>
                      <a:pt x="2366" y="4429"/>
                    </a:lnTo>
                    <a:lnTo>
                      <a:pt x="0" y="8533"/>
                    </a:lnTo>
                    <a:lnTo>
                      <a:pt x="0" y="482027"/>
                    </a:lnTo>
                    <a:lnTo>
                      <a:pt x="2366" y="486131"/>
                    </a:lnTo>
                    <a:lnTo>
                      <a:pt x="142257" y="566893"/>
                    </a:lnTo>
                    <a:lnTo>
                      <a:pt x="144403" y="567448"/>
                    </a:lnTo>
                    <a:lnTo>
                      <a:pt x="148686" y="567448"/>
                    </a:lnTo>
                    <a:lnTo>
                      <a:pt x="150833" y="566893"/>
                    </a:lnTo>
                    <a:lnTo>
                      <a:pt x="156592" y="563574"/>
                    </a:lnTo>
                    <a:lnTo>
                      <a:pt x="158958" y="559469"/>
                    </a:lnTo>
                    <a:lnTo>
                      <a:pt x="158958" y="533523"/>
                    </a:lnTo>
                    <a:lnTo>
                      <a:pt x="134121" y="533523"/>
                    </a:lnTo>
                    <a:lnTo>
                      <a:pt x="24836" y="470425"/>
                    </a:lnTo>
                    <a:lnTo>
                      <a:pt x="24836" y="34480"/>
                    </a:lnTo>
                    <a:lnTo>
                      <a:pt x="74507" y="34480"/>
                    </a:lnTo>
                    <a:lnTo>
                      <a:pt x="14784" y="0"/>
                    </a:lnTo>
                    <a:close/>
                  </a:path>
                  <a:path extrusionOk="0" h="567689" w="159384">
                    <a:moveTo>
                      <a:pt x="74507" y="34480"/>
                    </a:moveTo>
                    <a:lnTo>
                      <a:pt x="24836" y="34480"/>
                    </a:lnTo>
                    <a:lnTo>
                      <a:pt x="134121" y="97578"/>
                    </a:lnTo>
                    <a:lnTo>
                      <a:pt x="134121" y="533523"/>
                    </a:lnTo>
                    <a:lnTo>
                      <a:pt x="158958" y="533523"/>
                    </a:lnTo>
                    <a:lnTo>
                      <a:pt x="158958" y="85976"/>
                    </a:lnTo>
                    <a:lnTo>
                      <a:pt x="156592" y="81871"/>
                    </a:lnTo>
                    <a:lnTo>
                      <a:pt x="74507" y="34480"/>
                    </a:lnTo>
                    <a:close/>
                  </a:path>
                </a:pathLst>
              </a:custGeom>
              <a:solidFill>
                <a:srgbClr val="00000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370" name="Google Shape;370;p7"/>
              <p:cNvSpPr/>
              <p:nvPr/>
            </p:nvSpPr>
            <p:spPr>
              <a:xfrm>
                <a:off x="1007153" y="1077551"/>
                <a:ext cx="134619" cy="542290"/>
              </a:xfrm>
              <a:custGeom>
                <a:rect b="b" l="l" r="r" t="t"/>
                <a:pathLst>
                  <a:path extrusionOk="0" h="542290" w="134619">
                    <a:moveTo>
                      <a:pt x="134121" y="0"/>
                    </a:moveTo>
                    <a:lnTo>
                      <a:pt x="0" y="77442"/>
                    </a:lnTo>
                    <a:lnTo>
                      <a:pt x="0" y="542067"/>
                    </a:lnTo>
                    <a:lnTo>
                      <a:pt x="134121" y="464624"/>
                    </a:lnTo>
                    <a:lnTo>
                      <a:pt x="134121"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371" name="Google Shape;371;p7"/>
              <p:cNvSpPr/>
              <p:nvPr/>
            </p:nvSpPr>
            <p:spPr>
              <a:xfrm>
                <a:off x="994735" y="1064585"/>
                <a:ext cx="159384" cy="567689"/>
              </a:xfrm>
              <a:custGeom>
                <a:rect b="b" l="l" r="r" t="t"/>
                <a:pathLst>
                  <a:path extrusionOk="0" h="567689" w="159384">
                    <a:moveTo>
                      <a:pt x="148906" y="0"/>
                    </a:moveTo>
                    <a:lnTo>
                      <a:pt x="144184" y="0"/>
                    </a:lnTo>
                    <a:lnTo>
                      <a:pt x="2366" y="81871"/>
                    </a:lnTo>
                    <a:lnTo>
                      <a:pt x="0" y="85976"/>
                    </a:lnTo>
                    <a:lnTo>
                      <a:pt x="0" y="559469"/>
                    </a:lnTo>
                    <a:lnTo>
                      <a:pt x="2366" y="563574"/>
                    </a:lnTo>
                    <a:lnTo>
                      <a:pt x="8125" y="566893"/>
                    </a:lnTo>
                    <a:lnTo>
                      <a:pt x="10271" y="567448"/>
                    </a:lnTo>
                    <a:lnTo>
                      <a:pt x="14565" y="567448"/>
                    </a:lnTo>
                    <a:lnTo>
                      <a:pt x="16701" y="566893"/>
                    </a:lnTo>
                    <a:lnTo>
                      <a:pt x="74503" y="533523"/>
                    </a:lnTo>
                    <a:lnTo>
                      <a:pt x="24836" y="533523"/>
                    </a:lnTo>
                    <a:lnTo>
                      <a:pt x="24836" y="97578"/>
                    </a:lnTo>
                    <a:lnTo>
                      <a:pt x="134121" y="34480"/>
                    </a:lnTo>
                    <a:lnTo>
                      <a:pt x="158958" y="34480"/>
                    </a:lnTo>
                    <a:lnTo>
                      <a:pt x="158958" y="8533"/>
                    </a:lnTo>
                    <a:lnTo>
                      <a:pt x="156592" y="4429"/>
                    </a:lnTo>
                    <a:lnTo>
                      <a:pt x="148906" y="0"/>
                    </a:lnTo>
                    <a:close/>
                  </a:path>
                  <a:path extrusionOk="0" h="567689" w="159384">
                    <a:moveTo>
                      <a:pt x="158958" y="34480"/>
                    </a:moveTo>
                    <a:lnTo>
                      <a:pt x="134121" y="34480"/>
                    </a:lnTo>
                    <a:lnTo>
                      <a:pt x="134121" y="470425"/>
                    </a:lnTo>
                    <a:lnTo>
                      <a:pt x="24836" y="533523"/>
                    </a:lnTo>
                    <a:lnTo>
                      <a:pt x="74503" y="533523"/>
                    </a:lnTo>
                    <a:lnTo>
                      <a:pt x="156592" y="486131"/>
                    </a:lnTo>
                    <a:lnTo>
                      <a:pt x="158958" y="482027"/>
                    </a:lnTo>
                    <a:lnTo>
                      <a:pt x="158958" y="34480"/>
                    </a:lnTo>
                    <a:close/>
                  </a:path>
                </a:pathLst>
              </a:custGeom>
              <a:solidFill>
                <a:srgbClr val="00000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372" name="Google Shape;372;p7"/>
              <p:cNvSpPr/>
              <p:nvPr/>
            </p:nvSpPr>
            <p:spPr>
              <a:xfrm>
                <a:off x="1007152" y="1542176"/>
                <a:ext cx="268605" cy="154939"/>
              </a:xfrm>
              <a:custGeom>
                <a:rect b="b" l="l" r="r" t="t"/>
                <a:pathLst>
                  <a:path extrusionOk="0" h="154939" w="268605">
                    <a:moveTo>
                      <a:pt x="134132" y="0"/>
                    </a:moveTo>
                    <a:lnTo>
                      <a:pt x="0" y="77442"/>
                    </a:lnTo>
                    <a:lnTo>
                      <a:pt x="134132" y="154885"/>
                    </a:lnTo>
                    <a:lnTo>
                      <a:pt x="268253" y="77442"/>
                    </a:lnTo>
                    <a:lnTo>
                      <a:pt x="134132"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373" name="Google Shape;373;p7"/>
              <p:cNvSpPr/>
              <p:nvPr/>
            </p:nvSpPr>
            <p:spPr>
              <a:xfrm>
                <a:off x="994736" y="1529202"/>
                <a:ext cx="293369" cy="180339"/>
              </a:xfrm>
              <a:custGeom>
                <a:rect b="b" l="l" r="r" t="t"/>
                <a:pathLst>
                  <a:path extrusionOk="0" h="180339" w="293369">
                    <a:moveTo>
                      <a:pt x="148906" y="0"/>
                    </a:moveTo>
                    <a:lnTo>
                      <a:pt x="144173" y="0"/>
                    </a:lnTo>
                    <a:lnTo>
                      <a:pt x="2366" y="81882"/>
                    </a:lnTo>
                    <a:lnTo>
                      <a:pt x="0" y="85976"/>
                    </a:lnTo>
                    <a:lnTo>
                      <a:pt x="0" y="94855"/>
                    </a:lnTo>
                    <a:lnTo>
                      <a:pt x="2366" y="98949"/>
                    </a:lnTo>
                    <a:lnTo>
                      <a:pt x="142257" y="179722"/>
                    </a:lnTo>
                    <a:lnTo>
                      <a:pt x="144403" y="180266"/>
                    </a:lnTo>
                    <a:lnTo>
                      <a:pt x="148686" y="180266"/>
                    </a:lnTo>
                    <a:lnTo>
                      <a:pt x="150833" y="179722"/>
                    </a:lnTo>
                    <a:lnTo>
                      <a:pt x="196224" y="153513"/>
                    </a:lnTo>
                    <a:lnTo>
                      <a:pt x="146540" y="153513"/>
                    </a:lnTo>
                    <a:lnTo>
                      <a:pt x="37255" y="90416"/>
                    </a:lnTo>
                    <a:lnTo>
                      <a:pt x="146540" y="27318"/>
                    </a:lnTo>
                    <a:lnTo>
                      <a:pt x="196221" y="27318"/>
                    </a:lnTo>
                    <a:lnTo>
                      <a:pt x="148906" y="0"/>
                    </a:lnTo>
                    <a:close/>
                  </a:path>
                  <a:path extrusionOk="0" h="180339" w="293369">
                    <a:moveTo>
                      <a:pt x="196221" y="27318"/>
                    </a:moveTo>
                    <a:lnTo>
                      <a:pt x="146540" y="27318"/>
                    </a:lnTo>
                    <a:lnTo>
                      <a:pt x="255835" y="90416"/>
                    </a:lnTo>
                    <a:lnTo>
                      <a:pt x="146540" y="153513"/>
                    </a:lnTo>
                    <a:lnTo>
                      <a:pt x="196224" y="153513"/>
                    </a:lnTo>
                    <a:lnTo>
                      <a:pt x="290724" y="98949"/>
                    </a:lnTo>
                    <a:lnTo>
                      <a:pt x="293090" y="94855"/>
                    </a:lnTo>
                    <a:lnTo>
                      <a:pt x="293090" y="85976"/>
                    </a:lnTo>
                    <a:lnTo>
                      <a:pt x="290724" y="81882"/>
                    </a:lnTo>
                    <a:lnTo>
                      <a:pt x="196221" y="27318"/>
                    </a:lnTo>
                    <a:close/>
                  </a:path>
                </a:pathLst>
              </a:custGeom>
              <a:solidFill>
                <a:srgbClr val="00000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grpSp>
        <p:grpSp>
          <p:nvGrpSpPr>
            <p:cNvPr id="374" name="Google Shape;374;p7"/>
            <p:cNvGrpSpPr/>
            <p:nvPr/>
          </p:nvGrpSpPr>
          <p:grpSpPr>
            <a:xfrm>
              <a:off x="994735" y="1529204"/>
              <a:ext cx="964142" cy="567595"/>
              <a:chOff x="994735" y="1529204"/>
              <a:chExt cx="964142" cy="567595"/>
            </a:xfrm>
          </p:grpSpPr>
          <p:sp>
            <p:nvSpPr>
              <p:cNvPr id="375" name="Google Shape;375;p7"/>
              <p:cNvSpPr/>
              <p:nvPr/>
            </p:nvSpPr>
            <p:spPr>
              <a:xfrm>
                <a:off x="1409531" y="1774491"/>
                <a:ext cx="134619" cy="232410"/>
              </a:xfrm>
              <a:custGeom>
                <a:rect b="b" l="l" r="r" t="t"/>
                <a:pathLst>
                  <a:path extrusionOk="0" h="232410" w="134619">
                    <a:moveTo>
                      <a:pt x="134132" y="0"/>
                    </a:moveTo>
                    <a:lnTo>
                      <a:pt x="0" y="77442"/>
                    </a:lnTo>
                    <a:lnTo>
                      <a:pt x="0" y="232317"/>
                    </a:lnTo>
                    <a:lnTo>
                      <a:pt x="134132" y="154874"/>
                    </a:lnTo>
                    <a:lnTo>
                      <a:pt x="134132"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376" name="Google Shape;376;p7"/>
              <p:cNvSpPr/>
              <p:nvPr/>
            </p:nvSpPr>
            <p:spPr>
              <a:xfrm>
                <a:off x="1397114" y="1761525"/>
                <a:ext cx="159384" cy="257810"/>
              </a:xfrm>
              <a:custGeom>
                <a:rect b="b" l="l" r="r" t="t"/>
                <a:pathLst>
                  <a:path extrusionOk="0" h="257810" w="159384">
                    <a:moveTo>
                      <a:pt x="148916" y="0"/>
                    </a:moveTo>
                    <a:lnTo>
                      <a:pt x="144184" y="0"/>
                    </a:lnTo>
                    <a:lnTo>
                      <a:pt x="2366" y="81871"/>
                    </a:lnTo>
                    <a:lnTo>
                      <a:pt x="0" y="85976"/>
                    </a:lnTo>
                    <a:lnTo>
                      <a:pt x="0" y="249720"/>
                    </a:lnTo>
                    <a:lnTo>
                      <a:pt x="2366" y="253824"/>
                    </a:lnTo>
                    <a:lnTo>
                      <a:pt x="8125" y="257144"/>
                    </a:lnTo>
                    <a:lnTo>
                      <a:pt x="10271" y="257698"/>
                    </a:lnTo>
                    <a:lnTo>
                      <a:pt x="14565" y="257698"/>
                    </a:lnTo>
                    <a:lnTo>
                      <a:pt x="16701" y="257144"/>
                    </a:lnTo>
                    <a:lnTo>
                      <a:pt x="74508" y="223773"/>
                    </a:lnTo>
                    <a:lnTo>
                      <a:pt x="24836" y="223773"/>
                    </a:lnTo>
                    <a:lnTo>
                      <a:pt x="24836" y="97578"/>
                    </a:lnTo>
                    <a:lnTo>
                      <a:pt x="134132" y="34480"/>
                    </a:lnTo>
                    <a:lnTo>
                      <a:pt x="158968" y="34480"/>
                    </a:lnTo>
                    <a:lnTo>
                      <a:pt x="158968" y="8533"/>
                    </a:lnTo>
                    <a:lnTo>
                      <a:pt x="156602" y="4429"/>
                    </a:lnTo>
                    <a:lnTo>
                      <a:pt x="148916" y="0"/>
                    </a:lnTo>
                    <a:close/>
                  </a:path>
                  <a:path extrusionOk="0" h="257810" w="159384">
                    <a:moveTo>
                      <a:pt x="158968" y="34480"/>
                    </a:moveTo>
                    <a:lnTo>
                      <a:pt x="134132" y="34480"/>
                    </a:lnTo>
                    <a:lnTo>
                      <a:pt x="134132" y="160675"/>
                    </a:lnTo>
                    <a:lnTo>
                      <a:pt x="24836" y="223773"/>
                    </a:lnTo>
                    <a:lnTo>
                      <a:pt x="74508" y="223773"/>
                    </a:lnTo>
                    <a:lnTo>
                      <a:pt x="156602" y="176382"/>
                    </a:lnTo>
                    <a:lnTo>
                      <a:pt x="158968" y="172277"/>
                    </a:lnTo>
                    <a:lnTo>
                      <a:pt x="158968" y="34480"/>
                    </a:lnTo>
                    <a:close/>
                  </a:path>
                </a:pathLst>
              </a:custGeom>
              <a:solidFill>
                <a:srgbClr val="00000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377" name="Google Shape;377;p7"/>
              <p:cNvSpPr/>
              <p:nvPr/>
            </p:nvSpPr>
            <p:spPr>
              <a:xfrm>
                <a:off x="1007156" y="1619616"/>
                <a:ext cx="402590" cy="387350"/>
              </a:xfrm>
              <a:custGeom>
                <a:rect b="b" l="l" r="r" t="t"/>
                <a:pathLst>
                  <a:path extrusionOk="0" h="387350" w="402590">
                    <a:moveTo>
                      <a:pt x="0" y="0"/>
                    </a:moveTo>
                    <a:lnTo>
                      <a:pt x="0" y="154874"/>
                    </a:lnTo>
                    <a:lnTo>
                      <a:pt x="402375" y="387192"/>
                    </a:lnTo>
                    <a:lnTo>
                      <a:pt x="402375" y="232317"/>
                    </a:lnTo>
                    <a:lnTo>
                      <a:pt x="0" y="0"/>
                    </a:lnTo>
                    <a:close/>
                  </a:path>
                </a:pathLst>
              </a:custGeom>
              <a:solidFill>
                <a:srgbClr val="00852A"/>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378" name="Google Shape;378;p7"/>
              <p:cNvSpPr/>
              <p:nvPr/>
            </p:nvSpPr>
            <p:spPr>
              <a:xfrm>
                <a:off x="994735" y="1606649"/>
                <a:ext cx="427355" cy="412750"/>
              </a:xfrm>
              <a:custGeom>
                <a:rect b="b" l="l" r="r" t="t"/>
                <a:pathLst>
                  <a:path extrusionOk="0" h="412750" w="427355">
                    <a:moveTo>
                      <a:pt x="14784" y="0"/>
                    </a:moveTo>
                    <a:lnTo>
                      <a:pt x="10052" y="0"/>
                    </a:lnTo>
                    <a:lnTo>
                      <a:pt x="2366" y="4429"/>
                    </a:lnTo>
                    <a:lnTo>
                      <a:pt x="0" y="8533"/>
                    </a:lnTo>
                    <a:lnTo>
                      <a:pt x="0" y="172277"/>
                    </a:lnTo>
                    <a:lnTo>
                      <a:pt x="2366" y="176382"/>
                    </a:lnTo>
                    <a:lnTo>
                      <a:pt x="410511" y="412029"/>
                    </a:lnTo>
                    <a:lnTo>
                      <a:pt x="412657" y="412584"/>
                    </a:lnTo>
                    <a:lnTo>
                      <a:pt x="416940" y="412584"/>
                    </a:lnTo>
                    <a:lnTo>
                      <a:pt x="419086" y="412029"/>
                    </a:lnTo>
                    <a:lnTo>
                      <a:pt x="424845" y="408699"/>
                    </a:lnTo>
                    <a:lnTo>
                      <a:pt x="427212" y="404595"/>
                    </a:lnTo>
                    <a:lnTo>
                      <a:pt x="427212" y="378648"/>
                    </a:lnTo>
                    <a:lnTo>
                      <a:pt x="402375" y="378648"/>
                    </a:lnTo>
                    <a:lnTo>
                      <a:pt x="24836" y="160675"/>
                    </a:lnTo>
                    <a:lnTo>
                      <a:pt x="24836" y="34480"/>
                    </a:lnTo>
                    <a:lnTo>
                      <a:pt x="74507" y="34480"/>
                    </a:lnTo>
                    <a:lnTo>
                      <a:pt x="14784" y="0"/>
                    </a:lnTo>
                    <a:close/>
                  </a:path>
                  <a:path extrusionOk="0" h="412750" w="427355">
                    <a:moveTo>
                      <a:pt x="74507" y="34480"/>
                    </a:moveTo>
                    <a:lnTo>
                      <a:pt x="24836" y="34480"/>
                    </a:lnTo>
                    <a:lnTo>
                      <a:pt x="402375" y="252453"/>
                    </a:lnTo>
                    <a:lnTo>
                      <a:pt x="402375" y="378648"/>
                    </a:lnTo>
                    <a:lnTo>
                      <a:pt x="427212" y="378648"/>
                    </a:lnTo>
                    <a:lnTo>
                      <a:pt x="427212" y="240851"/>
                    </a:lnTo>
                    <a:lnTo>
                      <a:pt x="424845" y="236746"/>
                    </a:lnTo>
                    <a:lnTo>
                      <a:pt x="74507" y="34480"/>
                    </a:lnTo>
                    <a:close/>
                  </a:path>
                </a:pathLst>
              </a:custGeom>
              <a:solidFill>
                <a:srgbClr val="00000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379" name="Google Shape;379;p7"/>
              <p:cNvSpPr/>
              <p:nvPr/>
            </p:nvSpPr>
            <p:spPr>
              <a:xfrm>
                <a:off x="1007154" y="1542178"/>
                <a:ext cx="536575" cy="309880"/>
              </a:xfrm>
              <a:custGeom>
                <a:rect b="b" l="l" r="r" t="t"/>
                <a:pathLst>
                  <a:path extrusionOk="0" h="309880" w="536575">
                    <a:moveTo>
                      <a:pt x="134121" y="0"/>
                    </a:moveTo>
                    <a:lnTo>
                      <a:pt x="0" y="77442"/>
                    </a:lnTo>
                    <a:lnTo>
                      <a:pt x="402375" y="309760"/>
                    </a:lnTo>
                    <a:lnTo>
                      <a:pt x="536507" y="232317"/>
                    </a:lnTo>
                    <a:lnTo>
                      <a:pt x="134121"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380" name="Google Shape;380;p7"/>
              <p:cNvSpPr/>
              <p:nvPr/>
            </p:nvSpPr>
            <p:spPr>
              <a:xfrm>
                <a:off x="994736" y="1529204"/>
                <a:ext cx="561340" cy="335280"/>
              </a:xfrm>
              <a:custGeom>
                <a:rect b="b" l="l" r="r" t="t"/>
                <a:pathLst>
                  <a:path extrusionOk="0" h="335280" w="561340">
                    <a:moveTo>
                      <a:pt x="148906" y="0"/>
                    </a:moveTo>
                    <a:lnTo>
                      <a:pt x="144173" y="0"/>
                    </a:lnTo>
                    <a:lnTo>
                      <a:pt x="2366" y="81882"/>
                    </a:lnTo>
                    <a:lnTo>
                      <a:pt x="0" y="85976"/>
                    </a:lnTo>
                    <a:lnTo>
                      <a:pt x="0" y="94855"/>
                    </a:lnTo>
                    <a:lnTo>
                      <a:pt x="2366" y="98949"/>
                    </a:lnTo>
                    <a:lnTo>
                      <a:pt x="410511" y="334597"/>
                    </a:lnTo>
                    <a:lnTo>
                      <a:pt x="412657" y="335141"/>
                    </a:lnTo>
                    <a:lnTo>
                      <a:pt x="416940" y="335141"/>
                    </a:lnTo>
                    <a:lnTo>
                      <a:pt x="419086" y="334597"/>
                    </a:lnTo>
                    <a:lnTo>
                      <a:pt x="464477" y="308388"/>
                    </a:lnTo>
                    <a:lnTo>
                      <a:pt x="414793" y="308388"/>
                    </a:lnTo>
                    <a:lnTo>
                      <a:pt x="37255" y="90416"/>
                    </a:lnTo>
                    <a:lnTo>
                      <a:pt x="146540" y="27318"/>
                    </a:lnTo>
                    <a:lnTo>
                      <a:pt x="196223" y="27318"/>
                    </a:lnTo>
                    <a:lnTo>
                      <a:pt x="148906" y="0"/>
                    </a:lnTo>
                    <a:close/>
                  </a:path>
                  <a:path extrusionOk="0" h="335280" w="561340">
                    <a:moveTo>
                      <a:pt x="196223" y="27318"/>
                    </a:moveTo>
                    <a:lnTo>
                      <a:pt x="146540" y="27318"/>
                    </a:lnTo>
                    <a:lnTo>
                      <a:pt x="524088" y="245290"/>
                    </a:lnTo>
                    <a:lnTo>
                      <a:pt x="414793" y="308388"/>
                    </a:lnTo>
                    <a:lnTo>
                      <a:pt x="464477" y="308388"/>
                    </a:lnTo>
                    <a:lnTo>
                      <a:pt x="558977" y="253824"/>
                    </a:lnTo>
                    <a:lnTo>
                      <a:pt x="561344" y="249730"/>
                    </a:lnTo>
                    <a:lnTo>
                      <a:pt x="561344" y="240851"/>
                    </a:lnTo>
                    <a:lnTo>
                      <a:pt x="558977" y="236757"/>
                    </a:lnTo>
                    <a:lnTo>
                      <a:pt x="196223" y="27318"/>
                    </a:lnTo>
                    <a:close/>
                  </a:path>
                </a:pathLst>
              </a:custGeom>
              <a:solidFill>
                <a:srgbClr val="00000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381" name="Google Shape;381;p7"/>
              <p:cNvSpPr/>
              <p:nvPr/>
            </p:nvSpPr>
            <p:spPr>
              <a:xfrm>
                <a:off x="1409531" y="1774491"/>
                <a:ext cx="536575" cy="309880"/>
              </a:xfrm>
              <a:custGeom>
                <a:rect b="b" l="l" r="r" t="t"/>
                <a:pathLst>
                  <a:path extrusionOk="0" h="309880" w="536575">
                    <a:moveTo>
                      <a:pt x="402375" y="0"/>
                    </a:moveTo>
                    <a:lnTo>
                      <a:pt x="0" y="232317"/>
                    </a:lnTo>
                    <a:lnTo>
                      <a:pt x="134121" y="309760"/>
                    </a:lnTo>
                    <a:lnTo>
                      <a:pt x="536507" y="77442"/>
                    </a:lnTo>
                    <a:lnTo>
                      <a:pt x="402375" y="0"/>
                    </a:lnTo>
                    <a:close/>
                  </a:path>
                </a:pathLst>
              </a:custGeom>
              <a:solidFill>
                <a:srgbClr val="901F75"/>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382" name="Google Shape;382;p7"/>
              <p:cNvSpPr/>
              <p:nvPr/>
            </p:nvSpPr>
            <p:spPr>
              <a:xfrm>
                <a:off x="1397114" y="1761519"/>
                <a:ext cx="561339" cy="335280"/>
              </a:xfrm>
              <a:custGeom>
                <a:rect b="b" l="l" r="r" t="t"/>
                <a:pathLst>
                  <a:path extrusionOk="0" h="335280" w="561339">
                    <a:moveTo>
                      <a:pt x="417160" y="0"/>
                    </a:moveTo>
                    <a:lnTo>
                      <a:pt x="412427" y="0"/>
                    </a:lnTo>
                    <a:lnTo>
                      <a:pt x="2366" y="236757"/>
                    </a:lnTo>
                    <a:lnTo>
                      <a:pt x="0" y="240851"/>
                    </a:lnTo>
                    <a:lnTo>
                      <a:pt x="0" y="249730"/>
                    </a:lnTo>
                    <a:lnTo>
                      <a:pt x="2366" y="253824"/>
                    </a:lnTo>
                    <a:lnTo>
                      <a:pt x="142257" y="334597"/>
                    </a:lnTo>
                    <a:lnTo>
                      <a:pt x="144403" y="335152"/>
                    </a:lnTo>
                    <a:lnTo>
                      <a:pt x="148686" y="335152"/>
                    </a:lnTo>
                    <a:lnTo>
                      <a:pt x="150833" y="334597"/>
                    </a:lnTo>
                    <a:lnTo>
                      <a:pt x="196226" y="308388"/>
                    </a:lnTo>
                    <a:lnTo>
                      <a:pt x="146540" y="308388"/>
                    </a:lnTo>
                    <a:lnTo>
                      <a:pt x="37255" y="245290"/>
                    </a:lnTo>
                    <a:lnTo>
                      <a:pt x="414793" y="27318"/>
                    </a:lnTo>
                    <a:lnTo>
                      <a:pt x="464480" y="27318"/>
                    </a:lnTo>
                    <a:lnTo>
                      <a:pt x="417160" y="0"/>
                    </a:lnTo>
                    <a:close/>
                  </a:path>
                  <a:path extrusionOk="0" h="335280" w="561339">
                    <a:moveTo>
                      <a:pt x="464480" y="27318"/>
                    </a:moveTo>
                    <a:lnTo>
                      <a:pt x="414793" y="27318"/>
                    </a:lnTo>
                    <a:lnTo>
                      <a:pt x="524088" y="90416"/>
                    </a:lnTo>
                    <a:lnTo>
                      <a:pt x="146540" y="308388"/>
                    </a:lnTo>
                    <a:lnTo>
                      <a:pt x="196226" y="308388"/>
                    </a:lnTo>
                    <a:lnTo>
                      <a:pt x="558977" y="98949"/>
                    </a:lnTo>
                    <a:lnTo>
                      <a:pt x="561344" y="94845"/>
                    </a:lnTo>
                    <a:lnTo>
                      <a:pt x="561344" y="85976"/>
                    </a:lnTo>
                    <a:lnTo>
                      <a:pt x="558977" y="81871"/>
                    </a:lnTo>
                    <a:lnTo>
                      <a:pt x="464480" y="27318"/>
                    </a:lnTo>
                    <a:close/>
                  </a:path>
                </a:pathLst>
              </a:custGeom>
              <a:solidFill>
                <a:srgbClr val="00000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383" name="Google Shape;383;p7"/>
              <p:cNvSpPr/>
              <p:nvPr/>
            </p:nvSpPr>
            <p:spPr>
              <a:xfrm>
                <a:off x="1409531" y="1619616"/>
                <a:ext cx="402589" cy="387350"/>
              </a:xfrm>
              <a:custGeom>
                <a:rect b="b" l="l" r="r" t="t"/>
                <a:pathLst>
                  <a:path extrusionOk="0" h="387350" w="402589">
                    <a:moveTo>
                      <a:pt x="402375" y="0"/>
                    </a:moveTo>
                    <a:lnTo>
                      <a:pt x="0" y="232317"/>
                    </a:lnTo>
                    <a:lnTo>
                      <a:pt x="0" y="387192"/>
                    </a:lnTo>
                    <a:lnTo>
                      <a:pt x="402375" y="154874"/>
                    </a:lnTo>
                    <a:lnTo>
                      <a:pt x="402375"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384" name="Google Shape;384;p7"/>
              <p:cNvSpPr/>
              <p:nvPr/>
            </p:nvSpPr>
            <p:spPr>
              <a:xfrm>
                <a:off x="1397114" y="1606650"/>
                <a:ext cx="427355" cy="412750"/>
              </a:xfrm>
              <a:custGeom>
                <a:rect b="b" l="l" r="r" t="t"/>
                <a:pathLst>
                  <a:path extrusionOk="0" h="412750" w="427355">
                    <a:moveTo>
                      <a:pt x="417160" y="0"/>
                    </a:moveTo>
                    <a:lnTo>
                      <a:pt x="412427" y="0"/>
                    </a:lnTo>
                    <a:lnTo>
                      <a:pt x="2366" y="236746"/>
                    </a:lnTo>
                    <a:lnTo>
                      <a:pt x="0" y="240851"/>
                    </a:lnTo>
                    <a:lnTo>
                      <a:pt x="0" y="404595"/>
                    </a:lnTo>
                    <a:lnTo>
                      <a:pt x="2366" y="408699"/>
                    </a:lnTo>
                    <a:lnTo>
                      <a:pt x="8125" y="412018"/>
                    </a:lnTo>
                    <a:lnTo>
                      <a:pt x="10271" y="412573"/>
                    </a:lnTo>
                    <a:lnTo>
                      <a:pt x="14565" y="412573"/>
                    </a:lnTo>
                    <a:lnTo>
                      <a:pt x="16701" y="412018"/>
                    </a:lnTo>
                    <a:lnTo>
                      <a:pt x="74502" y="378648"/>
                    </a:lnTo>
                    <a:lnTo>
                      <a:pt x="24836" y="378648"/>
                    </a:lnTo>
                    <a:lnTo>
                      <a:pt x="24836" y="252453"/>
                    </a:lnTo>
                    <a:lnTo>
                      <a:pt x="402375" y="34480"/>
                    </a:lnTo>
                    <a:lnTo>
                      <a:pt x="427212" y="34480"/>
                    </a:lnTo>
                    <a:lnTo>
                      <a:pt x="427212" y="8533"/>
                    </a:lnTo>
                    <a:lnTo>
                      <a:pt x="424845" y="4429"/>
                    </a:lnTo>
                    <a:lnTo>
                      <a:pt x="417160" y="0"/>
                    </a:lnTo>
                    <a:close/>
                  </a:path>
                  <a:path extrusionOk="0" h="412750" w="427355">
                    <a:moveTo>
                      <a:pt x="427212" y="34480"/>
                    </a:moveTo>
                    <a:lnTo>
                      <a:pt x="402375" y="34480"/>
                    </a:lnTo>
                    <a:lnTo>
                      <a:pt x="402375" y="160675"/>
                    </a:lnTo>
                    <a:lnTo>
                      <a:pt x="24836" y="378648"/>
                    </a:lnTo>
                    <a:lnTo>
                      <a:pt x="74502" y="378648"/>
                    </a:lnTo>
                    <a:lnTo>
                      <a:pt x="424845" y="176382"/>
                    </a:lnTo>
                    <a:lnTo>
                      <a:pt x="427212" y="172277"/>
                    </a:lnTo>
                    <a:lnTo>
                      <a:pt x="427212" y="34480"/>
                    </a:lnTo>
                    <a:close/>
                  </a:path>
                </a:pathLst>
              </a:custGeom>
              <a:solidFill>
                <a:srgbClr val="00000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385" name="Google Shape;385;p7"/>
              <p:cNvSpPr/>
              <p:nvPr/>
            </p:nvSpPr>
            <p:spPr>
              <a:xfrm>
                <a:off x="1811910" y="1619620"/>
                <a:ext cx="134619" cy="232410"/>
              </a:xfrm>
              <a:custGeom>
                <a:rect b="b" l="l" r="r" t="t"/>
                <a:pathLst>
                  <a:path extrusionOk="0" h="232410" w="134619">
                    <a:moveTo>
                      <a:pt x="0" y="0"/>
                    </a:moveTo>
                    <a:lnTo>
                      <a:pt x="0" y="154874"/>
                    </a:lnTo>
                    <a:lnTo>
                      <a:pt x="134121" y="232317"/>
                    </a:lnTo>
                    <a:lnTo>
                      <a:pt x="134121" y="77432"/>
                    </a:lnTo>
                    <a:lnTo>
                      <a:pt x="0"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386" name="Google Shape;386;p7"/>
              <p:cNvSpPr/>
              <p:nvPr/>
            </p:nvSpPr>
            <p:spPr>
              <a:xfrm>
                <a:off x="1799492" y="1606649"/>
                <a:ext cx="159385" cy="257810"/>
              </a:xfrm>
              <a:custGeom>
                <a:rect b="b" l="l" r="r" t="t"/>
                <a:pathLst>
                  <a:path extrusionOk="0" h="257810" w="159385">
                    <a:moveTo>
                      <a:pt x="14784" y="0"/>
                    </a:moveTo>
                    <a:lnTo>
                      <a:pt x="10052" y="0"/>
                    </a:lnTo>
                    <a:lnTo>
                      <a:pt x="2366" y="4429"/>
                    </a:lnTo>
                    <a:lnTo>
                      <a:pt x="0" y="8533"/>
                    </a:lnTo>
                    <a:lnTo>
                      <a:pt x="0" y="172277"/>
                    </a:lnTo>
                    <a:lnTo>
                      <a:pt x="2366" y="176382"/>
                    </a:lnTo>
                    <a:lnTo>
                      <a:pt x="142257" y="257144"/>
                    </a:lnTo>
                    <a:lnTo>
                      <a:pt x="144403" y="257698"/>
                    </a:lnTo>
                    <a:lnTo>
                      <a:pt x="148686" y="257698"/>
                    </a:lnTo>
                    <a:lnTo>
                      <a:pt x="150833" y="257144"/>
                    </a:lnTo>
                    <a:lnTo>
                      <a:pt x="156592" y="253824"/>
                    </a:lnTo>
                    <a:lnTo>
                      <a:pt x="158958" y="249720"/>
                    </a:lnTo>
                    <a:lnTo>
                      <a:pt x="158958" y="223773"/>
                    </a:lnTo>
                    <a:lnTo>
                      <a:pt x="134121" y="223773"/>
                    </a:lnTo>
                    <a:lnTo>
                      <a:pt x="24836" y="160675"/>
                    </a:lnTo>
                    <a:lnTo>
                      <a:pt x="24836" y="34480"/>
                    </a:lnTo>
                    <a:lnTo>
                      <a:pt x="74507" y="34480"/>
                    </a:lnTo>
                    <a:lnTo>
                      <a:pt x="14784" y="0"/>
                    </a:lnTo>
                    <a:close/>
                  </a:path>
                  <a:path extrusionOk="0" h="257810" w="159385">
                    <a:moveTo>
                      <a:pt x="74507" y="34480"/>
                    </a:moveTo>
                    <a:lnTo>
                      <a:pt x="24836" y="34480"/>
                    </a:lnTo>
                    <a:lnTo>
                      <a:pt x="134121" y="97578"/>
                    </a:lnTo>
                    <a:lnTo>
                      <a:pt x="134121" y="223773"/>
                    </a:lnTo>
                    <a:lnTo>
                      <a:pt x="158958" y="223773"/>
                    </a:lnTo>
                    <a:lnTo>
                      <a:pt x="158958" y="85976"/>
                    </a:lnTo>
                    <a:lnTo>
                      <a:pt x="156592" y="81871"/>
                    </a:lnTo>
                    <a:lnTo>
                      <a:pt x="74507" y="34480"/>
                    </a:lnTo>
                    <a:close/>
                  </a:path>
                </a:pathLst>
              </a:custGeom>
              <a:solidFill>
                <a:srgbClr val="00000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grpSp>
        <p:grpSp>
          <p:nvGrpSpPr>
            <p:cNvPr id="387" name="Google Shape;387;p7"/>
            <p:cNvGrpSpPr/>
            <p:nvPr/>
          </p:nvGrpSpPr>
          <p:grpSpPr>
            <a:xfrm>
              <a:off x="2149414" y="1200902"/>
              <a:ext cx="1876309" cy="219379"/>
              <a:chOff x="2149414" y="1200902"/>
              <a:chExt cx="1876309" cy="219379"/>
            </a:xfrm>
          </p:grpSpPr>
          <p:pic>
            <p:nvPicPr>
              <p:cNvPr id="388" name="Google Shape;388;p7"/>
              <p:cNvPicPr preferRelativeResize="0"/>
              <p:nvPr/>
            </p:nvPicPr>
            <p:blipFill rotWithShape="1">
              <a:blip r:embed="rId2">
                <a:alphaModFix/>
              </a:blip>
              <a:srcRect b="0" l="0" r="0" t="0"/>
              <a:stretch/>
            </p:blipFill>
            <p:spPr>
              <a:xfrm>
                <a:off x="2149414" y="1200902"/>
                <a:ext cx="439058" cy="219375"/>
              </a:xfrm>
              <a:prstGeom prst="rect">
                <a:avLst/>
              </a:prstGeom>
              <a:noFill/>
              <a:ln>
                <a:noFill/>
              </a:ln>
            </p:spPr>
          </p:pic>
          <p:pic>
            <p:nvPicPr>
              <p:cNvPr id="389" name="Google Shape;389;p7"/>
              <p:cNvPicPr preferRelativeResize="0"/>
              <p:nvPr/>
            </p:nvPicPr>
            <p:blipFill rotWithShape="1">
              <a:blip r:embed="rId3">
                <a:alphaModFix/>
              </a:blip>
              <a:srcRect b="0" l="0" r="0" t="0"/>
              <a:stretch/>
            </p:blipFill>
            <p:spPr>
              <a:xfrm>
                <a:off x="2618039" y="1204408"/>
                <a:ext cx="189795" cy="212056"/>
              </a:xfrm>
              <a:prstGeom prst="rect">
                <a:avLst/>
              </a:prstGeom>
              <a:noFill/>
              <a:ln>
                <a:noFill/>
              </a:ln>
            </p:spPr>
          </p:pic>
          <p:pic>
            <p:nvPicPr>
              <p:cNvPr id="390" name="Google Shape;390;p7"/>
              <p:cNvPicPr preferRelativeResize="0"/>
              <p:nvPr/>
            </p:nvPicPr>
            <p:blipFill rotWithShape="1">
              <a:blip r:embed="rId4">
                <a:alphaModFix/>
              </a:blip>
              <a:srcRect b="0" l="0" r="0" t="0"/>
              <a:stretch/>
            </p:blipFill>
            <p:spPr>
              <a:xfrm>
                <a:off x="2836894" y="1201228"/>
                <a:ext cx="360552" cy="219050"/>
              </a:xfrm>
              <a:prstGeom prst="rect">
                <a:avLst/>
              </a:prstGeom>
              <a:noFill/>
              <a:ln>
                <a:noFill/>
              </a:ln>
            </p:spPr>
          </p:pic>
          <p:pic>
            <p:nvPicPr>
              <p:cNvPr id="391" name="Google Shape;391;p7"/>
              <p:cNvPicPr preferRelativeResize="0"/>
              <p:nvPr/>
            </p:nvPicPr>
            <p:blipFill rotWithShape="1">
              <a:blip r:embed="rId5">
                <a:alphaModFix/>
              </a:blip>
              <a:srcRect b="0" l="0" r="0" t="0"/>
              <a:stretch/>
            </p:blipFill>
            <p:spPr>
              <a:xfrm>
                <a:off x="3221792" y="1204406"/>
                <a:ext cx="171680" cy="212056"/>
              </a:xfrm>
              <a:prstGeom prst="rect">
                <a:avLst/>
              </a:prstGeom>
              <a:noFill/>
              <a:ln>
                <a:noFill/>
              </a:ln>
            </p:spPr>
          </p:pic>
          <p:pic>
            <p:nvPicPr>
              <p:cNvPr id="392" name="Google Shape;392;p7"/>
              <p:cNvPicPr preferRelativeResize="0"/>
              <p:nvPr/>
            </p:nvPicPr>
            <p:blipFill rotWithShape="1">
              <a:blip r:embed="rId6">
                <a:alphaModFix/>
              </a:blip>
              <a:srcRect b="0" l="0" r="0" t="0"/>
              <a:stretch/>
            </p:blipFill>
            <p:spPr>
              <a:xfrm>
                <a:off x="3420815" y="1204403"/>
                <a:ext cx="189481" cy="215878"/>
              </a:xfrm>
              <a:prstGeom prst="rect">
                <a:avLst/>
              </a:prstGeom>
              <a:noFill/>
              <a:ln>
                <a:noFill/>
              </a:ln>
            </p:spPr>
          </p:pic>
          <p:pic>
            <p:nvPicPr>
              <p:cNvPr id="393" name="Google Shape;393;p7"/>
              <p:cNvPicPr preferRelativeResize="0"/>
              <p:nvPr/>
            </p:nvPicPr>
            <p:blipFill rotWithShape="1">
              <a:blip r:embed="rId7">
                <a:alphaModFix/>
              </a:blip>
              <a:srcRect b="0" l="0" r="0" t="0"/>
              <a:stretch/>
            </p:blipFill>
            <p:spPr>
              <a:xfrm>
                <a:off x="3638275" y="1200907"/>
                <a:ext cx="387448" cy="219365"/>
              </a:xfrm>
              <a:prstGeom prst="rect">
                <a:avLst/>
              </a:prstGeom>
              <a:noFill/>
              <a:ln>
                <a:noFill/>
              </a:ln>
            </p:spPr>
          </p:pic>
        </p:grpSp>
        <p:grpSp>
          <p:nvGrpSpPr>
            <p:cNvPr id="394" name="Google Shape;394;p7"/>
            <p:cNvGrpSpPr/>
            <p:nvPr/>
          </p:nvGrpSpPr>
          <p:grpSpPr>
            <a:xfrm>
              <a:off x="2159583" y="1508896"/>
              <a:ext cx="1149947" cy="219689"/>
              <a:chOff x="2159583" y="1508896"/>
              <a:chExt cx="1149947" cy="219689"/>
            </a:xfrm>
          </p:grpSpPr>
          <p:pic>
            <p:nvPicPr>
              <p:cNvPr id="395" name="Google Shape;395;p7"/>
              <p:cNvPicPr preferRelativeResize="0"/>
              <p:nvPr/>
            </p:nvPicPr>
            <p:blipFill rotWithShape="1">
              <a:blip r:embed="rId8">
                <a:alphaModFix/>
              </a:blip>
              <a:srcRect b="0" l="0" r="0" t="0"/>
              <a:stretch/>
            </p:blipFill>
            <p:spPr>
              <a:xfrm>
                <a:off x="2159583" y="1512390"/>
                <a:ext cx="196161" cy="212056"/>
              </a:xfrm>
              <a:prstGeom prst="rect">
                <a:avLst/>
              </a:prstGeom>
              <a:noFill/>
              <a:ln>
                <a:noFill/>
              </a:ln>
            </p:spPr>
          </p:pic>
          <p:sp>
            <p:nvSpPr>
              <p:cNvPr id="396" name="Google Shape;396;p7"/>
              <p:cNvSpPr/>
              <p:nvPr/>
            </p:nvSpPr>
            <p:spPr>
              <a:xfrm>
                <a:off x="2388492" y="1512393"/>
                <a:ext cx="45719" cy="212089"/>
              </a:xfrm>
              <a:custGeom>
                <a:rect b="b" l="l" r="r" t="t"/>
                <a:pathLst>
                  <a:path extrusionOk="0" h="212089" w="45719">
                    <a:moveTo>
                      <a:pt x="45150" y="0"/>
                    </a:moveTo>
                    <a:lnTo>
                      <a:pt x="0" y="0"/>
                    </a:lnTo>
                    <a:lnTo>
                      <a:pt x="0" y="212056"/>
                    </a:lnTo>
                    <a:lnTo>
                      <a:pt x="45150" y="212056"/>
                    </a:lnTo>
                    <a:lnTo>
                      <a:pt x="45150"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pic>
            <p:nvPicPr>
              <p:cNvPr id="397" name="Google Shape;397;p7"/>
              <p:cNvPicPr preferRelativeResize="0"/>
              <p:nvPr/>
            </p:nvPicPr>
            <p:blipFill rotWithShape="1">
              <a:blip r:embed="rId9">
                <a:alphaModFix/>
              </a:blip>
              <a:srcRect b="0" l="0" r="0" t="0"/>
              <a:stretch/>
            </p:blipFill>
            <p:spPr>
              <a:xfrm>
                <a:off x="2466154" y="1508896"/>
                <a:ext cx="203156" cy="219689"/>
              </a:xfrm>
              <a:prstGeom prst="rect">
                <a:avLst/>
              </a:prstGeom>
              <a:noFill/>
              <a:ln>
                <a:noFill/>
              </a:ln>
            </p:spPr>
          </p:pic>
          <p:sp>
            <p:nvSpPr>
              <p:cNvPr id="398" name="Google Shape;398;p7"/>
              <p:cNvSpPr/>
              <p:nvPr/>
            </p:nvSpPr>
            <p:spPr>
              <a:xfrm>
                <a:off x="2708409" y="1512393"/>
                <a:ext cx="45719" cy="212089"/>
              </a:xfrm>
              <a:custGeom>
                <a:rect b="b" l="l" r="r" t="t"/>
                <a:pathLst>
                  <a:path extrusionOk="0" h="212089" w="45719">
                    <a:moveTo>
                      <a:pt x="45139" y="0"/>
                    </a:moveTo>
                    <a:lnTo>
                      <a:pt x="0" y="0"/>
                    </a:lnTo>
                    <a:lnTo>
                      <a:pt x="0" y="212056"/>
                    </a:lnTo>
                    <a:lnTo>
                      <a:pt x="45139" y="212056"/>
                    </a:lnTo>
                    <a:lnTo>
                      <a:pt x="45139"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pic>
            <p:nvPicPr>
              <p:cNvPr id="399" name="Google Shape;399;p7"/>
              <p:cNvPicPr preferRelativeResize="0"/>
              <p:nvPr/>
            </p:nvPicPr>
            <p:blipFill rotWithShape="1">
              <a:blip r:embed="rId10">
                <a:alphaModFix/>
              </a:blip>
              <a:srcRect b="0" l="0" r="0" t="0"/>
              <a:stretch/>
            </p:blipFill>
            <p:spPr>
              <a:xfrm>
                <a:off x="2777520" y="1512390"/>
                <a:ext cx="373244" cy="212464"/>
              </a:xfrm>
              <a:prstGeom prst="rect">
                <a:avLst/>
              </a:prstGeom>
              <a:noFill/>
              <a:ln>
                <a:noFill/>
              </a:ln>
            </p:spPr>
          </p:pic>
          <p:sp>
            <p:nvSpPr>
              <p:cNvPr id="400" name="Google Shape;400;p7"/>
              <p:cNvSpPr/>
              <p:nvPr/>
            </p:nvSpPr>
            <p:spPr>
              <a:xfrm>
                <a:off x="3174276" y="1512398"/>
                <a:ext cx="135254" cy="212089"/>
              </a:xfrm>
              <a:custGeom>
                <a:rect b="b" l="l" r="r" t="t"/>
                <a:pathLst>
                  <a:path extrusionOk="0" h="212089" w="135254">
                    <a:moveTo>
                      <a:pt x="134810" y="172720"/>
                    </a:moveTo>
                    <a:lnTo>
                      <a:pt x="45148" y="172720"/>
                    </a:lnTo>
                    <a:lnTo>
                      <a:pt x="45148" y="0"/>
                    </a:lnTo>
                    <a:lnTo>
                      <a:pt x="0" y="0"/>
                    </a:lnTo>
                    <a:lnTo>
                      <a:pt x="0" y="172720"/>
                    </a:lnTo>
                    <a:lnTo>
                      <a:pt x="0" y="212090"/>
                    </a:lnTo>
                    <a:lnTo>
                      <a:pt x="134810" y="212090"/>
                    </a:lnTo>
                    <a:lnTo>
                      <a:pt x="134810" y="17272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gr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Title Grey with Photo">
  <p:cSld name="+ Cover Title grey 2">
    <p:bg>
      <p:bgPr>
        <a:solidFill>
          <a:schemeClr val="lt2"/>
        </a:solidFill>
      </p:bgPr>
    </p:bg>
    <p:spTree>
      <p:nvGrpSpPr>
        <p:cNvPr id="401" name="Shape 401"/>
        <p:cNvGrpSpPr/>
        <p:nvPr/>
      </p:nvGrpSpPr>
      <p:grpSpPr>
        <a:xfrm>
          <a:off x="0" y="0"/>
          <a:ext cx="0" cy="0"/>
          <a:chOff x="0" y="0"/>
          <a:chExt cx="0" cy="0"/>
        </a:xfrm>
      </p:grpSpPr>
      <p:sp>
        <p:nvSpPr>
          <p:cNvPr id="402" name="Google Shape;402;p8"/>
          <p:cNvSpPr txBox="1"/>
          <p:nvPr>
            <p:ph type="title"/>
          </p:nvPr>
        </p:nvSpPr>
        <p:spPr>
          <a:xfrm>
            <a:off x="446650" y="2676750"/>
            <a:ext cx="4265700" cy="1034400"/>
          </a:xfrm>
          <a:prstGeom prst="rect">
            <a:avLst/>
          </a:prstGeom>
          <a:noFill/>
          <a:ln>
            <a:noFill/>
          </a:ln>
        </p:spPr>
        <p:txBody>
          <a:bodyPr anchorCtr="0" anchor="t" bIns="0" lIns="0" spcFirstLastPara="1" rIns="0" wrap="square" tIns="0">
            <a:spAutoFit/>
          </a:bodyPr>
          <a:lstStyle>
            <a:lvl1pPr lvl="0" marR="0" rtl="0" algn="l">
              <a:lnSpc>
                <a:spcPct val="80000"/>
              </a:lnSpc>
              <a:spcBef>
                <a:spcPts val="0"/>
              </a:spcBef>
              <a:spcAft>
                <a:spcPts val="0"/>
              </a:spcAft>
              <a:buClr>
                <a:srgbClr val="191919"/>
              </a:buClr>
              <a:buSzPts val="4200"/>
              <a:buFont typeface="Proxima Nova"/>
              <a:buNone/>
              <a:defRPr b="1" i="0" sz="4200" u="none" cap="none" strike="noStrike">
                <a:solidFill>
                  <a:srgbClr val="191919"/>
                </a:solidFill>
                <a:latin typeface="Proxima Nova"/>
                <a:ea typeface="Proxima Nova"/>
                <a:cs typeface="Proxima Nova"/>
                <a:sym typeface="Proxima Nova"/>
              </a:defRPr>
            </a:lvl1pPr>
            <a:lvl2pPr lvl="1" marR="0" rtl="0" algn="l">
              <a:lnSpc>
                <a:spcPct val="100000"/>
              </a:lnSpc>
              <a:spcBef>
                <a:spcPts val="0"/>
              </a:spcBef>
              <a:spcAft>
                <a:spcPts val="0"/>
              </a:spcAft>
              <a:buClr>
                <a:srgbClr val="191919"/>
              </a:buClr>
              <a:buSzPts val="600"/>
              <a:buFont typeface="Arial"/>
              <a:buNone/>
              <a:defRPr b="0" i="0" sz="1400" u="none" cap="none" strike="noStrike">
                <a:solidFill>
                  <a:srgbClr val="191919"/>
                </a:solidFill>
                <a:latin typeface="Arial"/>
                <a:ea typeface="Arial"/>
                <a:cs typeface="Arial"/>
                <a:sym typeface="Arial"/>
              </a:defRPr>
            </a:lvl2pPr>
            <a:lvl3pPr lvl="2" marR="0" rtl="0" algn="l">
              <a:lnSpc>
                <a:spcPct val="100000"/>
              </a:lnSpc>
              <a:spcBef>
                <a:spcPts val="0"/>
              </a:spcBef>
              <a:spcAft>
                <a:spcPts val="0"/>
              </a:spcAft>
              <a:buClr>
                <a:srgbClr val="191919"/>
              </a:buClr>
              <a:buSzPts val="600"/>
              <a:buFont typeface="Arial"/>
              <a:buNone/>
              <a:defRPr b="0" i="0" sz="1400" u="none" cap="none" strike="noStrike">
                <a:solidFill>
                  <a:srgbClr val="191919"/>
                </a:solidFill>
                <a:latin typeface="Arial"/>
                <a:ea typeface="Arial"/>
                <a:cs typeface="Arial"/>
                <a:sym typeface="Arial"/>
              </a:defRPr>
            </a:lvl3pPr>
            <a:lvl4pPr lvl="3" marR="0" rtl="0" algn="l">
              <a:lnSpc>
                <a:spcPct val="100000"/>
              </a:lnSpc>
              <a:spcBef>
                <a:spcPts val="0"/>
              </a:spcBef>
              <a:spcAft>
                <a:spcPts val="0"/>
              </a:spcAft>
              <a:buClr>
                <a:srgbClr val="191919"/>
              </a:buClr>
              <a:buSzPts val="600"/>
              <a:buFont typeface="Arial"/>
              <a:buNone/>
              <a:defRPr b="0" i="0" sz="1400" u="none" cap="none" strike="noStrike">
                <a:solidFill>
                  <a:srgbClr val="191919"/>
                </a:solidFill>
                <a:latin typeface="Arial"/>
                <a:ea typeface="Arial"/>
                <a:cs typeface="Arial"/>
                <a:sym typeface="Arial"/>
              </a:defRPr>
            </a:lvl4pPr>
            <a:lvl5pPr lvl="4" marR="0" rtl="0" algn="l">
              <a:lnSpc>
                <a:spcPct val="100000"/>
              </a:lnSpc>
              <a:spcBef>
                <a:spcPts val="0"/>
              </a:spcBef>
              <a:spcAft>
                <a:spcPts val="0"/>
              </a:spcAft>
              <a:buClr>
                <a:srgbClr val="191919"/>
              </a:buClr>
              <a:buSzPts val="600"/>
              <a:buFont typeface="Arial"/>
              <a:buNone/>
              <a:defRPr b="0" i="0" sz="1400" u="none" cap="none" strike="noStrike">
                <a:solidFill>
                  <a:srgbClr val="191919"/>
                </a:solidFill>
                <a:latin typeface="Arial"/>
                <a:ea typeface="Arial"/>
                <a:cs typeface="Arial"/>
                <a:sym typeface="Arial"/>
              </a:defRPr>
            </a:lvl5pPr>
            <a:lvl6pPr lvl="5" marR="0" rtl="0" algn="l">
              <a:lnSpc>
                <a:spcPct val="100000"/>
              </a:lnSpc>
              <a:spcBef>
                <a:spcPts val="0"/>
              </a:spcBef>
              <a:spcAft>
                <a:spcPts val="0"/>
              </a:spcAft>
              <a:buClr>
                <a:srgbClr val="191919"/>
              </a:buClr>
              <a:buSzPts val="600"/>
              <a:buFont typeface="Arial"/>
              <a:buNone/>
              <a:defRPr b="0" i="0" sz="1400" u="none" cap="none" strike="noStrike">
                <a:solidFill>
                  <a:srgbClr val="191919"/>
                </a:solidFill>
                <a:latin typeface="Arial"/>
                <a:ea typeface="Arial"/>
                <a:cs typeface="Arial"/>
                <a:sym typeface="Arial"/>
              </a:defRPr>
            </a:lvl6pPr>
            <a:lvl7pPr lvl="6" marR="0" rtl="0" algn="l">
              <a:lnSpc>
                <a:spcPct val="100000"/>
              </a:lnSpc>
              <a:spcBef>
                <a:spcPts val="0"/>
              </a:spcBef>
              <a:spcAft>
                <a:spcPts val="0"/>
              </a:spcAft>
              <a:buClr>
                <a:srgbClr val="191919"/>
              </a:buClr>
              <a:buSzPts val="600"/>
              <a:buFont typeface="Arial"/>
              <a:buNone/>
              <a:defRPr b="0" i="0" sz="1400" u="none" cap="none" strike="noStrike">
                <a:solidFill>
                  <a:srgbClr val="191919"/>
                </a:solidFill>
                <a:latin typeface="Arial"/>
                <a:ea typeface="Arial"/>
                <a:cs typeface="Arial"/>
                <a:sym typeface="Arial"/>
              </a:defRPr>
            </a:lvl7pPr>
            <a:lvl8pPr lvl="7" marR="0" rtl="0" algn="l">
              <a:lnSpc>
                <a:spcPct val="100000"/>
              </a:lnSpc>
              <a:spcBef>
                <a:spcPts val="0"/>
              </a:spcBef>
              <a:spcAft>
                <a:spcPts val="0"/>
              </a:spcAft>
              <a:buClr>
                <a:srgbClr val="191919"/>
              </a:buClr>
              <a:buSzPts val="600"/>
              <a:buFont typeface="Arial"/>
              <a:buNone/>
              <a:defRPr b="0" i="0" sz="1400" u="none" cap="none" strike="noStrike">
                <a:solidFill>
                  <a:srgbClr val="191919"/>
                </a:solidFill>
                <a:latin typeface="Arial"/>
                <a:ea typeface="Arial"/>
                <a:cs typeface="Arial"/>
                <a:sym typeface="Arial"/>
              </a:defRPr>
            </a:lvl8pPr>
            <a:lvl9pPr lvl="8" marR="0" rtl="0" algn="l">
              <a:lnSpc>
                <a:spcPct val="100000"/>
              </a:lnSpc>
              <a:spcBef>
                <a:spcPts val="0"/>
              </a:spcBef>
              <a:spcAft>
                <a:spcPts val="0"/>
              </a:spcAft>
              <a:buClr>
                <a:srgbClr val="191919"/>
              </a:buClr>
              <a:buSzPts val="600"/>
              <a:buFont typeface="Arial"/>
              <a:buNone/>
              <a:defRPr b="0" i="0" sz="1400" u="none" cap="none" strike="noStrike">
                <a:solidFill>
                  <a:srgbClr val="191919"/>
                </a:solidFill>
                <a:latin typeface="Arial"/>
                <a:ea typeface="Arial"/>
                <a:cs typeface="Arial"/>
                <a:sym typeface="Arial"/>
              </a:defRPr>
            </a:lvl9pPr>
          </a:lstStyle>
          <a:p/>
        </p:txBody>
      </p:sp>
      <p:sp>
        <p:nvSpPr>
          <p:cNvPr id="403" name="Google Shape;403;p8"/>
          <p:cNvSpPr txBox="1"/>
          <p:nvPr>
            <p:ph idx="1" type="subTitle"/>
          </p:nvPr>
        </p:nvSpPr>
        <p:spPr>
          <a:xfrm>
            <a:off x="446650" y="3732649"/>
            <a:ext cx="4265700" cy="376200"/>
          </a:xfrm>
          <a:prstGeom prst="rect">
            <a:avLst/>
          </a:prstGeom>
          <a:noFill/>
          <a:ln>
            <a:noFill/>
          </a:ln>
        </p:spPr>
        <p:txBody>
          <a:bodyPr anchorCtr="0" anchor="t" bIns="0" lIns="0" spcFirstLastPara="1" rIns="0" wrap="square" tIns="0">
            <a:noAutofit/>
          </a:bodyPr>
          <a:lstStyle>
            <a:lvl1pPr lvl="0" marR="0" rtl="0" algn="l">
              <a:lnSpc>
                <a:spcPct val="100000"/>
              </a:lnSpc>
              <a:spcBef>
                <a:spcPts val="0"/>
              </a:spcBef>
              <a:spcAft>
                <a:spcPts val="0"/>
              </a:spcAft>
              <a:buClr>
                <a:schemeClr val="accent1"/>
              </a:buClr>
              <a:buSzPts val="2400"/>
              <a:buFont typeface="Proxima Nova"/>
              <a:buNone/>
              <a:defRPr b="0" i="0" sz="2400" u="none" cap="none" strike="noStrike">
                <a:solidFill>
                  <a:schemeClr val="accent1"/>
                </a:solidFill>
                <a:latin typeface="Proxima Nova"/>
                <a:ea typeface="Proxima Nova"/>
                <a:cs typeface="Proxima Nova"/>
                <a:sym typeface="Proxima Nova"/>
              </a:defRPr>
            </a:lvl1pPr>
            <a:lvl2pPr lvl="1" marR="0" rtl="0" algn="l">
              <a:lnSpc>
                <a:spcPct val="100000"/>
              </a:lnSpc>
              <a:spcBef>
                <a:spcPts val="0"/>
              </a:spcBef>
              <a:spcAft>
                <a:spcPts val="0"/>
              </a:spcAft>
              <a:buClr>
                <a:srgbClr val="CCCCCC"/>
              </a:buClr>
              <a:buSzPts val="2400"/>
              <a:buFont typeface="Proxima Nova"/>
              <a:buNone/>
              <a:defRPr b="0" i="0" sz="2400" u="none" cap="none" strike="noStrike">
                <a:solidFill>
                  <a:srgbClr val="CCCCCC"/>
                </a:solidFill>
                <a:latin typeface="Proxima Nova"/>
                <a:ea typeface="Proxima Nova"/>
                <a:cs typeface="Proxima Nova"/>
                <a:sym typeface="Proxima Nova"/>
              </a:defRPr>
            </a:lvl2pPr>
            <a:lvl3pPr lvl="2" marR="0" rtl="0" algn="l">
              <a:lnSpc>
                <a:spcPct val="100000"/>
              </a:lnSpc>
              <a:spcBef>
                <a:spcPts val="0"/>
              </a:spcBef>
              <a:spcAft>
                <a:spcPts val="0"/>
              </a:spcAft>
              <a:buClr>
                <a:srgbClr val="CCCCCC"/>
              </a:buClr>
              <a:buSzPts val="2400"/>
              <a:buFont typeface="Proxima Nova"/>
              <a:buNone/>
              <a:defRPr b="0" i="0" sz="2400" u="none" cap="none" strike="noStrike">
                <a:solidFill>
                  <a:srgbClr val="CCCCCC"/>
                </a:solidFill>
                <a:latin typeface="Proxima Nova"/>
                <a:ea typeface="Proxima Nova"/>
                <a:cs typeface="Proxima Nova"/>
                <a:sym typeface="Proxima Nova"/>
              </a:defRPr>
            </a:lvl3pPr>
            <a:lvl4pPr lvl="3" marR="0" rtl="0" algn="l">
              <a:lnSpc>
                <a:spcPct val="100000"/>
              </a:lnSpc>
              <a:spcBef>
                <a:spcPts val="0"/>
              </a:spcBef>
              <a:spcAft>
                <a:spcPts val="0"/>
              </a:spcAft>
              <a:buClr>
                <a:srgbClr val="CCCCCC"/>
              </a:buClr>
              <a:buSzPts val="2400"/>
              <a:buFont typeface="Proxima Nova"/>
              <a:buNone/>
              <a:defRPr b="0" i="0" sz="2400" u="none" cap="none" strike="noStrike">
                <a:solidFill>
                  <a:srgbClr val="CCCCCC"/>
                </a:solidFill>
                <a:latin typeface="Proxima Nova"/>
                <a:ea typeface="Proxima Nova"/>
                <a:cs typeface="Proxima Nova"/>
                <a:sym typeface="Proxima Nova"/>
              </a:defRPr>
            </a:lvl4pPr>
            <a:lvl5pPr lvl="4" marR="0" rtl="0" algn="l">
              <a:lnSpc>
                <a:spcPct val="100000"/>
              </a:lnSpc>
              <a:spcBef>
                <a:spcPts val="0"/>
              </a:spcBef>
              <a:spcAft>
                <a:spcPts val="0"/>
              </a:spcAft>
              <a:buClr>
                <a:srgbClr val="CCCCCC"/>
              </a:buClr>
              <a:buSzPts val="2400"/>
              <a:buFont typeface="Proxima Nova"/>
              <a:buNone/>
              <a:defRPr b="0" i="0" sz="2400" u="none" cap="none" strike="noStrike">
                <a:solidFill>
                  <a:srgbClr val="CCCCCC"/>
                </a:solidFill>
                <a:latin typeface="Proxima Nova"/>
                <a:ea typeface="Proxima Nova"/>
                <a:cs typeface="Proxima Nova"/>
                <a:sym typeface="Proxima Nova"/>
              </a:defRPr>
            </a:lvl5pPr>
            <a:lvl6pPr lvl="5" marR="0" rtl="0" algn="l">
              <a:lnSpc>
                <a:spcPct val="100000"/>
              </a:lnSpc>
              <a:spcBef>
                <a:spcPts val="0"/>
              </a:spcBef>
              <a:spcAft>
                <a:spcPts val="0"/>
              </a:spcAft>
              <a:buClr>
                <a:srgbClr val="CCCCCC"/>
              </a:buClr>
              <a:buSzPts val="2400"/>
              <a:buFont typeface="Proxima Nova"/>
              <a:buNone/>
              <a:defRPr b="0" i="0" sz="2400" u="none" cap="none" strike="noStrike">
                <a:solidFill>
                  <a:srgbClr val="CCCCCC"/>
                </a:solidFill>
                <a:latin typeface="Proxima Nova"/>
                <a:ea typeface="Proxima Nova"/>
                <a:cs typeface="Proxima Nova"/>
                <a:sym typeface="Proxima Nova"/>
              </a:defRPr>
            </a:lvl6pPr>
            <a:lvl7pPr lvl="6" marR="0" rtl="0" algn="l">
              <a:lnSpc>
                <a:spcPct val="100000"/>
              </a:lnSpc>
              <a:spcBef>
                <a:spcPts val="0"/>
              </a:spcBef>
              <a:spcAft>
                <a:spcPts val="0"/>
              </a:spcAft>
              <a:buClr>
                <a:srgbClr val="CCCCCC"/>
              </a:buClr>
              <a:buSzPts val="2400"/>
              <a:buFont typeface="Proxima Nova"/>
              <a:buNone/>
              <a:defRPr b="0" i="0" sz="2400" u="none" cap="none" strike="noStrike">
                <a:solidFill>
                  <a:srgbClr val="CCCCCC"/>
                </a:solidFill>
                <a:latin typeface="Proxima Nova"/>
                <a:ea typeface="Proxima Nova"/>
                <a:cs typeface="Proxima Nova"/>
                <a:sym typeface="Proxima Nova"/>
              </a:defRPr>
            </a:lvl7pPr>
            <a:lvl8pPr lvl="7" marR="0" rtl="0" algn="l">
              <a:lnSpc>
                <a:spcPct val="100000"/>
              </a:lnSpc>
              <a:spcBef>
                <a:spcPts val="0"/>
              </a:spcBef>
              <a:spcAft>
                <a:spcPts val="0"/>
              </a:spcAft>
              <a:buClr>
                <a:srgbClr val="CCCCCC"/>
              </a:buClr>
              <a:buSzPts val="2400"/>
              <a:buFont typeface="Proxima Nova"/>
              <a:buNone/>
              <a:defRPr b="0" i="0" sz="2400" u="none" cap="none" strike="noStrike">
                <a:solidFill>
                  <a:srgbClr val="CCCCCC"/>
                </a:solidFill>
                <a:latin typeface="Proxima Nova"/>
                <a:ea typeface="Proxima Nova"/>
                <a:cs typeface="Proxima Nova"/>
                <a:sym typeface="Proxima Nova"/>
              </a:defRPr>
            </a:lvl8pPr>
            <a:lvl9pPr lvl="8" marR="0" rtl="0" algn="l">
              <a:lnSpc>
                <a:spcPct val="100000"/>
              </a:lnSpc>
              <a:spcBef>
                <a:spcPts val="0"/>
              </a:spcBef>
              <a:spcAft>
                <a:spcPts val="0"/>
              </a:spcAft>
              <a:buClr>
                <a:srgbClr val="CCCCCC"/>
              </a:buClr>
              <a:buSzPts val="2400"/>
              <a:buFont typeface="Proxima Nova"/>
              <a:buNone/>
              <a:defRPr b="0" i="0" sz="2400" u="none" cap="none" strike="noStrike">
                <a:solidFill>
                  <a:srgbClr val="CCCCCC"/>
                </a:solidFill>
                <a:latin typeface="Proxima Nova"/>
                <a:ea typeface="Proxima Nova"/>
                <a:cs typeface="Proxima Nova"/>
                <a:sym typeface="Proxima Nova"/>
              </a:defRPr>
            </a:lvl9pPr>
          </a:lstStyle>
          <a:p/>
        </p:txBody>
      </p:sp>
      <p:sp>
        <p:nvSpPr>
          <p:cNvPr id="404" name="Google Shape;404;p8"/>
          <p:cNvSpPr txBox="1"/>
          <p:nvPr>
            <p:ph idx="2" type="body"/>
          </p:nvPr>
        </p:nvSpPr>
        <p:spPr>
          <a:xfrm>
            <a:off x="446650" y="4668712"/>
            <a:ext cx="4578600" cy="211800"/>
          </a:xfrm>
          <a:prstGeom prst="rect">
            <a:avLst/>
          </a:prstGeom>
          <a:noFill/>
          <a:ln>
            <a:noFill/>
          </a:ln>
        </p:spPr>
        <p:txBody>
          <a:bodyPr anchorCtr="0" anchor="t" bIns="0" lIns="0" spcFirstLastPara="1" rIns="0" wrap="square" tIns="0">
            <a:noAutofit/>
          </a:bodyPr>
          <a:lstStyle>
            <a:lvl1pPr indent="-228600" lvl="0" marL="457200" marR="0" rtl="0" algn="l">
              <a:lnSpc>
                <a:spcPct val="100000"/>
              </a:lnSpc>
              <a:spcBef>
                <a:spcPts val="0"/>
              </a:spcBef>
              <a:spcAft>
                <a:spcPts val="0"/>
              </a:spcAft>
              <a:buSzPts val="1400"/>
              <a:buNone/>
              <a:defRPr b="0" i="0" sz="1000" u="none" cap="none" strike="noStrike">
                <a:solidFill>
                  <a:schemeClr val="dk1"/>
                </a:solidFill>
                <a:latin typeface="Proxima Nova"/>
                <a:ea typeface="Proxima Nova"/>
                <a:cs typeface="Proxima Nova"/>
                <a:sym typeface="Proxima Nova"/>
              </a:defRPr>
            </a:lvl1pPr>
            <a:lvl2pPr indent="-228600" lvl="1" marL="9144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grpSp>
        <p:nvGrpSpPr>
          <p:cNvPr id="405" name="Google Shape;405;p8"/>
          <p:cNvGrpSpPr/>
          <p:nvPr/>
        </p:nvGrpSpPr>
        <p:grpSpPr>
          <a:xfrm>
            <a:off x="8072723" y="406202"/>
            <a:ext cx="276818" cy="295562"/>
            <a:chOff x="7856824" y="4804083"/>
            <a:chExt cx="433070" cy="494664"/>
          </a:xfrm>
        </p:grpSpPr>
        <p:sp>
          <p:nvSpPr>
            <p:cNvPr id="406" name="Google Shape;406;p8"/>
            <p:cNvSpPr/>
            <p:nvPr/>
          </p:nvSpPr>
          <p:spPr>
            <a:xfrm>
              <a:off x="7875152" y="4823224"/>
              <a:ext cx="396240" cy="457200"/>
            </a:xfrm>
            <a:custGeom>
              <a:rect b="b" l="l" r="r" t="t"/>
              <a:pathLst>
                <a:path extrusionOk="0" h="457200" w="396240">
                  <a:moveTo>
                    <a:pt x="197899" y="0"/>
                  </a:moveTo>
                  <a:lnTo>
                    <a:pt x="0" y="114258"/>
                  </a:lnTo>
                  <a:lnTo>
                    <a:pt x="0" y="342774"/>
                  </a:lnTo>
                  <a:lnTo>
                    <a:pt x="197899" y="457033"/>
                  </a:lnTo>
                  <a:lnTo>
                    <a:pt x="395799" y="342774"/>
                  </a:lnTo>
                  <a:lnTo>
                    <a:pt x="395799" y="114258"/>
                  </a:lnTo>
                  <a:lnTo>
                    <a:pt x="197899" y="0"/>
                  </a:lnTo>
                  <a:close/>
                </a:path>
              </a:pathLst>
            </a:custGeom>
            <a:solidFill>
              <a:schemeClr val="accent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Arial"/>
                <a:ea typeface="Arial"/>
                <a:cs typeface="Arial"/>
                <a:sym typeface="Arial"/>
              </a:endParaRPr>
            </a:p>
          </p:txBody>
        </p:sp>
        <p:sp>
          <p:nvSpPr>
            <p:cNvPr id="407" name="Google Shape;407;p8"/>
            <p:cNvSpPr/>
            <p:nvPr/>
          </p:nvSpPr>
          <p:spPr>
            <a:xfrm>
              <a:off x="7856824" y="4804083"/>
              <a:ext cx="433070" cy="494664"/>
            </a:xfrm>
            <a:custGeom>
              <a:rect b="b" l="l" r="r" t="t"/>
              <a:pathLst>
                <a:path extrusionOk="0" h="494664" w="433070">
                  <a:moveTo>
                    <a:pt x="219721" y="0"/>
                  </a:moveTo>
                  <a:lnTo>
                    <a:pt x="212726" y="0"/>
                  </a:lnTo>
                  <a:lnTo>
                    <a:pt x="3497" y="120802"/>
                  </a:lnTo>
                  <a:lnTo>
                    <a:pt x="0" y="126854"/>
                  </a:lnTo>
                  <a:lnTo>
                    <a:pt x="0" y="368459"/>
                  </a:lnTo>
                  <a:lnTo>
                    <a:pt x="3497" y="374512"/>
                  </a:lnTo>
                  <a:lnTo>
                    <a:pt x="209899" y="493681"/>
                  </a:lnTo>
                  <a:lnTo>
                    <a:pt x="213072" y="494498"/>
                  </a:lnTo>
                  <a:lnTo>
                    <a:pt x="219385" y="494498"/>
                  </a:lnTo>
                  <a:lnTo>
                    <a:pt x="222558" y="493681"/>
                  </a:lnTo>
                  <a:lnTo>
                    <a:pt x="289533" y="455012"/>
                  </a:lnTo>
                  <a:lnTo>
                    <a:pt x="216223" y="455012"/>
                  </a:lnTo>
                  <a:lnTo>
                    <a:pt x="36648" y="351340"/>
                  </a:lnTo>
                  <a:lnTo>
                    <a:pt x="36648" y="143974"/>
                  </a:lnTo>
                  <a:lnTo>
                    <a:pt x="216223" y="40302"/>
                  </a:lnTo>
                  <a:lnTo>
                    <a:pt x="289528" y="40302"/>
                  </a:lnTo>
                  <a:lnTo>
                    <a:pt x="219721" y="0"/>
                  </a:lnTo>
                  <a:close/>
                </a:path>
                <a:path extrusionOk="0" h="494664" w="433070">
                  <a:moveTo>
                    <a:pt x="289528" y="40302"/>
                  </a:moveTo>
                  <a:lnTo>
                    <a:pt x="216223" y="40302"/>
                  </a:lnTo>
                  <a:lnTo>
                    <a:pt x="395809" y="143974"/>
                  </a:lnTo>
                  <a:lnTo>
                    <a:pt x="395809" y="351340"/>
                  </a:lnTo>
                  <a:lnTo>
                    <a:pt x="216223" y="455012"/>
                  </a:lnTo>
                  <a:lnTo>
                    <a:pt x="289533" y="455012"/>
                  </a:lnTo>
                  <a:lnTo>
                    <a:pt x="428960" y="374512"/>
                  </a:lnTo>
                  <a:lnTo>
                    <a:pt x="432458" y="368459"/>
                  </a:lnTo>
                  <a:lnTo>
                    <a:pt x="432458" y="126854"/>
                  </a:lnTo>
                  <a:lnTo>
                    <a:pt x="428960" y="120802"/>
                  </a:lnTo>
                  <a:lnTo>
                    <a:pt x="289528" y="40302"/>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Arial"/>
                <a:ea typeface="Arial"/>
                <a:cs typeface="Arial"/>
                <a:sym typeface="Arial"/>
              </a:endParaRPr>
            </a:p>
          </p:txBody>
        </p:sp>
        <p:sp>
          <p:nvSpPr>
            <p:cNvPr id="408" name="Google Shape;408;p8"/>
            <p:cNvSpPr/>
            <p:nvPr/>
          </p:nvSpPr>
          <p:spPr>
            <a:xfrm>
              <a:off x="7875152" y="4937484"/>
              <a:ext cx="198120" cy="342900"/>
            </a:xfrm>
            <a:custGeom>
              <a:rect b="b" l="l" r="r" t="t"/>
              <a:pathLst>
                <a:path extrusionOk="0" h="342900" w="198120">
                  <a:moveTo>
                    <a:pt x="0" y="0"/>
                  </a:moveTo>
                  <a:lnTo>
                    <a:pt x="0" y="228516"/>
                  </a:lnTo>
                  <a:lnTo>
                    <a:pt x="197899" y="342774"/>
                  </a:lnTo>
                  <a:lnTo>
                    <a:pt x="197899" y="114258"/>
                  </a:lnTo>
                  <a:lnTo>
                    <a:pt x="0"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Arial"/>
                <a:ea typeface="Arial"/>
                <a:cs typeface="Arial"/>
                <a:sym typeface="Arial"/>
              </a:endParaRPr>
            </a:p>
          </p:txBody>
        </p:sp>
        <p:sp>
          <p:nvSpPr>
            <p:cNvPr id="409" name="Google Shape;409;p8"/>
            <p:cNvSpPr/>
            <p:nvPr/>
          </p:nvSpPr>
          <p:spPr>
            <a:xfrm>
              <a:off x="7856824" y="4918341"/>
              <a:ext cx="234950" cy="380364"/>
            </a:xfrm>
            <a:custGeom>
              <a:rect b="b" l="l" r="r" t="t"/>
              <a:pathLst>
                <a:path extrusionOk="0" h="380364" w="234950">
                  <a:moveTo>
                    <a:pt x="21821" y="0"/>
                  </a:moveTo>
                  <a:lnTo>
                    <a:pt x="14826" y="0"/>
                  </a:lnTo>
                  <a:lnTo>
                    <a:pt x="3497" y="6544"/>
                  </a:lnTo>
                  <a:lnTo>
                    <a:pt x="0" y="12596"/>
                  </a:lnTo>
                  <a:lnTo>
                    <a:pt x="0" y="254201"/>
                  </a:lnTo>
                  <a:lnTo>
                    <a:pt x="3497" y="260253"/>
                  </a:lnTo>
                  <a:lnTo>
                    <a:pt x="209899" y="379423"/>
                  </a:lnTo>
                  <a:lnTo>
                    <a:pt x="213072" y="380239"/>
                  </a:lnTo>
                  <a:lnTo>
                    <a:pt x="219385" y="380239"/>
                  </a:lnTo>
                  <a:lnTo>
                    <a:pt x="222558" y="379423"/>
                  </a:lnTo>
                  <a:lnTo>
                    <a:pt x="231050" y="374512"/>
                  </a:lnTo>
                  <a:lnTo>
                    <a:pt x="234547" y="368459"/>
                  </a:lnTo>
                  <a:lnTo>
                    <a:pt x="234547" y="330178"/>
                  </a:lnTo>
                  <a:lnTo>
                    <a:pt x="197899" y="330178"/>
                  </a:lnTo>
                  <a:lnTo>
                    <a:pt x="36648" y="237081"/>
                  </a:lnTo>
                  <a:lnTo>
                    <a:pt x="36648" y="50878"/>
                  </a:lnTo>
                  <a:lnTo>
                    <a:pt x="109941" y="50878"/>
                  </a:lnTo>
                  <a:lnTo>
                    <a:pt x="21821" y="0"/>
                  </a:lnTo>
                  <a:close/>
                </a:path>
                <a:path extrusionOk="0" h="380364" w="234950">
                  <a:moveTo>
                    <a:pt x="109941" y="50878"/>
                  </a:moveTo>
                  <a:lnTo>
                    <a:pt x="36648" y="50878"/>
                  </a:lnTo>
                  <a:lnTo>
                    <a:pt x="197899" y="143974"/>
                  </a:lnTo>
                  <a:lnTo>
                    <a:pt x="197899" y="330178"/>
                  </a:lnTo>
                  <a:lnTo>
                    <a:pt x="234547" y="330178"/>
                  </a:lnTo>
                  <a:lnTo>
                    <a:pt x="234547" y="126854"/>
                  </a:lnTo>
                  <a:lnTo>
                    <a:pt x="231050" y="120802"/>
                  </a:lnTo>
                  <a:lnTo>
                    <a:pt x="109941" y="50878"/>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Arial"/>
                <a:ea typeface="Arial"/>
                <a:cs typeface="Arial"/>
                <a:sym typeface="Arial"/>
              </a:endParaRPr>
            </a:p>
          </p:txBody>
        </p:sp>
        <p:sp>
          <p:nvSpPr>
            <p:cNvPr id="410" name="Google Shape;410;p8"/>
            <p:cNvSpPr/>
            <p:nvPr/>
          </p:nvSpPr>
          <p:spPr>
            <a:xfrm>
              <a:off x="8073052" y="4937483"/>
              <a:ext cx="198120" cy="342900"/>
            </a:xfrm>
            <a:custGeom>
              <a:rect b="b" l="l" r="r" t="t"/>
              <a:pathLst>
                <a:path extrusionOk="0" h="342900" w="198120">
                  <a:moveTo>
                    <a:pt x="197899" y="0"/>
                  </a:moveTo>
                  <a:lnTo>
                    <a:pt x="0" y="114258"/>
                  </a:lnTo>
                  <a:lnTo>
                    <a:pt x="0" y="342774"/>
                  </a:lnTo>
                  <a:lnTo>
                    <a:pt x="197899" y="228516"/>
                  </a:lnTo>
                  <a:lnTo>
                    <a:pt x="197899"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Arial"/>
                <a:ea typeface="Arial"/>
                <a:cs typeface="Arial"/>
                <a:sym typeface="Arial"/>
              </a:endParaRPr>
            </a:p>
          </p:txBody>
        </p:sp>
        <p:sp>
          <p:nvSpPr>
            <p:cNvPr id="411" name="Google Shape;411;p8"/>
            <p:cNvSpPr/>
            <p:nvPr/>
          </p:nvSpPr>
          <p:spPr>
            <a:xfrm>
              <a:off x="8054728" y="4918345"/>
              <a:ext cx="234950" cy="380364"/>
            </a:xfrm>
            <a:custGeom>
              <a:rect b="b" l="l" r="r" t="t"/>
              <a:pathLst>
                <a:path extrusionOk="0" h="380364" w="234950">
                  <a:moveTo>
                    <a:pt x="219721" y="0"/>
                  </a:moveTo>
                  <a:lnTo>
                    <a:pt x="212726" y="0"/>
                  </a:lnTo>
                  <a:lnTo>
                    <a:pt x="3497" y="120802"/>
                  </a:lnTo>
                  <a:lnTo>
                    <a:pt x="0" y="126854"/>
                  </a:lnTo>
                  <a:lnTo>
                    <a:pt x="0" y="368449"/>
                  </a:lnTo>
                  <a:lnTo>
                    <a:pt x="3497" y="374512"/>
                  </a:lnTo>
                  <a:lnTo>
                    <a:pt x="11999" y="379412"/>
                  </a:lnTo>
                  <a:lnTo>
                    <a:pt x="15161" y="380229"/>
                  </a:lnTo>
                  <a:lnTo>
                    <a:pt x="21486" y="380229"/>
                  </a:lnTo>
                  <a:lnTo>
                    <a:pt x="24648" y="379412"/>
                  </a:lnTo>
                  <a:lnTo>
                    <a:pt x="109948" y="330167"/>
                  </a:lnTo>
                  <a:lnTo>
                    <a:pt x="36648" y="330167"/>
                  </a:lnTo>
                  <a:lnTo>
                    <a:pt x="36648" y="143974"/>
                  </a:lnTo>
                  <a:lnTo>
                    <a:pt x="197899" y="50878"/>
                  </a:lnTo>
                  <a:lnTo>
                    <a:pt x="234547" y="50878"/>
                  </a:lnTo>
                  <a:lnTo>
                    <a:pt x="234547" y="12596"/>
                  </a:lnTo>
                  <a:lnTo>
                    <a:pt x="231050" y="6544"/>
                  </a:lnTo>
                  <a:lnTo>
                    <a:pt x="219721" y="0"/>
                  </a:lnTo>
                  <a:close/>
                </a:path>
                <a:path extrusionOk="0" h="380364" w="234950">
                  <a:moveTo>
                    <a:pt x="234547" y="50878"/>
                  </a:moveTo>
                  <a:lnTo>
                    <a:pt x="197899" y="50878"/>
                  </a:lnTo>
                  <a:lnTo>
                    <a:pt x="197899" y="237081"/>
                  </a:lnTo>
                  <a:lnTo>
                    <a:pt x="36648" y="330167"/>
                  </a:lnTo>
                  <a:lnTo>
                    <a:pt x="109948" y="330167"/>
                  </a:lnTo>
                  <a:lnTo>
                    <a:pt x="231050" y="260253"/>
                  </a:lnTo>
                  <a:lnTo>
                    <a:pt x="234547" y="254201"/>
                  </a:lnTo>
                  <a:lnTo>
                    <a:pt x="234547" y="50878"/>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Arial"/>
                <a:ea typeface="Arial"/>
                <a:cs typeface="Arial"/>
                <a:sym typeface="Arial"/>
              </a:endParaRPr>
            </a:p>
          </p:txBody>
        </p:sp>
      </p:grpSp>
      <p:grpSp>
        <p:nvGrpSpPr>
          <p:cNvPr id="412" name="Google Shape;412;p8"/>
          <p:cNvGrpSpPr/>
          <p:nvPr/>
        </p:nvGrpSpPr>
        <p:grpSpPr>
          <a:xfrm rot="10800000">
            <a:off x="8423430" y="233552"/>
            <a:ext cx="529689" cy="432123"/>
            <a:chOff x="10297594" y="731834"/>
            <a:chExt cx="828675" cy="723218"/>
          </a:xfrm>
        </p:grpSpPr>
        <p:sp>
          <p:nvSpPr>
            <p:cNvPr id="413" name="Google Shape;413;p8"/>
            <p:cNvSpPr/>
            <p:nvPr/>
          </p:nvSpPr>
          <p:spPr>
            <a:xfrm>
              <a:off x="10315915" y="750975"/>
              <a:ext cx="791845" cy="457200"/>
            </a:xfrm>
            <a:custGeom>
              <a:rect b="b" l="l" r="r" t="t"/>
              <a:pathLst>
                <a:path extrusionOk="0" h="457200" w="791845">
                  <a:moveTo>
                    <a:pt x="197899" y="0"/>
                  </a:moveTo>
                  <a:lnTo>
                    <a:pt x="0" y="114258"/>
                  </a:lnTo>
                  <a:lnTo>
                    <a:pt x="593699" y="457033"/>
                  </a:lnTo>
                  <a:lnTo>
                    <a:pt x="791598" y="342774"/>
                  </a:lnTo>
                  <a:lnTo>
                    <a:pt x="197899" y="0"/>
                  </a:lnTo>
                  <a:close/>
                </a:path>
              </a:pathLst>
            </a:custGeom>
            <a:solidFill>
              <a:schemeClr val="accent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Arial"/>
                <a:ea typeface="Arial"/>
                <a:cs typeface="Arial"/>
                <a:sym typeface="Arial"/>
              </a:endParaRPr>
            </a:p>
          </p:txBody>
        </p:sp>
        <p:sp>
          <p:nvSpPr>
            <p:cNvPr id="414" name="Google Shape;414;p8"/>
            <p:cNvSpPr/>
            <p:nvPr/>
          </p:nvSpPr>
          <p:spPr>
            <a:xfrm>
              <a:off x="10297594" y="731834"/>
              <a:ext cx="828675" cy="494665"/>
            </a:xfrm>
            <a:custGeom>
              <a:rect b="b" l="l" r="r" t="t"/>
              <a:pathLst>
                <a:path extrusionOk="0" h="494665" w="828675">
                  <a:moveTo>
                    <a:pt x="219710" y="0"/>
                  </a:moveTo>
                  <a:lnTo>
                    <a:pt x="212716" y="0"/>
                  </a:lnTo>
                  <a:lnTo>
                    <a:pt x="3497" y="120802"/>
                  </a:lnTo>
                  <a:lnTo>
                    <a:pt x="0" y="126854"/>
                  </a:lnTo>
                  <a:lnTo>
                    <a:pt x="0" y="139943"/>
                  </a:lnTo>
                  <a:lnTo>
                    <a:pt x="3497" y="145995"/>
                  </a:lnTo>
                  <a:lnTo>
                    <a:pt x="605698" y="493681"/>
                  </a:lnTo>
                  <a:lnTo>
                    <a:pt x="608861" y="494498"/>
                  </a:lnTo>
                  <a:lnTo>
                    <a:pt x="615185" y="494498"/>
                  </a:lnTo>
                  <a:lnTo>
                    <a:pt x="618358" y="493681"/>
                  </a:lnTo>
                  <a:lnTo>
                    <a:pt x="685329" y="455012"/>
                  </a:lnTo>
                  <a:lnTo>
                    <a:pt x="612023" y="455012"/>
                  </a:lnTo>
                  <a:lnTo>
                    <a:pt x="54972" y="133399"/>
                  </a:lnTo>
                  <a:lnTo>
                    <a:pt x="216213" y="40291"/>
                  </a:lnTo>
                  <a:lnTo>
                    <a:pt x="289498" y="40291"/>
                  </a:lnTo>
                  <a:lnTo>
                    <a:pt x="219710" y="0"/>
                  </a:lnTo>
                  <a:close/>
                </a:path>
                <a:path extrusionOk="0" h="494665" w="828675">
                  <a:moveTo>
                    <a:pt x="289498" y="40291"/>
                  </a:moveTo>
                  <a:lnTo>
                    <a:pt x="216213" y="40291"/>
                  </a:lnTo>
                  <a:lnTo>
                    <a:pt x="773274" y="361915"/>
                  </a:lnTo>
                  <a:lnTo>
                    <a:pt x="612023" y="455012"/>
                  </a:lnTo>
                  <a:lnTo>
                    <a:pt x="685329" y="455012"/>
                  </a:lnTo>
                  <a:lnTo>
                    <a:pt x="824749" y="374512"/>
                  </a:lnTo>
                  <a:lnTo>
                    <a:pt x="828247" y="368459"/>
                  </a:lnTo>
                  <a:lnTo>
                    <a:pt x="828247" y="355371"/>
                  </a:lnTo>
                  <a:lnTo>
                    <a:pt x="824749" y="349319"/>
                  </a:lnTo>
                  <a:lnTo>
                    <a:pt x="289498" y="40291"/>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Arial"/>
                <a:ea typeface="Arial"/>
                <a:cs typeface="Arial"/>
                <a:sym typeface="Arial"/>
              </a:endParaRPr>
            </a:p>
          </p:txBody>
        </p:sp>
        <p:sp>
          <p:nvSpPr>
            <p:cNvPr id="415" name="Google Shape;415;p8"/>
            <p:cNvSpPr/>
            <p:nvPr/>
          </p:nvSpPr>
          <p:spPr>
            <a:xfrm>
              <a:off x="10315915" y="865233"/>
              <a:ext cx="593725" cy="571500"/>
            </a:xfrm>
            <a:custGeom>
              <a:rect b="b" l="l" r="r" t="t"/>
              <a:pathLst>
                <a:path extrusionOk="0" h="571500" w="593725">
                  <a:moveTo>
                    <a:pt x="0" y="0"/>
                  </a:moveTo>
                  <a:lnTo>
                    <a:pt x="0" y="228516"/>
                  </a:lnTo>
                  <a:lnTo>
                    <a:pt x="593699" y="571291"/>
                  </a:lnTo>
                  <a:lnTo>
                    <a:pt x="593699" y="342774"/>
                  </a:lnTo>
                  <a:lnTo>
                    <a:pt x="0" y="0"/>
                  </a:lnTo>
                  <a:close/>
                </a:path>
              </a:pathLst>
            </a:custGeom>
            <a:solidFill>
              <a:schemeClr val="lt1"/>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Arial"/>
                <a:ea typeface="Arial"/>
                <a:cs typeface="Arial"/>
                <a:sym typeface="Arial"/>
              </a:endParaRPr>
            </a:p>
          </p:txBody>
        </p:sp>
        <p:sp>
          <p:nvSpPr>
            <p:cNvPr id="416" name="Google Shape;416;p8"/>
            <p:cNvSpPr/>
            <p:nvPr/>
          </p:nvSpPr>
          <p:spPr>
            <a:xfrm>
              <a:off x="10297594" y="846087"/>
              <a:ext cx="630554" cy="608965"/>
            </a:xfrm>
            <a:custGeom>
              <a:rect b="b" l="l" r="r" t="t"/>
              <a:pathLst>
                <a:path extrusionOk="0" h="608965" w="630554">
                  <a:moveTo>
                    <a:pt x="21821" y="0"/>
                  </a:moveTo>
                  <a:lnTo>
                    <a:pt x="14826" y="0"/>
                  </a:lnTo>
                  <a:lnTo>
                    <a:pt x="3497" y="6544"/>
                  </a:lnTo>
                  <a:lnTo>
                    <a:pt x="0" y="12606"/>
                  </a:lnTo>
                  <a:lnTo>
                    <a:pt x="0" y="254201"/>
                  </a:lnTo>
                  <a:lnTo>
                    <a:pt x="3497" y="260253"/>
                  </a:lnTo>
                  <a:lnTo>
                    <a:pt x="605698" y="607939"/>
                  </a:lnTo>
                  <a:lnTo>
                    <a:pt x="608861" y="608756"/>
                  </a:lnTo>
                  <a:lnTo>
                    <a:pt x="615185" y="608756"/>
                  </a:lnTo>
                  <a:lnTo>
                    <a:pt x="618358" y="607939"/>
                  </a:lnTo>
                  <a:lnTo>
                    <a:pt x="626850" y="603028"/>
                  </a:lnTo>
                  <a:lnTo>
                    <a:pt x="630347" y="596976"/>
                  </a:lnTo>
                  <a:lnTo>
                    <a:pt x="630347" y="558695"/>
                  </a:lnTo>
                  <a:lnTo>
                    <a:pt x="593699" y="558695"/>
                  </a:lnTo>
                  <a:lnTo>
                    <a:pt x="36648" y="237081"/>
                  </a:lnTo>
                  <a:lnTo>
                    <a:pt x="36648" y="50888"/>
                  </a:lnTo>
                  <a:lnTo>
                    <a:pt x="109961" y="50888"/>
                  </a:lnTo>
                  <a:lnTo>
                    <a:pt x="21821" y="0"/>
                  </a:lnTo>
                  <a:close/>
                </a:path>
                <a:path extrusionOk="0" h="608965" w="630554">
                  <a:moveTo>
                    <a:pt x="109961" y="50888"/>
                  </a:moveTo>
                  <a:lnTo>
                    <a:pt x="36648" y="50888"/>
                  </a:lnTo>
                  <a:lnTo>
                    <a:pt x="593699" y="372501"/>
                  </a:lnTo>
                  <a:lnTo>
                    <a:pt x="593699" y="558695"/>
                  </a:lnTo>
                  <a:lnTo>
                    <a:pt x="630347" y="558695"/>
                  </a:lnTo>
                  <a:lnTo>
                    <a:pt x="630347" y="355371"/>
                  </a:lnTo>
                  <a:lnTo>
                    <a:pt x="626850" y="349319"/>
                  </a:lnTo>
                  <a:lnTo>
                    <a:pt x="109961" y="50888"/>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Arial"/>
                <a:ea typeface="Arial"/>
                <a:cs typeface="Arial"/>
                <a:sym typeface="Arial"/>
              </a:endParaRPr>
            </a:p>
          </p:txBody>
        </p:sp>
        <p:sp>
          <p:nvSpPr>
            <p:cNvPr id="417" name="Google Shape;417;p8"/>
            <p:cNvSpPr/>
            <p:nvPr/>
          </p:nvSpPr>
          <p:spPr>
            <a:xfrm>
              <a:off x="10909615" y="1093748"/>
              <a:ext cx="198120" cy="342900"/>
            </a:xfrm>
            <a:custGeom>
              <a:rect b="b" l="l" r="r" t="t"/>
              <a:pathLst>
                <a:path extrusionOk="0" h="342900" w="198120">
                  <a:moveTo>
                    <a:pt x="197899" y="0"/>
                  </a:moveTo>
                  <a:lnTo>
                    <a:pt x="0" y="114258"/>
                  </a:lnTo>
                  <a:lnTo>
                    <a:pt x="0" y="342774"/>
                  </a:lnTo>
                  <a:lnTo>
                    <a:pt x="197899" y="228516"/>
                  </a:lnTo>
                  <a:lnTo>
                    <a:pt x="197899"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Arial"/>
                <a:ea typeface="Arial"/>
                <a:cs typeface="Arial"/>
                <a:sym typeface="Arial"/>
              </a:endParaRPr>
            </a:p>
          </p:txBody>
        </p:sp>
        <p:sp>
          <p:nvSpPr>
            <p:cNvPr id="418" name="Google Shape;418;p8"/>
            <p:cNvSpPr/>
            <p:nvPr/>
          </p:nvSpPr>
          <p:spPr>
            <a:xfrm>
              <a:off x="10891296" y="1074610"/>
              <a:ext cx="234950" cy="380365"/>
            </a:xfrm>
            <a:custGeom>
              <a:rect b="b" l="l" r="r" t="t"/>
              <a:pathLst>
                <a:path extrusionOk="0" h="380365" w="234950">
                  <a:moveTo>
                    <a:pt x="219710" y="0"/>
                  </a:moveTo>
                  <a:lnTo>
                    <a:pt x="212716" y="0"/>
                  </a:lnTo>
                  <a:lnTo>
                    <a:pt x="3497" y="120802"/>
                  </a:lnTo>
                  <a:lnTo>
                    <a:pt x="0" y="126854"/>
                  </a:lnTo>
                  <a:lnTo>
                    <a:pt x="0" y="368449"/>
                  </a:lnTo>
                  <a:lnTo>
                    <a:pt x="3497" y="374512"/>
                  </a:lnTo>
                  <a:lnTo>
                    <a:pt x="11999" y="379412"/>
                  </a:lnTo>
                  <a:lnTo>
                    <a:pt x="15161" y="380229"/>
                  </a:lnTo>
                  <a:lnTo>
                    <a:pt x="21486" y="380229"/>
                  </a:lnTo>
                  <a:lnTo>
                    <a:pt x="24648" y="379412"/>
                  </a:lnTo>
                  <a:lnTo>
                    <a:pt x="109943" y="330167"/>
                  </a:lnTo>
                  <a:lnTo>
                    <a:pt x="36648" y="330167"/>
                  </a:lnTo>
                  <a:lnTo>
                    <a:pt x="36648" y="143974"/>
                  </a:lnTo>
                  <a:lnTo>
                    <a:pt x="197889" y="50878"/>
                  </a:lnTo>
                  <a:lnTo>
                    <a:pt x="234537" y="50878"/>
                  </a:lnTo>
                  <a:lnTo>
                    <a:pt x="234537" y="12596"/>
                  </a:lnTo>
                  <a:lnTo>
                    <a:pt x="231040" y="6544"/>
                  </a:lnTo>
                  <a:lnTo>
                    <a:pt x="219710" y="0"/>
                  </a:lnTo>
                  <a:close/>
                </a:path>
                <a:path extrusionOk="0" h="380365" w="234950">
                  <a:moveTo>
                    <a:pt x="234537" y="50878"/>
                  </a:moveTo>
                  <a:lnTo>
                    <a:pt x="197889" y="50878"/>
                  </a:lnTo>
                  <a:lnTo>
                    <a:pt x="197889" y="237081"/>
                  </a:lnTo>
                  <a:lnTo>
                    <a:pt x="36648" y="330167"/>
                  </a:lnTo>
                  <a:lnTo>
                    <a:pt x="109943" y="330167"/>
                  </a:lnTo>
                  <a:lnTo>
                    <a:pt x="231040" y="260253"/>
                  </a:lnTo>
                  <a:lnTo>
                    <a:pt x="234537" y="254201"/>
                  </a:lnTo>
                  <a:lnTo>
                    <a:pt x="234537" y="50878"/>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Arial"/>
                <a:ea typeface="Arial"/>
                <a:cs typeface="Arial"/>
                <a:sym typeface="Arial"/>
              </a:endParaRPr>
            </a:p>
          </p:txBody>
        </p:sp>
      </p:grpSp>
      <p:grpSp>
        <p:nvGrpSpPr>
          <p:cNvPr id="419" name="Google Shape;419;p8"/>
          <p:cNvGrpSpPr/>
          <p:nvPr/>
        </p:nvGrpSpPr>
        <p:grpSpPr>
          <a:xfrm flipH="1" rot="10800000">
            <a:off x="8198521" y="665708"/>
            <a:ext cx="529689" cy="432123"/>
            <a:chOff x="10297594" y="731834"/>
            <a:chExt cx="828675" cy="723218"/>
          </a:xfrm>
        </p:grpSpPr>
        <p:sp>
          <p:nvSpPr>
            <p:cNvPr id="420" name="Google Shape;420;p8"/>
            <p:cNvSpPr/>
            <p:nvPr/>
          </p:nvSpPr>
          <p:spPr>
            <a:xfrm>
              <a:off x="10315915" y="750975"/>
              <a:ext cx="791845" cy="457200"/>
            </a:xfrm>
            <a:custGeom>
              <a:rect b="b" l="l" r="r" t="t"/>
              <a:pathLst>
                <a:path extrusionOk="0" h="457200" w="791845">
                  <a:moveTo>
                    <a:pt x="197899" y="0"/>
                  </a:moveTo>
                  <a:lnTo>
                    <a:pt x="0" y="114258"/>
                  </a:lnTo>
                  <a:lnTo>
                    <a:pt x="593699" y="457033"/>
                  </a:lnTo>
                  <a:lnTo>
                    <a:pt x="791598" y="342774"/>
                  </a:lnTo>
                  <a:lnTo>
                    <a:pt x="197899"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Arial"/>
                <a:ea typeface="Arial"/>
                <a:cs typeface="Arial"/>
                <a:sym typeface="Arial"/>
              </a:endParaRPr>
            </a:p>
          </p:txBody>
        </p:sp>
        <p:sp>
          <p:nvSpPr>
            <p:cNvPr id="421" name="Google Shape;421;p8"/>
            <p:cNvSpPr/>
            <p:nvPr/>
          </p:nvSpPr>
          <p:spPr>
            <a:xfrm>
              <a:off x="10297594" y="731834"/>
              <a:ext cx="828675" cy="494665"/>
            </a:xfrm>
            <a:custGeom>
              <a:rect b="b" l="l" r="r" t="t"/>
              <a:pathLst>
                <a:path extrusionOk="0" h="494665" w="828675">
                  <a:moveTo>
                    <a:pt x="219710" y="0"/>
                  </a:moveTo>
                  <a:lnTo>
                    <a:pt x="212716" y="0"/>
                  </a:lnTo>
                  <a:lnTo>
                    <a:pt x="3497" y="120802"/>
                  </a:lnTo>
                  <a:lnTo>
                    <a:pt x="0" y="126854"/>
                  </a:lnTo>
                  <a:lnTo>
                    <a:pt x="0" y="139943"/>
                  </a:lnTo>
                  <a:lnTo>
                    <a:pt x="3497" y="145995"/>
                  </a:lnTo>
                  <a:lnTo>
                    <a:pt x="605698" y="493681"/>
                  </a:lnTo>
                  <a:lnTo>
                    <a:pt x="608861" y="494498"/>
                  </a:lnTo>
                  <a:lnTo>
                    <a:pt x="615185" y="494498"/>
                  </a:lnTo>
                  <a:lnTo>
                    <a:pt x="618358" y="493681"/>
                  </a:lnTo>
                  <a:lnTo>
                    <a:pt x="685329" y="455012"/>
                  </a:lnTo>
                  <a:lnTo>
                    <a:pt x="612023" y="455012"/>
                  </a:lnTo>
                  <a:lnTo>
                    <a:pt x="54972" y="133399"/>
                  </a:lnTo>
                  <a:lnTo>
                    <a:pt x="216213" y="40291"/>
                  </a:lnTo>
                  <a:lnTo>
                    <a:pt x="289498" y="40291"/>
                  </a:lnTo>
                  <a:lnTo>
                    <a:pt x="219710" y="0"/>
                  </a:lnTo>
                  <a:close/>
                </a:path>
                <a:path extrusionOk="0" h="494665" w="828675">
                  <a:moveTo>
                    <a:pt x="289498" y="40291"/>
                  </a:moveTo>
                  <a:lnTo>
                    <a:pt x="216213" y="40291"/>
                  </a:lnTo>
                  <a:lnTo>
                    <a:pt x="773274" y="361915"/>
                  </a:lnTo>
                  <a:lnTo>
                    <a:pt x="612023" y="455012"/>
                  </a:lnTo>
                  <a:lnTo>
                    <a:pt x="685329" y="455012"/>
                  </a:lnTo>
                  <a:lnTo>
                    <a:pt x="824749" y="374512"/>
                  </a:lnTo>
                  <a:lnTo>
                    <a:pt x="828247" y="368459"/>
                  </a:lnTo>
                  <a:lnTo>
                    <a:pt x="828247" y="355371"/>
                  </a:lnTo>
                  <a:lnTo>
                    <a:pt x="824749" y="349319"/>
                  </a:lnTo>
                  <a:lnTo>
                    <a:pt x="289498" y="40291"/>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Arial"/>
                <a:ea typeface="Arial"/>
                <a:cs typeface="Arial"/>
                <a:sym typeface="Arial"/>
              </a:endParaRPr>
            </a:p>
          </p:txBody>
        </p:sp>
        <p:sp>
          <p:nvSpPr>
            <p:cNvPr id="422" name="Google Shape;422;p8"/>
            <p:cNvSpPr/>
            <p:nvPr/>
          </p:nvSpPr>
          <p:spPr>
            <a:xfrm>
              <a:off x="10315915" y="865233"/>
              <a:ext cx="593725" cy="571500"/>
            </a:xfrm>
            <a:custGeom>
              <a:rect b="b" l="l" r="r" t="t"/>
              <a:pathLst>
                <a:path extrusionOk="0" h="571500" w="593725">
                  <a:moveTo>
                    <a:pt x="0" y="0"/>
                  </a:moveTo>
                  <a:lnTo>
                    <a:pt x="0" y="228516"/>
                  </a:lnTo>
                  <a:lnTo>
                    <a:pt x="593699" y="571291"/>
                  </a:lnTo>
                  <a:lnTo>
                    <a:pt x="593699" y="342774"/>
                  </a:lnTo>
                  <a:lnTo>
                    <a:pt x="0" y="0"/>
                  </a:lnTo>
                  <a:close/>
                </a:path>
              </a:pathLst>
            </a:custGeom>
            <a:solidFill>
              <a:schemeClr val="accent1"/>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Arial"/>
                <a:ea typeface="Arial"/>
                <a:cs typeface="Arial"/>
                <a:sym typeface="Arial"/>
              </a:endParaRPr>
            </a:p>
          </p:txBody>
        </p:sp>
        <p:sp>
          <p:nvSpPr>
            <p:cNvPr id="423" name="Google Shape;423;p8"/>
            <p:cNvSpPr/>
            <p:nvPr/>
          </p:nvSpPr>
          <p:spPr>
            <a:xfrm>
              <a:off x="10297594" y="846087"/>
              <a:ext cx="630554" cy="608965"/>
            </a:xfrm>
            <a:custGeom>
              <a:rect b="b" l="l" r="r" t="t"/>
              <a:pathLst>
                <a:path extrusionOk="0" h="608965" w="630554">
                  <a:moveTo>
                    <a:pt x="21821" y="0"/>
                  </a:moveTo>
                  <a:lnTo>
                    <a:pt x="14826" y="0"/>
                  </a:lnTo>
                  <a:lnTo>
                    <a:pt x="3497" y="6544"/>
                  </a:lnTo>
                  <a:lnTo>
                    <a:pt x="0" y="12606"/>
                  </a:lnTo>
                  <a:lnTo>
                    <a:pt x="0" y="254201"/>
                  </a:lnTo>
                  <a:lnTo>
                    <a:pt x="3497" y="260253"/>
                  </a:lnTo>
                  <a:lnTo>
                    <a:pt x="605698" y="607939"/>
                  </a:lnTo>
                  <a:lnTo>
                    <a:pt x="608861" y="608756"/>
                  </a:lnTo>
                  <a:lnTo>
                    <a:pt x="615185" y="608756"/>
                  </a:lnTo>
                  <a:lnTo>
                    <a:pt x="618358" y="607939"/>
                  </a:lnTo>
                  <a:lnTo>
                    <a:pt x="626850" y="603028"/>
                  </a:lnTo>
                  <a:lnTo>
                    <a:pt x="630347" y="596976"/>
                  </a:lnTo>
                  <a:lnTo>
                    <a:pt x="630347" y="558695"/>
                  </a:lnTo>
                  <a:lnTo>
                    <a:pt x="593699" y="558695"/>
                  </a:lnTo>
                  <a:lnTo>
                    <a:pt x="36648" y="237081"/>
                  </a:lnTo>
                  <a:lnTo>
                    <a:pt x="36648" y="50888"/>
                  </a:lnTo>
                  <a:lnTo>
                    <a:pt x="109961" y="50888"/>
                  </a:lnTo>
                  <a:lnTo>
                    <a:pt x="21821" y="0"/>
                  </a:lnTo>
                  <a:close/>
                </a:path>
                <a:path extrusionOk="0" h="608965" w="630554">
                  <a:moveTo>
                    <a:pt x="109961" y="50888"/>
                  </a:moveTo>
                  <a:lnTo>
                    <a:pt x="36648" y="50888"/>
                  </a:lnTo>
                  <a:lnTo>
                    <a:pt x="593699" y="372501"/>
                  </a:lnTo>
                  <a:lnTo>
                    <a:pt x="593699" y="558695"/>
                  </a:lnTo>
                  <a:lnTo>
                    <a:pt x="630347" y="558695"/>
                  </a:lnTo>
                  <a:lnTo>
                    <a:pt x="630347" y="355371"/>
                  </a:lnTo>
                  <a:lnTo>
                    <a:pt x="626850" y="349319"/>
                  </a:lnTo>
                  <a:lnTo>
                    <a:pt x="109961" y="50888"/>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Arial"/>
                <a:ea typeface="Arial"/>
                <a:cs typeface="Arial"/>
                <a:sym typeface="Arial"/>
              </a:endParaRPr>
            </a:p>
          </p:txBody>
        </p:sp>
        <p:sp>
          <p:nvSpPr>
            <p:cNvPr id="424" name="Google Shape;424;p8"/>
            <p:cNvSpPr/>
            <p:nvPr/>
          </p:nvSpPr>
          <p:spPr>
            <a:xfrm>
              <a:off x="10909615" y="1093748"/>
              <a:ext cx="198120" cy="342900"/>
            </a:xfrm>
            <a:custGeom>
              <a:rect b="b" l="l" r="r" t="t"/>
              <a:pathLst>
                <a:path extrusionOk="0" h="342900" w="198120">
                  <a:moveTo>
                    <a:pt x="197899" y="0"/>
                  </a:moveTo>
                  <a:lnTo>
                    <a:pt x="0" y="114258"/>
                  </a:lnTo>
                  <a:lnTo>
                    <a:pt x="0" y="342774"/>
                  </a:lnTo>
                  <a:lnTo>
                    <a:pt x="197899" y="228516"/>
                  </a:lnTo>
                  <a:lnTo>
                    <a:pt x="197899"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Arial"/>
                <a:ea typeface="Arial"/>
                <a:cs typeface="Arial"/>
                <a:sym typeface="Arial"/>
              </a:endParaRPr>
            </a:p>
          </p:txBody>
        </p:sp>
        <p:sp>
          <p:nvSpPr>
            <p:cNvPr id="425" name="Google Shape;425;p8"/>
            <p:cNvSpPr/>
            <p:nvPr/>
          </p:nvSpPr>
          <p:spPr>
            <a:xfrm>
              <a:off x="10891296" y="1074610"/>
              <a:ext cx="234950" cy="380365"/>
            </a:xfrm>
            <a:custGeom>
              <a:rect b="b" l="l" r="r" t="t"/>
              <a:pathLst>
                <a:path extrusionOk="0" h="380365" w="234950">
                  <a:moveTo>
                    <a:pt x="219710" y="0"/>
                  </a:moveTo>
                  <a:lnTo>
                    <a:pt x="212716" y="0"/>
                  </a:lnTo>
                  <a:lnTo>
                    <a:pt x="3497" y="120802"/>
                  </a:lnTo>
                  <a:lnTo>
                    <a:pt x="0" y="126854"/>
                  </a:lnTo>
                  <a:lnTo>
                    <a:pt x="0" y="368449"/>
                  </a:lnTo>
                  <a:lnTo>
                    <a:pt x="3497" y="374512"/>
                  </a:lnTo>
                  <a:lnTo>
                    <a:pt x="11999" y="379412"/>
                  </a:lnTo>
                  <a:lnTo>
                    <a:pt x="15161" y="380229"/>
                  </a:lnTo>
                  <a:lnTo>
                    <a:pt x="21486" y="380229"/>
                  </a:lnTo>
                  <a:lnTo>
                    <a:pt x="24648" y="379412"/>
                  </a:lnTo>
                  <a:lnTo>
                    <a:pt x="109943" y="330167"/>
                  </a:lnTo>
                  <a:lnTo>
                    <a:pt x="36648" y="330167"/>
                  </a:lnTo>
                  <a:lnTo>
                    <a:pt x="36648" y="143974"/>
                  </a:lnTo>
                  <a:lnTo>
                    <a:pt x="197889" y="50878"/>
                  </a:lnTo>
                  <a:lnTo>
                    <a:pt x="234537" y="50878"/>
                  </a:lnTo>
                  <a:lnTo>
                    <a:pt x="234537" y="12596"/>
                  </a:lnTo>
                  <a:lnTo>
                    <a:pt x="231040" y="6544"/>
                  </a:lnTo>
                  <a:lnTo>
                    <a:pt x="219710" y="0"/>
                  </a:lnTo>
                  <a:close/>
                </a:path>
                <a:path extrusionOk="0" h="380365" w="234950">
                  <a:moveTo>
                    <a:pt x="234537" y="50878"/>
                  </a:moveTo>
                  <a:lnTo>
                    <a:pt x="197889" y="50878"/>
                  </a:lnTo>
                  <a:lnTo>
                    <a:pt x="197889" y="237081"/>
                  </a:lnTo>
                  <a:lnTo>
                    <a:pt x="36648" y="330167"/>
                  </a:lnTo>
                  <a:lnTo>
                    <a:pt x="109943" y="330167"/>
                  </a:lnTo>
                  <a:lnTo>
                    <a:pt x="231040" y="260253"/>
                  </a:lnTo>
                  <a:lnTo>
                    <a:pt x="234537" y="254201"/>
                  </a:lnTo>
                  <a:lnTo>
                    <a:pt x="234537" y="50878"/>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Arial"/>
                <a:ea typeface="Arial"/>
                <a:cs typeface="Arial"/>
                <a:sym typeface="Arial"/>
              </a:endParaRPr>
            </a:p>
          </p:txBody>
        </p:sp>
      </p:grpSp>
      <p:grpSp>
        <p:nvGrpSpPr>
          <p:cNvPr id="426" name="Google Shape;426;p8"/>
          <p:cNvGrpSpPr/>
          <p:nvPr/>
        </p:nvGrpSpPr>
        <p:grpSpPr>
          <a:xfrm>
            <a:off x="452405" y="302314"/>
            <a:ext cx="1383317" cy="575110"/>
            <a:chOff x="994735" y="832264"/>
            <a:chExt cx="3041595" cy="1264534"/>
          </a:xfrm>
        </p:grpSpPr>
        <p:grpSp>
          <p:nvGrpSpPr>
            <p:cNvPr id="427" name="Google Shape;427;p8"/>
            <p:cNvGrpSpPr/>
            <p:nvPr/>
          </p:nvGrpSpPr>
          <p:grpSpPr>
            <a:xfrm>
              <a:off x="994735" y="832264"/>
              <a:ext cx="963860" cy="877287"/>
              <a:chOff x="994735" y="832264"/>
              <a:chExt cx="963860" cy="877287"/>
            </a:xfrm>
          </p:grpSpPr>
          <p:sp>
            <p:nvSpPr>
              <p:cNvPr id="428" name="Google Shape;428;p8"/>
              <p:cNvSpPr/>
              <p:nvPr/>
            </p:nvSpPr>
            <p:spPr>
              <a:xfrm>
                <a:off x="1409534" y="1000122"/>
                <a:ext cx="536575" cy="309880"/>
              </a:xfrm>
              <a:custGeom>
                <a:rect b="b" l="l" r="r" t="t"/>
                <a:pathLst>
                  <a:path extrusionOk="0" h="309880" w="536575">
                    <a:moveTo>
                      <a:pt x="134121" y="0"/>
                    </a:moveTo>
                    <a:lnTo>
                      <a:pt x="0" y="77432"/>
                    </a:lnTo>
                    <a:lnTo>
                      <a:pt x="402375" y="309749"/>
                    </a:lnTo>
                    <a:lnTo>
                      <a:pt x="536496" y="232307"/>
                    </a:lnTo>
                    <a:lnTo>
                      <a:pt x="134121" y="0"/>
                    </a:lnTo>
                    <a:close/>
                  </a:path>
                </a:pathLst>
              </a:custGeom>
              <a:solidFill>
                <a:srgbClr val="CC000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429" name="Google Shape;429;p8"/>
              <p:cNvSpPr/>
              <p:nvPr/>
            </p:nvSpPr>
            <p:spPr>
              <a:xfrm>
                <a:off x="1397114" y="987153"/>
                <a:ext cx="561339" cy="335280"/>
              </a:xfrm>
              <a:custGeom>
                <a:rect b="b" l="l" r="r" t="t"/>
                <a:pathLst>
                  <a:path extrusionOk="0" h="335280" w="561339">
                    <a:moveTo>
                      <a:pt x="148906" y="0"/>
                    </a:moveTo>
                    <a:lnTo>
                      <a:pt x="144173" y="0"/>
                    </a:lnTo>
                    <a:lnTo>
                      <a:pt x="2366" y="81871"/>
                    </a:lnTo>
                    <a:lnTo>
                      <a:pt x="0" y="85965"/>
                    </a:lnTo>
                    <a:lnTo>
                      <a:pt x="0" y="94845"/>
                    </a:lnTo>
                    <a:lnTo>
                      <a:pt x="2366" y="98939"/>
                    </a:lnTo>
                    <a:lnTo>
                      <a:pt x="410511" y="334586"/>
                    </a:lnTo>
                    <a:lnTo>
                      <a:pt x="412657" y="335141"/>
                    </a:lnTo>
                    <a:lnTo>
                      <a:pt x="416940" y="335141"/>
                    </a:lnTo>
                    <a:lnTo>
                      <a:pt x="419086" y="334586"/>
                    </a:lnTo>
                    <a:lnTo>
                      <a:pt x="464480" y="308378"/>
                    </a:lnTo>
                    <a:lnTo>
                      <a:pt x="414793" y="308378"/>
                    </a:lnTo>
                    <a:lnTo>
                      <a:pt x="37255" y="90405"/>
                    </a:lnTo>
                    <a:lnTo>
                      <a:pt x="146540" y="27308"/>
                    </a:lnTo>
                    <a:lnTo>
                      <a:pt x="196205" y="27308"/>
                    </a:lnTo>
                    <a:lnTo>
                      <a:pt x="148906" y="0"/>
                    </a:lnTo>
                    <a:close/>
                  </a:path>
                  <a:path extrusionOk="0" h="335280" w="561339">
                    <a:moveTo>
                      <a:pt x="196205" y="27308"/>
                    </a:moveTo>
                    <a:lnTo>
                      <a:pt x="146540" y="27308"/>
                    </a:lnTo>
                    <a:lnTo>
                      <a:pt x="524078" y="245280"/>
                    </a:lnTo>
                    <a:lnTo>
                      <a:pt x="414793" y="308378"/>
                    </a:lnTo>
                    <a:lnTo>
                      <a:pt x="464480" y="308378"/>
                    </a:lnTo>
                    <a:lnTo>
                      <a:pt x="558967" y="253824"/>
                    </a:lnTo>
                    <a:lnTo>
                      <a:pt x="561333" y="249720"/>
                    </a:lnTo>
                    <a:lnTo>
                      <a:pt x="561333" y="240851"/>
                    </a:lnTo>
                    <a:lnTo>
                      <a:pt x="558967" y="236746"/>
                    </a:lnTo>
                    <a:lnTo>
                      <a:pt x="196205" y="27308"/>
                    </a:lnTo>
                    <a:close/>
                  </a:path>
                </a:pathLst>
              </a:custGeom>
              <a:solidFill>
                <a:srgbClr val="00000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430" name="Google Shape;430;p8"/>
              <p:cNvSpPr/>
              <p:nvPr/>
            </p:nvSpPr>
            <p:spPr>
              <a:xfrm>
                <a:off x="1543659" y="845241"/>
                <a:ext cx="402589" cy="387350"/>
              </a:xfrm>
              <a:custGeom>
                <a:rect b="b" l="l" r="r" t="t"/>
                <a:pathLst>
                  <a:path extrusionOk="0" h="387350" w="402589">
                    <a:moveTo>
                      <a:pt x="0" y="0"/>
                    </a:moveTo>
                    <a:lnTo>
                      <a:pt x="0" y="154874"/>
                    </a:lnTo>
                    <a:lnTo>
                      <a:pt x="402375" y="387192"/>
                    </a:lnTo>
                    <a:lnTo>
                      <a:pt x="402375" y="232317"/>
                    </a:lnTo>
                    <a:lnTo>
                      <a:pt x="0"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431" name="Google Shape;431;p8"/>
              <p:cNvSpPr/>
              <p:nvPr/>
            </p:nvSpPr>
            <p:spPr>
              <a:xfrm>
                <a:off x="1531240" y="832275"/>
                <a:ext cx="427355" cy="412750"/>
              </a:xfrm>
              <a:custGeom>
                <a:rect b="b" l="l" r="r" t="t"/>
                <a:pathLst>
                  <a:path extrusionOk="0" h="412750" w="427355">
                    <a:moveTo>
                      <a:pt x="14784" y="0"/>
                    </a:moveTo>
                    <a:lnTo>
                      <a:pt x="10052" y="0"/>
                    </a:lnTo>
                    <a:lnTo>
                      <a:pt x="2366" y="4429"/>
                    </a:lnTo>
                    <a:lnTo>
                      <a:pt x="0" y="8533"/>
                    </a:lnTo>
                    <a:lnTo>
                      <a:pt x="0" y="172277"/>
                    </a:lnTo>
                    <a:lnTo>
                      <a:pt x="2366" y="176382"/>
                    </a:lnTo>
                    <a:lnTo>
                      <a:pt x="410511" y="412029"/>
                    </a:lnTo>
                    <a:lnTo>
                      <a:pt x="412647" y="412584"/>
                    </a:lnTo>
                    <a:lnTo>
                      <a:pt x="416940" y="412584"/>
                    </a:lnTo>
                    <a:lnTo>
                      <a:pt x="419076" y="412029"/>
                    </a:lnTo>
                    <a:lnTo>
                      <a:pt x="424845" y="408699"/>
                    </a:lnTo>
                    <a:lnTo>
                      <a:pt x="427212" y="404595"/>
                    </a:lnTo>
                    <a:lnTo>
                      <a:pt x="427212" y="378648"/>
                    </a:lnTo>
                    <a:lnTo>
                      <a:pt x="402375" y="378648"/>
                    </a:lnTo>
                    <a:lnTo>
                      <a:pt x="24836" y="160675"/>
                    </a:lnTo>
                    <a:lnTo>
                      <a:pt x="24836" y="34480"/>
                    </a:lnTo>
                    <a:lnTo>
                      <a:pt x="74507" y="34480"/>
                    </a:lnTo>
                    <a:lnTo>
                      <a:pt x="14784" y="0"/>
                    </a:lnTo>
                    <a:close/>
                  </a:path>
                  <a:path extrusionOk="0" h="412750" w="427355">
                    <a:moveTo>
                      <a:pt x="74507" y="34480"/>
                    </a:moveTo>
                    <a:lnTo>
                      <a:pt x="24836" y="34480"/>
                    </a:lnTo>
                    <a:lnTo>
                      <a:pt x="402375" y="252453"/>
                    </a:lnTo>
                    <a:lnTo>
                      <a:pt x="402375" y="378648"/>
                    </a:lnTo>
                    <a:lnTo>
                      <a:pt x="427212" y="378648"/>
                    </a:lnTo>
                    <a:lnTo>
                      <a:pt x="427212" y="240851"/>
                    </a:lnTo>
                    <a:lnTo>
                      <a:pt x="424845" y="236746"/>
                    </a:lnTo>
                    <a:lnTo>
                      <a:pt x="74507" y="34480"/>
                    </a:lnTo>
                    <a:close/>
                  </a:path>
                </a:pathLst>
              </a:custGeom>
              <a:solidFill>
                <a:srgbClr val="00000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432" name="Google Shape;432;p8"/>
              <p:cNvSpPr/>
              <p:nvPr/>
            </p:nvSpPr>
            <p:spPr>
              <a:xfrm>
                <a:off x="1409530" y="845242"/>
                <a:ext cx="134619" cy="232409"/>
              </a:xfrm>
              <a:custGeom>
                <a:rect b="b" l="l" r="r" t="t"/>
                <a:pathLst>
                  <a:path extrusionOk="0" h="232409" w="134619">
                    <a:moveTo>
                      <a:pt x="134121" y="0"/>
                    </a:moveTo>
                    <a:lnTo>
                      <a:pt x="0" y="77442"/>
                    </a:lnTo>
                    <a:lnTo>
                      <a:pt x="0" y="232317"/>
                    </a:lnTo>
                    <a:lnTo>
                      <a:pt x="134121" y="154874"/>
                    </a:lnTo>
                    <a:lnTo>
                      <a:pt x="134121"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433" name="Google Shape;433;p8"/>
              <p:cNvSpPr/>
              <p:nvPr/>
            </p:nvSpPr>
            <p:spPr>
              <a:xfrm>
                <a:off x="1397113" y="832266"/>
                <a:ext cx="159384" cy="257809"/>
              </a:xfrm>
              <a:custGeom>
                <a:rect b="b" l="l" r="r" t="t"/>
                <a:pathLst>
                  <a:path extrusionOk="0" h="257809" w="159384">
                    <a:moveTo>
                      <a:pt x="148906" y="0"/>
                    </a:moveTo>
                    <a:lnTo>
                      <a:pt x="144184" y="0"/>
                    </a:lnTo>
                    <a:lnTo>
                      <a:pt x="2366" y="81882"/>
                    </a:lnTo>
                    <a:lnTo>
                      <a:pt x="0" y="85986"/>
                    </a:lnTo>
                    <a:lnTo>
                      <a:pt x="0" y="249730"/>
                    </a:lnTo>
                    <a:lnTo>
                      <a:pt x="2366" y="253835"/>
                    </a:lnTo>
                    <a:lnTo>
                      <a:pt x="8125" y="257154"/>
                    </a:lnTo>
                    <a:lnTo>
                      <a:pt x="10271" y="257709"/>
                    </a:lnTo>
                    <a:lnTo>
                      <a:pt x="14565" y="257709"/>
                    </a:lnTo>
                    <a:lnTo>
                      <a:pt x="16701" y="257154"/>
                    </a:lnTo>
                    <a:lnTo>
                      <a:pt x="74503" y="223783"/>
                    </a:lnTo>
                    <a:lnTo>
                      <a:pt x="24836" y="223783"/>
                    </a:lnTo>
                    <a:lnTo>
                      <a:pt x="24836" y="97588"/>
                    </a:lnTo>
                    <a:lnTo>
                      <a:pt x="134121" y="34491"/>
                    </a:lnTo>
                    <a:lnTo>
                      <a:pt x="158958" y="34491"/>
                    </a:lnTo>
                    <a:lnTo>
                      <a:pt x="158958" y="8544"/>
                    </a:lnTo>
                    <a:lnTo>
                      <a:pt x="156592" y="4439"/>
                    </a:lnTo>
                    <a:lnTo>
                      <a:pt x="148906" y="0"/>
                    </a:lnTo>
                    <a:close/>
                  </a:path>
                  <a:path extrusionOk="0" h="257809" w="159384">
                    <a:moveTo>
                      <a:pt x="158958" y="34491"/>
                    </a:moveTo>
                    <a:lnTo>
                      <a:pt x="134121" y="34491"/>
                    </a:lnTo>
                    <a:lnTo>
                      <a:pt x="134121" y="160686"/>
                    </a:lnTo>
                    <a:lnTo>
                      <a:pt x="24836" y="223783"/>
                    </a:lnTo>
                    <a:lnTo>
                      <a:pt x="74503" y="223783"/>
                    </a:lnTo>
                    <a:lnTo>
                      <a:pt x="156592" y="176392"/>
                    </a:lnTo>
                    <a:lnTo>
                      <a:pt x="158958" y="172287"/>
                    </a:lnTo>
                    <a:lnTo>
                      <a:pt x="158958" y="34491"/>
                    </a:lnTo>
                    <a:close/>
                  </a:path>
                </a:pathLst>
              </a:custGeom>
              <a:solidFill>
                <a:srgbClr val="00000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434" name="Google Shape;434;p8"/>
              <p:cNvSpPr/>
              <p:nvPr/>
            </p:nvSpPr>
            <p:spPr>
              <a:xfrm>
                <a:off x="1141280" y="845237"/>
                <a:ext cx="536575" cy="309880"/>
              </a:xfrm>
              <a:custGeom>
                <a:rect b="b" l="l" r="r" t="t"/>
                <a:pathLst>
                  <a:path extrusionOk="0" h="309880" w="536575">
                    <a:moveTo>
                      <a:pt x="402375" y="0"/>
                    </a:moveTo>
                    <a:lnTo>
                      <a:pt x="0" y="232317"/>
                    </a:lnTo>
                    <a:lnTo>
                      <a:pt x="134121" y="309760"/>
                    </a:lnTo>
                    <a:lnTo>
                      <a:pt x="536507" y="77442"/>
                    </a:lnTo>
                    <a:lnTo>
                      <a:pt x="402375"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435" name="Google Shape;435;p8"/>
              <p:cNvSpPr/>
              <p:nvPr/>
            </p:nvSpPr>
            <p:spPr>
              <a:xfrm>
                <a:off x="1128861" y="832264"/>
                <a:ext cx="561339" cy="335280"/>
              </a:xfrm>
              <a:custGeom>
                <a:rect b="b" l="l" r="r" t="t"/>
                <a:pathLst>
                  <a:path extrusionOk="0" h="335280" w="561339">
                    <a:moveTo>
                      <a:pt x="417160" y="0"/>
                    </a:moveTo>
                    <a:lnTo>
                      <a:pt x="412427" y="0"/>
                    </a:lnTo>
                    <a:lnTo>
                      <a:pt x="2366" y="236757"/>
                    </a:lnTo>
                    <a:lnTo>
                      <a:pt x="0" y="240851"/>
                    </a:lnTo>
                    <a:lnTo>
                      <a:pt x="0" y="249730"/>
                    </a:lnTo>
                    <a:lnTo>
                      <a:pt x="2366" y="253824"/>
                    </a:lnTo>
                    <a:lnTo>
                      <a:pt x="142257" y="334597"/>
                    </a:lnTo>
                    <a:lnTo>
                      <a:pt x="144403" y="335141"/>
                    </a:lnTo>
                    <a:lnTo>
                      <a:pt x="148686" y="335141"/>
                    </a:lnTo>
                    <a:lnTo>
                      <a:pt x="150833" y="334597"/>
                    </a:lnTo>
                    <a:lnTo>
                      <a:pt x="196226" y="308388"/>
                    </a:lnTo>
                    <a:lnTo>
                      <a:pt x="146540" y="308388"/>
                    </a:lnTo>
                    <a:lnTo>
                      <a:pt x="37255" y="245290"/>
                    </a:lnTo>
                    <a:lnTo>
                      <a:pt x="414793" y="27318"/>
                    </a:lnTo>
                    <a:lnTo>
                      <a:pt x="464480" y="27318"/>
                    </a:lnTo>
                    <a:lnTo>
                      <a:pt x="417160" y="0"/>
                    </a:lnTo>
                    <a:close/>
                  </a:path>
                  <a:path extrusionOk="0" h="335280" w="561339">
                    <a:moveTo>
                      <a:pt x="464480" y="27318"/>
                    </a:moveTo>
                    <a:lnTo>
                      <a:pt x="414793" y="27318"/>
                    </a:lnTo>
                    <a:lnTo>
                      <a:pt x="524088" y="90416"/>
                    </a:lnTo>
                    <a:lnTo>
                      <a:pt x="146540" y="308388"/>
                    </a:lnTo>
                    <a:lnTo>
                      <a:pt x="196226" y="308388"/>
                    </a:lnTo>
                    <a:lnTo>
                      <a:pt x="558977" y="98949"/>
                    </a:lnTo>
                    <a:lnTo>
                      <a:pt x="561344" y="94845"/>
                    </a:lnTo>
                    <a:lnTo>
                      <a:pt x="561344" y="85976"/>
                    </a:lnTo>
                    <a:lnTo>
                      <a:pt x="558977" y="81871"/>
                    </a:lnTo>
                    <a:lnTo>
                      <a:pt x="464480" y="27318"/>
                    </a:lnTo>
                    <a:close/>
                  </a:path>
                </a:pathLst>
              </a:custGeom>
              <a:solidFill>
                <a:srgbClr val="00000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436" name="Google Shape;436;p8"/>
              <p:cNvSpPr/>
              <p:nvPr/>
            </p:nvSpPr>
            <p:spPr>
              <a:xfrm>
                <a:off x="1275409" y="922680"/>
                <a:ext cx="402589" cy="386715"/>
              </a:xfrm>
              <a:custGeom>
                <a:rect b="b" l="l" r="r" t="t"/>
                <a:pathLst>
                  <a:path extrusionOk="0" h="386715" w="402589">
                    <a:moveTo>
                      <a:pt x="402375" y="0"/>
                    </a:moveTo>
                    <a:lnTo>
                      <a:pt x="0" y="232317"/>
                    </a:lnTo>
                    <a:lnTo>
                      <a:pt x="0" y="386721"/>
                    </a:lnTo>
                    <a:lnTo>
                      <a:pt x="402375" y="154874"/>
                    </a:lnTo>
                    <a:lnTo>
                      <a:pt x="402375" y="0"/>
                    </a:lnTo>
                    <a:close/>
                  </a:path>
                </a:pathLst>
              </a:custGeom>
              <a:solidFill>
                <a:srgbClr val="1D59A8"/>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437" name="Google Shape;437;p8"/>
              <p:cNvSpPr/>
              <p:nvPr/>
            </p:nvSpPr>
            <p:spPr>
              <a:xfrm>
                <a:off x="1262987" y="909700"/>
                <a:ext cx="427355" cy="412115"/>
              </a:xfrm>
              <a:custGeom>
                <a:rect b="b" l="l" r="r" t="t"/>
                <a:pathLst>
                  <a:path extrusionOk="0" h="412115" w="427355">
                    <a:moveTo>
                      <a:pt x="417160" y="0"/>
                    </a:moveTo>
                    <a:lnTo>
                      <a:pt x="412427" y="0"/>
                    </a:lnTo>
                    <a:lnTo>
                      <a:pt x="2366" y="236757"/>
                    </a:lnTo>
                    <a:lnTo>
                      <a:pt x="0" y="240861"/>
                    </a:lnTo>
                    <a:lnTo>
                      <a:pt x="0" y="404134"/>
                    </a:lnTo>
                    <a:lnTo>
                      <a:pt x="2366" y="408228"/>
                    </a:lnTo>
                    <a:lnTo>
                      <a:pt x="8165" y="411568"/>
                    </a:lnTo>
                    <a:lnTo>
                      <a:pt x="10271" y="412113"/>
                    </a:lnTo>
                    <a:lnTo>
                      <a:pt x="14554" y="412113"/>
                    </a:lnTo>
                    <a:lnTo>
                      <a:pt x="16719" y="411558"/>
                    </a:lnTo>
                    <a:lnTo>
                      <a:pt x="74599" y="378208"/>
                    </a:lnTo>
                    <a:lnTo>
                      <a:pt x="24836" y="378208"/>
                    </a:lnTo>
                    <a:lnTo>
                      <a:pt x="24836" y="252463"/>
                    </a:lnTo>
                    <a:lnTo>
                      <a:pt x="402375" y="34491"/>
                    </a:lnTo>
                    <a:lnTo>
                      <a:pt x="427212" y="34491"/>
                    </a:lnTo>
                    <a:lnTo>
                      <a:pt x="427212" y="8544"/>
                    </a:lnTo>
                    <a:lnTo>
                      <a:pt x="424845" y="4439"/>
                    </a:lnTo>
                    <a:lnTo>
                      <a:pt x="417160" y="0"/>
                    </a:lnTo>
                    <a:close/>
                  </a:path>
                  <a:path extrusionOk="0" h="412115" w="427355">
                    <a:moveTo>
                      <a:pt x="427212" y="34491"/>
                    </a:moveTo>
                    <a:lnTo>
                      <a:pt x="402375" y="34491"/>
                    </a:lnTo>
                    <a:lnTo>
                      <a:pt x="402375" y="160675"/>
                    </a:lnTo>
                    <a:lnTo>
                      <a:pt x="24836" y="378208"/>
                    </a:lnTo>
                    <a:lnTo>
                      <a:pt x="74599" y="378208"/>
                    </a:lnTo>
                    <a:lnTo>
                      <a:pt x="424845" y="176403"/>
                    </a:lnTo>
                    <a:lnTo>
                      <a:pt x="427212" y="172298"/>
                    </a:lnTo>
                    <a:lnTo>
                      <a:pt x="427212" y="34491"/>
                    </a:lnTo>
                    <a:close/>
                  </a:path>
                </a:pathLst>
              </a:custGeom>
              <a:solidFill>
                <a:srgbClr val="00000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438" name="Google Shape;438;p8"/>
              <p:cNvSpPr/>
              <p:nvPr/>
            </p:nvSpPr>
            <p:spPr>
              <a:xfrm>
                <a:off x="1141280" y="1077554"/>
                <a:ext cx="134619" cy="232409"/>
              </a:xfrm>
              <a:custGeom>
                <a:rect b="b" l="l" r="r" t="t"/>
                <a:pathLst>
                  <a:path extrusionOk="0" h="232409" w="134619">
                    <a:moveTo>
                      <a:pt x="0" y="0"/>
                    </a:moveTo>
                    <a:lnTo>
                      <a:pt x="0" y="154874"/>
                    </a:lnTo>
                    <a:lnTo>
                      <a:pt x="134121" y="231846"/>
                    </a:lnTo>
                    <a:lnTo>
                      <a:pt x="134121" y="77442"/>
                    </a:lnTo>
                    <a:lnTo>
                      <a:pt x="0"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439" name="Google Shape;439;p8"/>
              <p:cNvSpPr/>
              <p:nvPr/>
            </p:nvSpPr>
            <p:spPr>
              <a:xfrm>
                <a:off x="1128861" y="1064583"/>
                <a:ext cx="159384" cy="257809"/>
              </a:xfrm>
              <a:custGeom>
                <a:rect b="b" l="l" r="r" t="t"/>
                <a:pathLst>
                  <a:path extrusionOk="0" h="257809" w="159384">
                    <a:moveTo>
                      <a:pt x="14784" y="0"/>
                    </a:moveTo>
                    <a:lnTo>
                      <a:pt x="10052" y="0"/>
                    </a:lnTo>
                    <a:lnTo>
                      <a:pt x="2366" y="4439"/>
                    </a:lnTo>
                    <a:lnTo>
                      <a:pt x="0" y="8533"/>
                    </a:lnTo>
                    <a:lnTo>
                      <a:pt x="0" y="172298"/>
                    </a:lnTo>
                    <a:lnTo>
                      <a:pt x="2376" y="176403"/>
                    </a:lnTo>
                    <a:lnTo>
                      <a:pt x="142278" y="256683"/>
                    </a:lnTo>
                    <a:lnTo>
                      <a:pt x="144414" y="257227"/>
                    </a:lnTo>
                    <a:lnTo>
                      <a:pt x="148697" y="257227"/>
                    </a:lnTo>
                    <a:lnTo>
                      <a:pt x="150843" y="256672"/>
                    </a:lnTo>
                    <a:lnTo>
                      <a:pt x="156602" y="253343"/>
                    </a:lnTo>
                    <a:lnTo>
                      <a:pt x="158958" y="249238"/>
                    </a:lnTo>
                    <a:lnTo>
                      <a:pt x="158958" y="223364"/>
                    </a:lnTo>
                    <a:lnTo>
                      <a:pt x="134121" y="223364"/>
                    </a:lnTo>
                    <a:lnTo>
                      <a:pt x="24836" y="160654"/>
                    </a:lnTo>
                    <a:lnTo>
                      <a:pt x="24836" y="34480"/>
                    </a:lnTo>
                    <a:lnTo>
                      <a:pt x="74507" y="34480"/>
                    </a:lnTo>
                    <a:lnTo>
                      <a:pt x="14784" y="0"/>
                    </a:lnTo>
                    <a:close/>
                  </a:path>
                  <a:path extrusionOk="0" h="257809" w="159384">
                    <a:moveTo>
                      <a:pt x="74507" y="34480"/>
                    </a:moveTo>
                    <a:lnTo>
                      <a:pt x="24836" y="34480"/>
                    </a:lnTo>
                    <a:lnTo>
                      <a:pt x="134121" y="97578"/>
                    </a:lnTo>
                    <a:lnTo>
                      <a:pt x="134121" y="223364"/>
                    </a:lnTo>
                    <a:lnTo>
                      <a:pt x="158958" y="223364"/>
                    </a:lnTo>
                    <a:lnTo>
                      <a:pt x="158958" y="85976"/>
                    </a:lnTo>
                    <a:lnTo>
                      <a:pt x="156592" y="81871"/>
                    </a:lnTo>
                    <a:lnTo>
                      <a:pt x="74507" y="34480"/>
                    </a:lnTo>
                    <a:close/>
                  </a:path>
                </a:pathLst>
              </a:custGeom>
              <a:solidFill>
                <a:srgbClr val="00000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440" name="Google Shape;440;p8"/>
              <p:cNvSpPr/>
              <p:nvPr/>
            </p:nvSpPr>
            <p:spPr>
              <a:xfrm>
                <a:off x="1409527" y="1309866"/>
                <a:ext cx="268605" cy="309880"/>
              </a:xfrm>
              <a:custGeom>
                <a:rect b="b" l="l" r="r" t="t"/>
                <a:pathLst>
                  <a:path extrusionOk="0" h="309880" w="268605">
                    <a:moveTo>
                      <a:pt x="134132" y="0"/>
                    </a:moveTo>
                    <a:lnTo>
                      <a:pt x="0" y="77442"/>
                    </a:lnTo>
                    <a:lnTo>
                      <a:pt x="0" y="232317"/>
                    </a:lnTo>
                    <a:lnTo>
                      <a:pt x="134132" y="309760"/>
                    </a:lnTo>
                    <a:lnTo>
                      <a:pt x="268253" y="232317"/>
                    </a:lnTo>
                    <a:lnTo>
                      <a:pt x="268253" y="77442"/>
                    </a:lnTo>
                    <a:lnTo>
                      <a:pt x="134132"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441" name="Google Shape;441;p8"/>
              <p:cNvSpPr/>
              <p:nvPr/>
            </p:nvSpPr>
            <p:spPr>
              <a:xfrm>
                <a:off x="1397111" y="1296895"/>
                <a:ext cx="293369" cy="335280"/>
              </a:xfrm>
              <a:custGeom>
                <a:rect b="b" l="l" r="r" t="t"/>
                <a:pathLst>
                  <a:path extrusionOk="0" h="335280" w="293369">
                    <a:moveTo>
                      <a:pt x="148906" y="0"/>
                    </a:moveTo>
                    <a:lnTo>
                      <a:pt x="144184" y="0"/>
                    </a:lnTo>
                    <a:lnTo>
                      <a:pt x="2366" y="81871"/>
                    </a:lnTo>
                    <a:lnTo>
                      <a:pt x="0" y="85976"/>
                    </a:lnTo>
                    <a:lnTo>
                      <a:pt x="0" y="249720"/>
                    </a:lnTo>
                    <a:lnTo>
                      <a:pt x="2366" y="253824"/>
                    </a:lnTo>
                    <a:lnTo>
                      <a:pt x="142257" y="334586"/>
                    </a:lnTo>
                    <a:lnTo>
                      <a:pt x="144403" y="335141"/>
                    </a:lnTo>
                    <a:lnTo>
                      <a:pt x="148686" y="335141"/>
                    </a:lnTo>
                    <a:lnTo>
                      <a:pt x="150833" y="334586"/>
                    </a:lnTo>
                    <a:lnTo>
                      <a:pt x="196211" y="308388"/>
                    </a:lnTo>
                    <a:lnTo>
                      <a:pt x="146540" y="308388"/>
                    </a:lnTo>
                    <a:lnTo>
                      <a:pt x="24836" y="238118"/>
                    </a:lnTo>
                    <a:lnTo>
                      <a:pt x="24836" y="97588"/>
                    </a:lnTo>
                    <a:lnTo>
                      <a:pt x="146540" y="27318"/>
                    </a:lnTo>
                    <a:lnTo>
                      <a:pt x="196227" y="27318"/>
                    </a:lnTo>
                    <a:lnTo>
                      <a:pt x="148906" y="0"/>
                    </a:lnTo>
                    <a:close/>
                  </a:path>
                  <a:path extrusionOk="0" h="335280" w="293369">
                    <a:moveTo>
                      <a:pt x="196227" y="27318"/>
                    </a:moveTo>
                    <a:lnTo>
                      <a:pt x="146540" y="27318"/>
                    </a:lnTo>
                    <a:lnTo>
                      <a:pt x="268253" y="97588"/>
                    </a:lnTo>
                    <a:lnTo>
                      <a:pt x="268253" y="238118"/>
                    </a:lnTo>
                    <a:lnTo>
                      <a:pt x="146540" y="308388"/>
                    </a:lnTo>
                    <a:lnTo>
                      <a:pt x="196211" y="308388"/>
                    </a:lnTo>
                    <a:lnTo>
                      <a:pt x="290724" y="253824"/>
                    </a:lnTo>
                    <a:lnTo>
                      <a:pt x="293090" y="249720"/>
                    </a:lnTo>
                    <a:lnTo>
                      <a:pt x="293090" y="85976"/>
                    </a:lnTo>
                    <a:lnTo>
                      <a:pt x="290724" y="81871"/>
                    </a:lnTo>
                    <a:lnTo>
                      <a:pt x="196227" y="27318"/>
                    </a:lnTo>
                    <a:close/>
                  </a:path>
                </a:pathLst>
              </a:custGeom>
              <a:solidFill>
                <a:srgbClr val="00000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442" name="Google Shape;442;p8"/>
              <p:cNvSpPr/>
              <p:nvPr/>
            </p:nvSpPr>
            <p:spPr>
              <a:xfrm>
                <a:off x="1409529" y="1309866"/>
                <a:ext cx="134619" cy="232409"/>
              </a:xfrm>
              <a:custGeom>
                <a:rect b="b" l="l" r="r" t="t"/>
                <a:pathLst>
                  <a:path extrusionOk="0" h="232409" w="134619">
                    <a:moveTo>
                      <a:pt x="134121" y="0"/>
                    </a:moveTo>
                    <a:lnTo>
                      <a:pt x="0" y="77442"/>
                    </a:lnTo>
                    <a:lnTo>
                      <a:pt x="0" y="232317"/>
                    </a:lnTo>
                    <a:lnTo>
                      <a:pt x="134121" y="154874"/>
                    </a:lnTo>
                    <a:lnTo>
                      <a:pt x="134121" y="0"/>
                    </a:lnTo>
                    <a:close/>
                  </a:path>
                </a:pathLst>
              </a:custGeom>
              <a:solidFill>
                <a:srgbClr val="CC000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443" name="Google Shape;443;p8"/>
              <p:cNvSpPr/>
              <p:nvPr/>
            </p:nvSpPr>
            <p:spPr>
              <a:xfrm>
                <a:off x="1397111" y="1296901"/>
                <a:ext cx="159384" cy="257809"/>
              </a:xfrm>
              <a:custGeom>
                <a:rect b="b" l="l" r="r" t="t"/>
                <a:pathLst>
                  <a:path extrusionOk="0" h="257809" w="159384">
                    <a:moveTo>
                      <a:pt x="148906" y="0"/>
                    </a:moveTo>
                    <a:lnTo>
                      <a:pt x="144184" y="0"/>
                    </a:lnTo>
                    <a:lnTo>
                      <a:pt x="2366" y="81871"/>
                    </a:lnTo>
                    <a:lnTo>
                      <a:pt x="0" y="85976"/>
                    </a:lnTo>
                    <a:lnTo>
                      <a:pt x="0" y="249720"/>
                    </a:lnTo>
                    <a:lnTo>
                      <a:pt x="2366" y="253824"/>
                    </a:lnTo>
                    <a:lnTo>
                      <a:pt x="8135" y="257144"/>
                    </a:lnTo>
                    <a:lnTo>
                      <a:pt x="10271" y="257698"/>
                    </a:lnTo>
                    <a:lnTo>
                      <a:pt x="14565" y="257698"/>
                    </a:lnTo>
                    <a:lnTo>
                      <a:pt x="16701" y="257144"/>
                    </a:lnTo>
                    <a:lnTo>
                      <a:pt x="74503" y="223773"/>
                    </a:lnTo>
                    <a:lnTo>
                      <a:pt x="24836" y="223773"/>
                    </a:lnTo>
                    <a:lnTo>
                      <a:pt x="24836" y="97578"/>
                    </a:lnTo>
                    <a:lnTo>
                      <a:pt x="134121" y="34480"/>
                    </a:lnTo>
                    <a:lnTo>
                      <a:pt x="158958" y="34480"/>
                    </a:lnTo>
                    <a:lnTo>
                      <a:pt x="158958" y="8533"/>
                    </a:lnTo>
                    <a:lnTo>
                      <a:pt x="156592" y="4429"/>
                    </a:lnTo>
                    <a:lnTo>
                      <a:pt x="148906" y="0"/>
                    </a:lnTo>
                    <a:close/>
                  </a:path>
                  <a:path extrusionOk="0" h="257809" w="159384">
                    <a:moveTo>
                      <a:pt x="158958" y="34480"/>
                    </a:moveTo>
                    <a:lnTo>
                      <a:pt x="134121" y="34480"/>
                    </a:lnTo>
                    <a:lnTo>
                      <a:pt x="134121" y="160675"/>
                    </a:lnTo>
                    <a:lnTo>
                      <a:pt x="24836" y="223773"/>
                    </a:lnTo>
                    <a:lnTo>
                      <a:pt x="74503" y="223773"/>
                    </a:lnTo>
                    <a:lnTo>
                      <a:pt x="156592" y="176382"/>
                    </a:lnTo>
                    <a:lnTo>
                      <a:pt x="158958" y="172277"/>
                    </a:lnTo>
                    <a:lnTo>
                      <a:pt x="158958" y="34480"/>
                    </a:lnTo>
                    <a:close/>
                  </a:path>
                </a:pathLst>
              </a:custGeom>
              <a:solidFill>
                <a:srgbClr val="00000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444" name="Google Shape;444;p8"/>
              <p:cNvSpPr/>
              <p:nvPr/>
            </p:nvSpPr>
            <p:spPr>
              <a:xfrm>
                <a:off x="1543659" y="1309866"/>
                <a:ext cx="134619" cy="232409"/>
              </a:xfrm>
              <a:custGeom>
                <a:rect b="b" l="l" r="r" t="t"/>
                <a:pathLst>
                  <a:path extrusionOk="0" h="232409" w="134619">
                    <a:moveTo>
                      <a:pt x="0" y="0"/>
                    </a:moveTo>
                    <a:lnTo>
                      <a:pt x="0" y="154885"/>
                    </a:lnTo>
                    <a:lnTo>
                      <a:pt x="134121" y="232317"/>
                    </a:lnTo>
                    <a:lnTo>
                      <a:pt x="134121" y="77442"/>
                    </a:lnTo>
                    <a:lnTo>
                      <a:pt x="0"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445" name="Google Shape;445;p8"/>
              <p:cNvSpPr/>
              <p:nvPr/>
            </p:nvSpPr>
            <p:spPr>
              <a:xfrm>
                <a:off x="1531237" y="1296900"/>
                <a:ext cx="159385" cy="257809"/>
              </a:xfrm>
              <a:custGeom>
                <a:rect b="b" l="l" r="r" t="t"/>
                <a:pathLst>
                  <a:path extrusionOk="0" h="257809" w="159385">
                    <a:moveTo>
                      <a:pt x="14784" y="0"/>
                    </a:moveTo>
                    <a:lnTo>
                      <a:pt x="10052" y="0"/>
                    </a:lnTo>
                    <a:lnTo>
                      <a:pt x="2366" y="4429"/>
                    </a:lnTo>
                    <a:lnTo>
                      <a:pt x="0" y="8533"/>
                    </a:lnTo>
                    <a:lnTo>
                      <a:pt x="0" y="172277"/>
                    </a:lnTo>
                    <a:lnTo>
                      <a:pt x="2366" y="176382"/>
                    </a:lnTo>
                    <a:lnTo>
                      <a:pt x="142257" y="257144"/>
                    </a:lnTo>
                    <a:lnTo>
                      <a:pt x="144403" y="257698"/>
                    </a:lnTo>
                    <a:lnTo>
                      <a:pt x="148686" y="257698"/>
                    </a:lnTo>
                    <a:lnTo>
                      <a:pt x="150833" y="257144"/>
                    </a:lnTo>
                    <a:lnTo>
                      <a:pt x="156592" y="253824"/>
                    </a:lnTo>
                    <a:lnTo>
                      <a:pt x="158958" y="249720"/>
                    </a:lnTo>
                    <a:lnTo>
                      <a:pt x="158958" y="223773"/>
                    </a:lnTo>
                    <a:lnTo>
                      <a:pt x="134121" y="223773"/>
                    </a:lnTo>
                    <a:lnTo>
                      <a:pt x="24836" y="160675"/>
                    </a:lnTo>
                    <a:lnTo>
                      <a:pt x="24836" y="34480"/>
                    </a:lnTo>
                    <a:lnTo>
                      <a:pt x="74507" y="34480"/>
                    </a:lnTo>
                    <a:lnTo>
                      <a:pt x="14784" y="0"/>
                    </a:lnTo>
                    <a:close/>
                  </a:path>
                  <a:path extrusionOk="0" h="257809" w="159385">
                    <a:moveTo>
                      <a:pt x="74507" y="34480"/>
                    </a:moveTo>
                    <a:lnTo>
                      <a:pt x="24836" y="34480"/>
                    </a:lnTo>
                    <a:lnTo>
                      <a:pt x="134121" y="97578"/>
                    </a:lnTo>
                    <a:lnTo>
                      <a:pt x="134121" y="223773"/>
                    </a:lnTo>
                    <a:lnTo>
                      <a:pt x="158958" y="223773"/>
                    </a:lnTo>
                    <a:lnTo>
                      <a:pt x="158958" y="85976"/>
                    </a:lnTo>
                    <a:lnTo>
                      <a:pt x="156592" y="81871"/>
                    </a:lnTo>
                    <a:lnTo>
                      <a:pt x="74507" y="34480"/>
                    </a:lnTo>
                    <a:close/>
                  </a:path>
                </a:pathLst>
              </a:custGeom>
              <a:solidFill>
                <a:srgbClr val="00000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446" name="Google Shape;446;p8"/>
              <p:cNvSpPr/>
              <p:nvPr/>
            </p:nvSpPr>
            <p:spPr>
              <a:xfrm>
                <a:off x="1141280" y="1077556"/>
                <a:ext cx="134619" cy="542290"/>
              </a:xfrm>
              <a:custGeom>
                <a:rect b="b" l="l" r="r" t="t"/>
                <a:pathLst>
                  <a:path extrusionOk="0" h="542290" w="134619">
                    <a:moveTo>
                      <a:pt x="0" y="0"/>
                    </a:moveTo>
                    <a:lnTo>
                      <a:pt x="0" y="464624"/>
                    </a:lnTo>
                    <a:lnTo>
                      <a:pt x="134121" y="542067"/>
                    </a:lnTo>
                    <a:lnTo>
                      <a:pt x="134121" y="77432"/>
                    </a:lnTo>
                    <a:lnTo>
                      <a:pt x="0" y="0"/>
                    </a:lnTo>
                    <a:close/>
                  </a:path>
                </a:pathLst>
              </a:custGeom>
              <a:solidFill>
                <a:srgbClr val="F9C80A"/>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447" name="Google Shape;447;p8"/>
              <p:cNvSpPr/>
              <p:nvPr/>
            </p:nvSpPr>
            <p:spPr>
              <a:xfrm>
                <a:off x="1128861" y="1064585"/>
                <a:ext cx="159384" cy="567689"/>
              </a:xfrm>
              <a:custGeom>
                <a:rect b="b" l="l" r="r" t="t"/>
                <a:pathLst>
                  <a:path extrusionOk="0" h="567689" w="159384">
                    <a:moveTo>
                      <a:pt x="14784" y="0"/>
                    </a:moveTo>
                    <a:lnTo>
                      <a:pt x="10052" y="0"/>
                    </a:lnTo>
                    <a:lnTo>
                      <a:pt x="2366" y="4429"/>
                    </a:lnTo>
                    <a:lnTo>
                      <a:pt x="0" y="8533"/>
                    </a:lnTo>
                    <a:lnTo>
                      <a:pt x="0" y="482027"/>
                    </a:lnTo>
                    <a:lnTo>
                      <a:pt x="2366" y="486131"/>
                    </a:lnTo>
                    <a:lnTo>
                      <a:pt x="142257" y="566893"/>
                    </a:lnTo>
                    <a:lnTo>
                      <a:pt x="144403" y="567448"/>
                    </a:lnTo>
                    <a:lnTo>
                      <a:pt x="148686" y="567448"/>
                    </a:lnTo>
                    <a:lnTo>
                      <a:pt x="150833" y="566893"/>
                    </a:lnTo>
                    <a:lnTo>
                      <a:pt x="156592" y="563574"/>
                    </a:lnTo>
                    <a:lnTo>
                      <a:pt x="158958" y="559469"/>
                    </a:lnTo>
                    <a:lnTo>
                      <a:pt x="158958" y="533523"/>
                    </a:lnTo>
                    <a:lnTo>
                      <a:pt x="134121" y="533523"/>
                    </a:lnTo>
                    <a:lnTo>
                      <a:pt x="24836" y="470425"/>
                    </a:lnTo>
                    <a:lnTo>
                      <a:pt x="24836" y="34480"/>
                    </a:lnTo>
                    <a:lnTo>
                      <a:pt x="74507" y="34480"/>
                    </a:lnTo>
                    <a:lnTo>
                      <a:pt x="14784" y="0"/>
                    </a:lnTo>
                    <a:close/>
                  </a:path>
                  <a:path extrusionOk="0" h="567689" w="159384">
                    <a:moveTo>
                      <a:pt x="74507" y="34480"/>
                    </a:moveTo>
                    <a:lnTo>
                      <a:pt x="24836" y="34480"/>
                    </a:lnTo>
                    <a:lnTo>
                      <a:pt x="134121" y="97578"/>
                    </a:lnTo>
                    <a:lnTo>
                      <a:pt x="134121" y="533523"/>
                    </a:lnTo>
                    <a:lnTo>
                      <a:pt x="158958" y="533523"/>
                    </a:lnTo>
                    <a:lnTo>
                      <a:pt x="158958" y="85976"/>
                    </a:lnTo>
                    <a:lnTo>
                      <a:pt x="156592" y="81871"/>
                    </a:lnTo>
                    <a:lnTo>
                      <a:pt x="74507" y="34480"/>
                    </a:lnTo>
                    <a:close/>
                  </a:path>
                </a:pathLst>
              </a:custGeom>
              <a:solidFill>
                <a:srgbClr val="00000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448" name="Google Shape;448;p8"/>
              <p:cNvSpPr/>
              <p:nvPr/>
            </p:nvSpPr>
            <p:spPr>
              <a:xfrm>
                <a:off x="1007153" y="1077551"/>
                <a:ext cx="134619" cy="542290"/>
              </a:xfrm>
              <a:custGeom>
                <a:rect b="b" l="l" r="r" t="t"/>
                <a:pathLst>
                  <a:path extrusionOk="0" h="542290" w="134619">
                    <a:moveTo>
                      <a:pt x="134121" y="0"/>
                    </a:moveTo>
                    <a:lnTo>
                      <a:pt x="0" y="77442"/>
                    </a:lnTo>
                    <a:lnTo>
                      <a:pt x="0" y="542067"/>
                    </a:lnTo>
                    <a:lnTo>
                      <a:pt x="134121" y="464624"/>
                    </a:lnTo>
                    <a:lnTo>
                      <a:pt x="134121"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449" name="Google Shape;449;p8"/>
              <p:cNvSpPr/>
              <p:nvPr/>
            </p:nvSpPr>
            <p:spPr>
              <a:xfrm>
                <a:off x="994735" y="1064585"/>
                <a:ext cx="159384" cy="567689"/>
              </a:xfrm>
              <a:custGeom>
                <a:rect b="b" l="l" r="r" t="t"/>
                <a:pathLst>
                  <a:path extrusionOk="0" h="567689" w="159384">
                    <a:moveTo>
                      <a:pt x="148906" y="0"/>
                    </a:moveTo>
                    <a:lnTo>
                      <a:pt x="144184" y="0"/>
                    </a:lnTo>
                    <a:lnTo>
                      <a:pt x="2366" y="81871"/>
                    </a:lnTo>
                    <a:lnTo>
                      <a:pt x="0" y="85976"/>
                    </a:lnTo>
                    <a:lnTo>
                      <a:pt x="0" y="559469"/>
                    </a:lnTo>
                    <a:lnTo>
                      <a:pt x="2366" y="563574"/>
                    </a:lnTo>
                    <a:lnTo>
                      <a:pt x="8135" y="566893"/>
                    </a:lnTo>
                    <a:lnTo>
                      <a:pt x="10271" y="567448"/>
                    </a:lnTo>
                    <a:lnTo>
                      <a:pt x="14565" y="567448"/>
                    </a:lnTo>
                    <a:lnTo>
                      <a:pt x="16701" y="566893"/>
                    </a:lnTo>
                    <a:lnTo>
                      <a:pt x="74503" y="533523"/>
                    </a:lnTo>
                    <a:lnTo>
                      <a:pt x="24836" y="533523"/>
                    </a:lnTo>
                    <a:lnTo>
                      <a:pt x="24836" y="97578"/>
                    </a:lnTo>
                    <a:lnTo>
                      <a:pt x="134121" y="34480"/>
                    </a:lnTo>
                    <a:lnTo>
                      <a:pt x="158958" y="34480"/>
                    </a:lnTo>
                    <a:lnTo>
                      <a:pt x="158958" y="8533"/>
                    </a:lnTo>
                    <a:lnTo>
                      <a:pt x="156592" y="4429"/>
                    </a:lnTo>
                    <a:lnTo>
                      <a:pt x="148906" y="0"/>
                    </a:lnTo>
                    <a:close/>
                  </a:path>
                  <a:path extrusionOk="0" h="567689" w="159384">
                    <a:moveTo>
                      <a:pt x="158958" y="34480"/>
                    </a:moveTo>
                    <a:lnTo>
                      <a:pt x="134121" y="34480"/>
                    </a:lnTo>
                    <a:lnTo>
                      <a:pt x="134121" y="470425"/>
                    </a:lnTo>
                    <a:lnTo>
                      <a:pt x="24836" y="533523"/>
                    </a:lnTo>
                    <a:lnTo>
                      <a:pt x="74503" y="533523"/>
                    </a:lnTo>
                    <a:lnTo>
                      <a:pt x="156592" y="486131"/>
                    </a:lnTo>
                    <a:lnTo>
                      <a:pt x="158958" y="482027"/>
                    </a:lnTo>
                    <a:lnTo>
                      <a:pt x="158958" y="34480"/>
                    </a:lnTo>
                    <a:close/>
                  </a:path>
                </a:pathLst>
              </a:custGeom>
              <a:solidFill>
                <a:srgbClr val="00000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450" name="Google Shape;450;p8"/>
              <p:cNvSpPr/>
              <p:nvPr/>
            </p:nvSpPr>
            <p:spPr>
              <a:xfrm>
                <a:off x="1007152" y="1542176"/>
                <a:ext cx="268605" cy="154939"/>
              </a:xfrm>
              <a:custGeom>
                <a:rect b="b" l="l" r="r" t="t"/>
                <a:pathLst>
                  <a:path extrusionOk="0" h="154939" w="268605">
                    <a:moveTo>
                      <a:pt x="134132" y="0"/>
                    </a:moveTo>
                    <a:lnTo>
                      <a:pt x="0" y="77442"/>
                    </a:lnTo>
                    <a:lnTo>
                      <a:pt x="134132" y="154885"/>
                    </a:lnTo>
                    <a:lnTo>
                      <a:pt x="268253" y="77442"/>
                    </a:lnTo>
                    <a:lnTo>
                      <a:pt x="134132"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451" name="Google Shape;451;p8"/>
              <p:cNvSpPr/>
              <p:nvPr/>
            </p:nvSpPr>
            <p:spPr>
              <a:xfrm>
                <a:off x="994736" y="1529212"/>
                <a:ext cx="293369" cy="180339"/>
              </a:xfrm>
              <a:custGeom>
                <a:rect b="b" l="l" r="r" t="t"/>
                <a:pathLst>
                  <a:path extrusionOk="0" h="180339" w="293369">
                    <a:moveTo>
                      <a:pt x="148906" y="0"/>
                    </a:moveTo>
                    <a:lnTo>
                      <a:pt x="144173" y="0"/>
                    </a:lnTo>
                    <a:lnTo>
                      <a:pt x="2366" y="81871"/>
                    </a:lnTo>
                    <a:lnTo>
                      <a:pt x="0" y="85965"/>
                    </a:lnTo>
                    <a:lnTo>
                      <a:pt x="0" y="94845"/>
                    </a:lnTo>
                    <a:lnTo>
                      <a:pt x="2366" y="98939"/>
                    </a:lnTo>
                    <a:lnTo>
                      <a:pt x="142257" y="179711"/>
                    </a:lnTo>
                    <a:lnTo>
                      <a:pt x="144403" y="180266"/>
                    </a:lnTo>
                    <a:lnTo>
                      <a:pt x="148686" y="180266"/>
                    </a:lnTo>
                    <a:lnTo>
                      <a:pt x="150833" y="179711"/>
                    </a:lnTo>
                    <a:lnTo>
                      <a:pt x="196224" y="153503"/>
                    </a:lnTo>
                    <a:lnTo>
                      <a:pt x="146540" y="153503"/>
                    </a:lnTo>
                    <a:lnTo>
                      <a:pt x="37255" y="90405"/>
                    </a:lnTo>
                    <a:lnTo>
                      <a:pt x="146540" y="27308"/>
                    </a:lnTo>
                    <a:lnTo>
                      <a:pt x="196209" y="27308"/>
                    </a:lnTo>
                    <a:lnTo>
                      <a:pt x="148906" y="0"/>
                    </a:lnTo>
                    <a:close/>
                  </a:path>
                  <a:path extrusionOk="0" h="180339" w="293369">
                    <a:moveTo>
                      <a:pt x="196209" y="27308"/>
                    </a:moveTo>
                    <a:lnTo>
                      <a:pt x="146540" y="27308"/>
                    </a:lnTo>
                    <a:lnTo>
                      <a:pt x="255835" y="90405"/>
                    </a:lnTo>
                    <a:lnTo>
                      <a:pt x="146540" y="153503"/>
                    </a:lnTo>
                    <a:lnTo>
                      <a:pt x="196224" y="153503"/>
                    </a:lnTo>
                    <a:lnTo>
                      <a:pt x="290724" y="98939"/>
                    </a:lnTo>
                    <a:lnTo>
                      <a:pt x="293090" y="94845"/>
                    </a:lnTo>
                    <a:lnTo>
                      <a:pt x="293090" y="85965"/>
                    </a:lnTo>
                    <a:lnTo>
                      <a:pt x="290724" y="81871"/>
                    </a:lnTo>
                    <a:lnTo>
                      <a:pt x="196209" y="27308"/>
                    </a:lnTo>
                    <a:close/>
                  </a:path>
                </a:pathLst>
              </a:custGeom>
              <a:solidFill>
                <a:srgbClr val="00000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grpSp>
        <p:grpSp>
          <p:nvGrpSpPr>
            <p:cNvPr id="452" name="Google Shape;452;p8"/>
            <p:cNvGrpSpPr/>
            <p:nvPr/>
          </p:nvGrpSpPr>
          <p:grpSpPr>
            <a:xfrm>
              <a:off x="994735" y="1529204"/>
              <a:ext cx="964142" cy="567594"/>
              <a:chOff x="994735" y="1529204"/>
              <a:chExt cx="964142" cy="567594"/>
            </a:xfrm>
          </p:grpSpPr>
          <p:sp>
            <p:nvSpPr>
              <p:cNvPr id="453" name="Google Shape;453;p8"/>
              <p:cNvSpPr/>
              <p:nvPr/>
            </p:nvSpPr>
            <p:spPr>
              <a:xfrm>
                <a:off x="1409531" y="1774491"/>
                <a:ext cx="134619" cy="232410"/>
              </a:xfrm>
              <a:custGeom>
                <a:rect b="b" l="l" r="r" t="t"/>
                <a:pathLst>
                  <a:path extrusionOk="0" h="232410" w="134619">
                    <a:moveTo>
                      <a:pt x="134132" y="0"/>
                    </a:moveTo>
                    <a:lnTo>
                      <a:pt x="0" y="77442"/>
                    </a:lnTo>
                    <a:lnTo>
                      <a:pt x="0" y="232317"/>
                    </a:lnTo>
                    <a:lnTo>
                      <a:pt x="134132" y="154874"/>
                    </a:lnTo>
                    <a:lnTo>
                      <a:pt x="134132"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454" name="Google Shape;454;p8"/>
              <p:cNvSpPr/>
              <p:nvPr/>
            </p:nvSpPr>
            <p:spPr>
              <a:xfrm>
                <a:off x="1397113" y="1761524"/>
                <a:ext cx="159384" cy="257810"/>
              </a:xfrm>
              <a:custGeom>
                <a:rect b="b" l="l" r="r" t="t"/>
                <a:pathLst>
                  <a:path extrusionOk="0" h="257810" w="159384">
                    <a:moveTo>
                      <a:pt x="148916" y="0"/>
                    </a:moveTo>
                    <a:lnTo>
                      <a:pt x="144184" y="0"/>
                    </a:lnTo>
                    <a:lnTo>
                      <a:pt x="2366" y="81871"/>
                    </a:lnTo>
                    <a:lnTo>
                      <a:pt x="0" y="85976"/>
                    </a:lnTo>
                    <a:lnTo>
                      <a:pt x="0" y="249720"/>
                    </a:lnTo>
                    <a:lnTo>
                      <a:pt x="2366" y="253824"/>
                    </a:lnTo>
                    <a:lnTo>
                      <a:pt x="8125" y="257154"/>
                    </a:lnTo>
                    <a:lnTo>
                      <a:pt x="10271" y="257698"/>
                    </a:lnTo>
                    <a:lnTo>
                      <a:pt x="14565" y="257698"/>
                    </a:lnTo>
                    <a:lnTo>
                      <a:pt x="16701" y="257154"/>
                    </a:lnTo>
                    <a:lnTo>
                      <a:pt x="74518" y="223773"/>
                    </a:lnTo>
                    <a:lnTo>
                      <a:pt x="24836" y="223773"/>
                    </a:lnTo>
                    <a:lnTo>
                      <a:pt x="24836" y="97578"/>
                    </a:lnTo>
                    <a:lnTo>
                      <a:pt x="134132" y="34480"/>
                    </a:lnTo>
                    <a:lnTo>
                      <a:pt x="158968" y="34480"/>
                    </a:lnTo>
                    <a:lnTo>
                      <a:pt x="158968" y="8533"/>
                    </a:lnTo>
                    <a:lnTo>
                      <a:pt x="156602" y="4429"/>
                    </a:lnTo>
                    <a:lnTo>
                      <a:pt x="148916" y="0"/>
                    </a:lnTo>
                    <a:close/>
                  </a:path>
                  <a:path extrusionOk="0" h="257810" w="159384">
                    <a:moveTo>
                      <a:pt x="158968" y="34480"/>
                    </a:moveTo>
                    <a:lnTo>
                      <a:pt x="134132" y="34480"/>
                    </a:lnTo>
                    <a:lnTo>
                      <a:pt x="134132" y="160675"/>
                    </a:lnTo>
                    <a:lnTo>
                      <a:pt x="24836" y="223773"/>
                    </a:lnTo>
                    <a:lnTo>
                      <a:pt x="74518" y="223773"/>
                    </a:lnTo>
                    <a:lnTo>
                      <a:pt x="156602" y="176382"/>
                    </a:lnTo>
                    <a:lnTo>
                      <a:pt x="158968" y="172277"/>
                    </a:lnTo>
                    <a:lnTo>
                      <a:pt x="158968" y="34480"/>
                    </a:lnTo>
                    <a:close/>
                  </a:path>
                </a:pathLst>
              </a:custGeom>
              <a:solidFill>
                <a:srgbClr val="00000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455" name="Google Shape;455;p8"/>
              <p:cNvSpPr/>
              <p:nvPr/>
            </p:nvSpPr>
            <p:spPr>
              <a:xfrm>
                <a:off x="1007156" y="1619616"/>
                <a:ext cx="402590" cy="387350"/>
              </a:xfrm>
              <a:custGeom>
                <a:rect b="b" l="l" r="r" t="t"/>
                <a:pathLst>
                  <a:path extrusionOk="0" h="387350" w="402590">
                    <a:moveTo>
                      <a:pt x="0" y="0"/>
                    </a:moveTo>
                    <a:lnTo>
                      <a:pt x="0" y="154874"/>
                    </a:lnTo>
                    <a:lnTo>
                      <a:pt x="402375" y="387192"/>
                    </a:lnTo>
                    <a:lnTo>
                      <a:pt x="402375" y="232317"/>
                    </a:lnTo>
                    <a:lnTo>
                      <a:pt x="0" y="0"/>
                    </a:lnTo>
                    <a:close/>
                  </a:path>
                </a:pathLst>
              </a:custGeom>
              <a:solidFill>
                <a:srgbClr val="00852A"/>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456" name="Google Shape;456;p8"/>
              <p:cNvSpPr/>
              <p:nvPr/>
            </p:nvSpPr>
            <p:spPr>
              <a:xfrm>
                <a:off x="994735" y="1606649"/>
                <a:ext cx="427355" cy="412750"/>
              </a:xfrm>
              <a:custGeom>
                <a:rect b="b" l="l" r="r" t="t"/>
                <a:pathLst>
                  <a:path extrusionOk="0" h="412750" w="427355">
                    <a:moveTo>
                      <a:pt x="14784" y="0"/>
                    </a:moveTo>
                    <a:lnTo>
                      <a:pt x="10052" y="0"/>
                    </a:lnTo>
                    <a:lnTo>
                      <a:pt x="2366" y="4429"/>
                    </a:lnTo>
                    <a:lnTo>
                      <a:pt x="0" y="8533"/>
                    </a:lnTo>
                    <a:lnTo>
                      <a:pt x="0" y="172277"/>
                    </a:lnTo>
                    <a:lnTo>
                      <a:pt x="2366" y="176382"/>
                    </a:lnTo>
                    <a:lnTo>
                      <a:pt x="410511" y="412029"/>
                    </a:lnTo>
                    <a:lnTo>
                      <a:pt x="412657" y="412584"/>
                    </a:lnTo>
                    <a:lnTo>
                      <a:pt x="416940" y="412584"/>
                    </a:lnTo>
                    <a:lnTo>
                      <a:pt x="419086" y="412029"/>
                    </a:lnTo>
                    <a:lnTo>
                      <a:pt x="424845" y="408699"/>
                    </a:lnTo>
                    <a:lnTo>
                      <a:pt x="427212" y="404595"/>
                    </a:lnTo>
                    <a:lnTo>
                      <a:pt x="427212" y="378648"/>
                    </a:lnTo>
                    <a:lnTo>
                      <a:pt x="402375" y="378648"/>
                    </a:lnTo>
                    <a:lnTo>
                      <a:pt x="24836" y="160675"/>
                    </a:lnTo>
                    <a:lnTo>
                      <a:pt x="24836" y="34480"/>
                    </a:lnTo>
                    <a:lnTo>
                      <a:pt x="74507" y="34480"/>
                    </a:lnTo>
                    <a:lnTo>
                      <a:pt x="14784" y="0"/>
                    </a:lnTo>
                    <a:close/>
                  </a:path>
                  <a:path extrusionOk="0" h="412750" w="427355">
                    <a:moveTo>
                      <a:pt x="74507" y="34480"/>
                    </a:moveTo>
                    <a:lnTo>
                      <a:pt x="24836" y="34480"/>
                    </a:lnTo>
                    <a:lnTo>
                      <a:pt x="402375" y="252453"/>
                    </a:lnTo>
                    <a:lnTo>
                      <a:pt x="402375" y="378648"/>
                    </a:lnTo>
                    <a:lnTo>
                      <a:pt x="427212" y="378648"/>
                    </a:lnTo>
                    <a:lnTo>
                      <a:pt x="427212" y="240851"/>
                    </a:lnTo>
                    <a:lnTo>
                      <a:pt x="424845" y="236746"/>
                    </a:lnTo>
                    <a:lnTo>
                      <a:pt x="74507" y="34480"/>
                    </a:lnTo>
                    <a:close/>
                  </a:path>
                </a:pathLst>
              </a:custGeom>
              <a:solidFill>
                <a:srgbClr val="00000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457" name="Google Shape;457;p8"/>
              <p:cNvSpPr/>
              <p:nvPr/>
            </p:nvSpPr>
            <p:spPr>
              <a:xfrm>
                <a:off x="1007154" y="1542177"/>
                <a:ext cx="536575" cy="309880"/>
              </a:xfrm>
              <a:custGeom>
                <a:rect b="b" l="l" r="r" t="t"/>
                <a:pathLst>
                  <a:path extrusionOk="0" h="309880" w="536575">
                    <a:moveTo>
                      <a:pt x="134121" y="0"/>
                    </a:moveTo>
                    <a:lnTo>
                      <a:pt x="0" y="77442"/>
                    </a:lnTo>
                    <a:lnTo>
                      <a:pt x="402375" y="309760"/>
                    </a:lnTo>
                    <a:lnTo>
                      <a:pt x="536507" y="232317"/>
                    </a:lnTo>
                    <a:lnTo>
                      <a:pt x="134121"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458" name="Google Shape;458;p8"/>
              <p:cNvSpPr/>
              <p:nvPr/>
            </p:nvSpPr>
            <p:spPr>
              <a:xfrm>
                <a:off x="994736" y="1529204"/>
                <a:ext cx="561340" cy="335280"/>
              </a:xfrm>
              <a:custGeom>
                <a:rect b="b" l="l" r="r" t="t"/>
                <a:pathLst>
                  <a:path extrusionOk="0" h="335280" w="561340">
                    <a:moveTo>
                      <a:pt x="148906" y="0"/>
                    </a:moveTo>
                    <a:lnTo>
                      <a:pt x="144173" y="0"/>
                    </a:lnTo>
                    <a:lnTo>
                      <a:pt x="2366" y="81882"/>
                    </a:lnTo>
                    <a:lnTo>
                      <a:pt x="0" y="85976"/>
                    </a:lnTo>
                    <a:lnTo>
                      <a:pt x="0" y="94855"/>
                    </a:lnTo>
                    <a:lnTo>
                      <a:pt x="2366" y="98949"/>
                    </a:lnTo>
                    <a:lnTo>
                      <a:pt x="410511" y="334586"/>
                    </a:lnTo>
                    <a:lnTo>
                      <a:pt x="412657" y="335141"/>
                    </a:lnTo>
                    <a:lnTo>
                      <a:pt x="416940" y="335141"/>
                    </a:lnTo>
                    <a:lnTo>
                      <a:pt x="419086" y="334586"/>
                    </a:lnTo>
                    <a:lnTo>
                      <a:pt x="464465" y="308388"/>
                    </a:lnTo>
                    <a:lnTo>
                      <a:pt x="414793" y="308388"/>
                    </a:lnTo>
                    <a:lnTo>
                      <a:pt x="37255" y="90416"/>
                    </a:lnTo>
                    <a:lnTo>
                      <a:pt x="146540" y="27318"/>
                    </a:lnTo>
                    <a:lnTo>
                      <a:pt x="196223" y="27318"/>
                    </a:lnTo>
                    <a:lnTo>
                      <a:pt x="148906" y="0"/>
                    </a:lnTo>
                    <a:close/>
                  </a:path>
                  <a:path extrusionOk="0" h="335280" w="561340">
                    <a:moveTo>
                      <a:pt x="196223" y="27318"/>
                    </a:moveTo>
                    <a:lnTo>
                      <a:pt x="146540" y="27318"/>
                    </a:lnTo>
                    <a:lnTo>
                      <a:pt x="524088" y="245290"/>
                    </a:lnTo>
                    <a:lnTo>
                      <a:pt x="414793" y="308388"/>
                    </a:lnTo>
                    <a:lnTo>
                      <a:pt x="464465" y="308388"/>
                    </a:lnTo>
                    <a:lnTo>
                      <a:pt x="558977" y="253824"/>
                    </a:lnTo>
                    <a:lnTo>
                      <a:pt x="561344" y="249730"/>
                    </a:lnTo>
                    <a:lnTo>
                      <a:pt x="561344" y="240851"/>
                    </a:lnTo>
                    <a:lnTo>
                      <a:pt x="558977" y="236757"/>
                    </a:lnTo>
                    <a:lnTo>
                      <a:pt x="196223" y="27318"/>
                    </a:lnTo>
                    <a:close/>
                  </a:path>
                </a:pathLst>
              </a:custGeom>
              <a:solidFill>
                <a:srgbClr val="00000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459" name="Google Shape;459;p8"/>
              <p:cNvSpPr/>
              <p:nvPr/>
            </p:nvSpPr>
            <p:spPr>
              <a:xfrm>
                <a:off x="1409531" y="1774491"/>
                <a:ext cx="536575" cy="309880"/>
              </a:xfrm>
              <a:custGeom>
                <a:rect b="b" l="l" r="r" t="t"/>
                <a:pathLst>
                  <a:path extrusionOk="0" h="309880" w="536575">
                    <a:moveTo>
                      <a:pt x="402375" y="0"/>
                    </a:moveTo>
                    <a:lnTo>
                      <a:pt x="0" y="232317"/>
                    </a:lnTo>
                    <a:lnTo>
                      <a:pt x="134121" y="309760"/>
                    </a:lnTo>
                    <a:lnTo>
                      <a:pt x="536507" y="77442"/>
                    </a:lnTo>
                    <a:lnTo>
                      <a:pt x="402375" y="0"/>
                    </a:lnTo>
                    <a:close/>
                  </a:path>
                </a:pathLst>
              </a:custGeom>
              <a:solidFill>
                <a:srgbClr val="901F75"/>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460" name="Google Shape;460;p8"/>
              <p:cNvSpPr/>
              <p:nvPr/>
            </p:nvSpPr>
            <p:spPr>
              <a:xfrm>
                <a:off x="1397114" y="1761518"/>
                <a:ext cx="561339" cy="335280"/>
              </a:xfrm>
              <a:custGeom>
                <a:rect b="b" l="l" r="r" t="t"/>
                <a:pathLst>
                  <a:path extrusionOk="0" h="335280" w="561339">
                    <a:moveTo>
                      <a:pt x="417160" y="0"/>
                    </a:moveTo>
                    <a:lnTo>
                      <a:pt x="412427" y="0"/>
                    </a:lnTo>
                    <a:lnTo>
                      <a:pt x="2366" y="236757"/>
                    </a:lnTo>
                    <a:lnTo>
                      <a:pt x="0" y="240851"/>
                    </a:lnTo>
                    <a:lnTo>
                      <a:pt x="0" y="249730"/>
                    </a:lnTo>
                    <a:lnTo>
                      <a:pt x="2366" y="253824"/>
                    </a:lnTo>
                    <a:lnTo>
                      <a:pt x="142257" y="334597"/>
                    </a:lnTo>
                    <a:lnTo>
                      <a:pt x="144403" y="335152"/>
                    </a:lnTo>
                    <a:lnTo>
                      <a:pt x="148686" y="335152"/>
                    </a:lnTo>
                    <a:lnTo>
                      <a:pt x="150833" y="334597"/>
                    </a:lnTo>
                    <a:lnTo>
                      <a:pt x="196226" y="308388"/>
                    </a:lnTo>
                    <a:lnTo>
                      <a:pt x="146540" y="308388"/>
                    </a:lnTo>
                    <a:lnTo>
                      <a:pt x="37255" y="245290"/>
                    </a:lnTo>
                    <a:lnTo>
                      <a:pt x="414793" y="27318"/>
                    </a:lnTo>
                    <a:lnTo>
                      <a:pt x="464480" y="27318"/>
                    </a:lnTo>
                    <a:lnTo>
                      <a:pt x="417160" y="0"/>
                    </a:lnTo>
                    <a:close/>
                  </a:path>
                  <a:path extrusionOk="0" h="335280" w="561339">
                    <a:moveTo>
                      <a:pt x="464480" y="27318"/>
                    </a:moveTo>
                    <a:lnTo>
                      <a:pt x="414793" y="27318"/>
                    </a:lnTo>
                    <a:lnTo>
                      <a:pt x="524088" y="90416"/>
                    </a:lnTo>
                    <a:lnTo>
                      <a:pt x="146540" y="308388"/>
                    </a:lnTo>
                    <a:lnTo>
                      <a:pt x="196226" y="308388"/>
                    </a:lnTo>
                    <a:lnTo>
                      <a:pt x="558977" y="98949"/>
                    </a:lnTo>
                    <a:lnTo>
                      <a:pt x="561344" y="94845"/>
                    </a:lnTo>
                    <a:lnTo>
                      <a:pt x="561344" y="85976"/>
                    </a:lnTo>
                    <a:lnTo>
                      <a:pt x="558977" y="81871"/>
                    </a:lnTo>
                    <a:lnTo>
                      <a:pt x="464480" y="27318"/>
                    </a:lnTo>
                    <a:close/>
                  </a:path>
                </a:pathLst>
              </a:custGeom>
              <a:solidFill>
                <a:srgbClr val="00000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461" name="Google Shape;461;p8"/>
              <p:cNvSpPr/>
              <p:nvPr/>
            </p:nvSpPr>
            <p:spPr>
              <a:xfrm>
                <a:off x="1409531" y="1619616"/>
                <a:ext cx="402589" cy="387350"/>
              </a:xfrm>
              <a:custGeom>
                <a:rect b="b" l="l" r="r" t="t"/>
                <a:pathLst>
                  <a:path extrusionOk="0" h="387350" w="402589">
                    <a:moveTo>
                      <a:pt x="402375" y="0"/>
                    </a:moveTo>
                    <a:lnTo>
                      <a:pt x="0" y="232317"/>
                    </a:lnTo>
                    <a:lnTo>
                      <a:pt x="0" y="387192"/>
                    </a:lnTo>
                    <a:lnTo>
                      <a:pt x="402375" y="154874"/>
                    </a:lnTo>
                    <a:lnTo>
                      <a:pt x="402375"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462" name="Google Shape;462;p8"/>
              <p:cNvSpPr/>
              <p:nvPr/>
            </p:nvSpPr>
            <p:spPr>
              <a:xfrm>
                <a:off x="1397113" y="1606649"/>
                <a:ext cx="427355" cy="412750"/>
              </a:xfrm>
              <a:custGeom>
                <a:rect b="b" l="l" r="r" t="t"/>
                <a:pathLst>
                  <a:path extrusionOk="0" h="412750" w="427355">
                    <a:moveTo>
                      <a:pt x="417160" y="0"/>
                    </a:moveTo>
                    <a:lnTo>
                      <a:pt x="412427" y="0"/>
                    </a:lnTo>
                    <a:lnTo>
                      <a:pt x="2366" y="236746"/>
                    </a:lnTo>
                    <a:lnTo>
                      <a:pt x="0" y="240851"/>
                    </a:lnTo>
                    <a:lnTo>
                      <a:pt x="0" y="404595"/>
                    </a:lnTo>
                    <a:lnTo>
                      <a:pt x="2366" y="408699"/>
                    </a:lnTo>
                    <a:lnTo>
                      <a:pt x="8125" y="412029"/>
                    </a:lnTo>
                    <a:lnTo>
                      <a:pt x="10271" y="412573"/>
                    </a:lnTo>
                    <a:lnTo>
                      <a:pt x="14565" y="412573"/>
                    </a:lnTo>
                    <a:lnTo>
                      <a:pt x="16701" y="412029"/>
                    </a:lnTo>
                    <a:lnTo>
                      <a:pt x="74517" y="378648"/>
                    </a:lnTo>
                    <a:lnTo>
                      <a:pt x="24836" y="378648"/>
                    </a:lnTo>
                    <a:lnTo>
                      <a:pt x="24836" y="252453"/>
                    </a:lnTo>
                    <a:lnTo>
                      <a:pt x="402375" y="34480"/>
                    </a:lnTo>
                    <a:lnTo>
                      <a:pt x="427212" y="34480"/>
                    </a:lnTo>
                    <a:lnTo>
                      <a:pt x="427212" y="8533"/>
                    </a:lnTo>
                    <a:lnTo>
                      <a:pt x="424845" y="4429"/>
                    </a:lnTo>
                    <a:lnTo>
                      <a:pt x="417160" y="0"/>
                    </a:lnTo>
                    <a:close/>
                  </a:path>
                  <a:path extrusionOk="0" h="412750" w="427355">
                    <a:moveTo>
                      <a:pt x="427212" y="34480"/>
                    </a:moveTo>
                    <a:lnTo>
                      <a:pt x="402375" y="34480"/>
                    </a:lnTo>
                    <a:lnTo>
                      <a:pt x="402375" y="160675"/>
                    </a:lnTo>
                    <a:lnTo>
                      <a:pt x="24836" y="378648"/>
                    </a:lnTo>
                    <a:lnTo>
                      <a:pt x="74517" y="378648"/>
                    </a:lnTo>
                    <a:lnTo>
                      <a:pt x="424845" y="176382"/>
                    </a:lnTo>
                    <a:lnTo>
                      <a:pt x="427212" y="172277"/>
                    </a:lnTo>
                    <a:lnTo>
                      <a:pt x="427212" y="34480"/>
                    </a:lnTo>
                    <a:close/>
                  </a:path>
                </a:pathLst>
              </a:custGeom>
              <a:solidFill>
                <a:srgbClr val="00000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463" name="Google Shape;463;p8"/>
              <p:cNvSpPr/>
              <p:nvPr/>
            </p:nvSpPr>
            <p:spPr>
              <a:xfrm>
                <a:off x="1811909" y="1619620"/>
                <a:ext cx="134619" cy="232410"/>
              </a:xfrm>
              <a:custGeom>
                <a:rect b="b" l="l" r="r" t="t"/>
                <a:pathLst>
                  <a:path extrusionOk="0" h="232410" w="134619">
                    <a:moveTo>
                      <a:pt x="0" y="0"/>
                    </a:moveTo>
                    <a:lnTo>
                      <a:pt x="0" y="154874"/>
                    </a:lnTo>
                    <a:lnTo>
                      <a:pt x="134121" y="232317"/>
                    </a:lnTo>
                    <a:lnTo>
                      <a:pt x="134121" y="77432"/>
                    </a:lnTo>
                    <a:lnTo>
                      <a:pt x="0"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464" name="Google Shape;464;p8"/>
              <p:cNvSpPr/>
              <p:nvPr/>
            </p:nvSpPr>
            <p:spPr>
              <a:xfrm>
                <a:off x="1799492" y="1606649"/>
                <a:ext cx="159385" cy="257810"/>
              </a:xfrm>
              <a:custGeom>
                <a:rect b="b" l="l" r="r" t="t"/>
                <a:pathLst>
                  <a:path extrusionOk="0" h="257810" w="159385">
                    <a:moveTo>
                      <a:pt x="14784" y="0"/>
                    </a:moveTo>
                    <a:lnTo>
                      <a:pt x="10052" y="0"/>
                    </a:lnTo>
                    <a:lnTo>
                      <a:pt x="2366" y="4429"/>
                    </a:lnTo>
                    <a:lnTo>
                      <a:pt x="0" y="8533"/>
                    </a:lnTo>
                    <a:lnTo>
                      <a:pt x="0" y="172277"/>
                    </a:lnTo>
                    <a:lnTo>
                      <a:pt x="2366" y="176382"/>
                    </a:lnTo>
                    <a:lnTo>
                      <a:pt x="142257" y="257144"/>
                    </a:lnTo>
                    <a:lnTo>
                      <a:pt x="144403" y="257698"/>
                    </a:lnTo>
                    <a:lnTo>
                      <a:pt x="148686" y="257698"/>
                    </a:lnTo>
                    <a:lnTo>
                      <a:pt x="150833" y="257144"/>
                    </a:lnTo>
                    <a:lnTo>
                      <a:pt x="156592" y="253824"/>
                    </a:lnTo>
                    <a:lnTo>
                      <a:pt x="158958" y="249720"/>
                    </a:lnTo>
                    <a:lnTo>
                      <a:pt x="158958" y="223773"/>
                    </a:lnTo>
                    <a:lnTo>
                      <a:pt x="134121" y="223773"/>
                    </a:lnTo>
                    <a:lnTo>
                      <a:pt x="24836" y="160675"/>
                    </a:lnTo>
                    <a:lnTo>
                      <a:pt x="24836" y="34480"/>
                    </a:lnTo>
                    <a:lnTo>
                      <a:pt x="74507" y="34480"/>
                    </a:lnTo>
                    <a:lnTo>
                      <a:pt x="14784" y="0"/>
                    </a:lnTo>
                    <a:close/>
                  </a:path>
                  <a:path extrusionOk="0" h="257810" w="159385">
                    <a:moveTo>
                      <a:pt x="74507" y="34480"/>
                    </a:moveTo>
                    <a:lnTo>
                      <a:pt x="24836" y="34480"/>
                    </a:lnTo>
                    <a:lnTo>
                      <a:pt x="134121" y="97578"/>
                    </a:lnTo>
                    <a:lnTo>
                      <a:pt x="134121" y="223773"/>
                    </a:lnTo>
                    <a:lnTo>
                      <a:pt x="158958" y="223773"/>
                    </a:lnTo>
                    <a:lnTo>
                      <a:pt x="158958" y="85976"/>
                    </a:lnTo>
                    <a:lnTo>
                      <a:pt x="156592" y="81871"/>
                    </a:lnTo>
                    <a:lnTo>
                      <a:pt x="74507" y="34480"/>
                    </a:lnTo>
                    <a:close/>
                  </a:path>
                </a:pathLst>
              </a:custGeom>
              <a:solidFill>
                <a:srgbClr val="00000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grpSp>
        <p:grpSp>
          <p:nvGrpSpPr>
            <p:cNvPr id="465" name="Google Shape;465;p8"/>
            <p:cNvGrpSpPr/>
            <p:nvPr/>
          </p:nvGrpSpPr>
          <p:grpSpPr>
            <a:xfrm>
              <a:off x="2160021" y="1200902"/>
              <a:ext cx="1876309" cy="219379"/>
              <a:chOff x="2160021" y="1200902"/>
              <a:chExt cx="1876309" cy="219379"/>
            </a:xfrm>
          </p:grpSpPr>
          <p:pic>
            <p:nvPicPr>
              <p:cNvPr id="466" name="Google Shape;466;p8"/>
              <p:cNvPicPr preferRelativeResize="0"/>
              <p:nvPr/>
            </p:nvPicPr>
            <p:blipFill rotWithShape="1">
              <a:blip r:embed="rId2">
                <a:alphaModFix/>
              </a:blip>
              <a:srcRect b="0" l="0" r="0" t="0"/>
              <a:stretch/>
            </p:blipFill>
            <p:spPr>
              <a:xfrm>
                <a:off x="2160021" y="1200902"/>
                <a:ext cx="439058" cy="219375"/>
              </a:xfrm>
              <a:prstGeom prst="rect">
                <a:avLst/>
              </a:prstGeom>
              <a:noFill/>
              <a:ln>
                <a:noFill/>
              </a:ln>
            </p:spPr>
          </p:pic>
          <p:pic>
            <p:nvPicPr>
              <p:cNvPr id="467" name="Google Shape;467;p8"/>
              <p:cNvPicPr preferRelativeResize="0"/>
              <p:nvPr/>
            </p:nvPicPr>
            <p:blipFill rotWithShape="1">
              <a:blip r:embed="rId3">
                <a:alphaModFix/>
              </a:blip>
              <a:srcRect b="0" l="0" r="0" t="0"/>
              <a:stretch/>
            </p:blipFill>
            <p:spPr>
              <a:xfrm>
                <a:off x="2628636" y="1204398"/>
                <a:ext cx="189805" cy="212066"/>
              </a:xfrm>
              <a:prstGeom prst="rect">
                <a:avLst/>
              </a:prstGeom>
              <a:noFill/>
              <a:ln>
                <a:noFill/>
              </a:ln>
            </p:spPr>
          </p:pic>
          <p:pic>
            <p:nvPicPr>
              <p:cNvPr id="468" name="Google Shape;468;p8"/>
              <p:cNvPicPr preferRelativeResize="0"/>
              <p:nvPr/>
            </p:nvPicPr>
            <p:blipFill rotWithShape="1">
              <a:blip r:embed="rId4">
                <a:alphaModFix/>
              </a:blip>
              <a:srcRect b="0" l="0" r="0" t="0"/>
              <a:stretch/>
            </p:blipFill>
            <p:spPr>
              <a:xfrm>
                <a:off x="2847491" y="1201229"/>
                <a:ext cx="360559" cy="219050"/>
              </a:xfrm>
              <a:prstGeom prst="rect">
                <a:avLst/>
              </a:prstGeom>
              <a:noFill/>
              <a:ln>
                <a:noFill/>
              </a:ln>
            </p:spPr>
          </p:pic>
          <p:pic>
            <p:nvPicPr>
              <p:cNvPr id="469" name="Google Shape;469;p8"/>
              <p:cNvPicPr preferRelativeResize="0"/>
              <p:nvPr/>
            </p:nvPicPr>
            <p:blipFill rotWithShape="1">
              <a:blip r:embed="rId5">
                <a:alphaModFix/>
              </a:blip>
              <a:srcRect b="0" l="0" r="0" t="0"/>
              <a:stretch/>
            </p:blipFill>
            <p:spPr>
              <a:xfrm>
                <a:off x="3232396" y="1204406"/>
                <a:ext cx="171680" cy="212056"/>
              </a:xfrm>
              <a:prstGeom prst="rect">
                <a:avLst/>
              </a:prstGeom>
              <a:noFill/>
              <a:ln>
                <a:noFill/>
              </a:ln>
            </p:spPr>
          </p:pic>
          <p:pic>
            <p:nvPicPr>
              <p:cNvPr id="470" name="Google Shape;470;p8"/>
              <p:cNvPicPr preferRelativeResize="0"/>
              <p:nvPr/>
            </p:nvPicPr>
            <p:blipFill rotWithShape="1">
              <a:blip r:embed="rId6">
                <a:alphaModFix/>
              </a:blip>
              <a:srcRect b="0" l="0" r="0" t="0"/>
              <a:stretch/>
            </p:blipFill>
            <p:spPr>
              <a:xfrm>
                <a:off x="3431420" y="1204403"/>
                <a:ext cx="189481" cy="215878"/>
              </a:xfrm>
              <a:prstGeom prst="rect">
                <a:avLst/>
              </a:prstGeom>
              <a:noFill/>
              <a:ln>
                <a:noFill/>
              </a:ln>
            </p:spPr>
          </p:pic>
          <p:pic>
            <p:nvPicPr>
              <p:cNvPr id="471" name="Google Shape;471;p8"/>
              <p:cNvPicPr preferRelativeResize="0"/>
              <p:nvPr/>
            </p:nvPicPr>
            <p:blipFill rotWithShape="1">
              <a:blip r:embed="rId7">
                <a:alphaModFix/>
              </a:blip>
              <a:srcRect b="0" l="0" r="0" t="0"/>
              <a:stretch/>
            </p:blipFill>
            <p:spPr>
              <a:xfrm>
                <a:off x="3648878" y="1200908"/>
                <a:ext cx="387452" cy="219365"/>
              </a:xfrm>
              <a:prstGeom prst="rect">
                <a:avLst/>
              </a:prstGeom>
              <a:noFill/>
              <a:ln>
                <a:noFill/>
              </a:ln>
            </p:spPr>
          </p:pic>
        </p:grpSp>
        <p:grpSp>
          <p:nvGrpSpPr>
            <p:cNvPr id="472" name="Google Shape;472;p8"/>
            <p:cNvGrpSpPr/>
            <p:nvPr/>
          </p:nvGrpSpPr>
          <p:grpSpPr>
            <a:xfrm>
              <a:off x="2170198" y="1508896"/>
              <a:ext cx="1149936" cy="219689"/>
              <a:chOff x="2170198" y="1508896"/>
              <a:chExt cx="1149936" cy="219689"/>
            </a:xfrm>
          </p:grpSpPr>
          <p:pic>
            <p:nvPicPr>
              <p:cNvPr id="473" name="Google Shape;473;p8"/>
              <p:cNvPicPr preferRelativeResize="0"/>
              <p:nvPr/>
            </p:nvPicPr>
            <p:blipFill rotWithShape="1">
              <a:blip r:embed="rId8">
                <a:alphaModFix/>
              </a:blip>
              <a:srcRect b="0" l="0" r="0" t="0"/>
              <a:stretch/>
            </p:blipFill>
            <p:spPr>
              <a:xfrm>
                <a:off x="2170198" y="1512390"/>
                <a:ext cx="196161" cy="212056"/>
              </a:xfrm>
              <a:prstGeom prst="rect">
                <a:avLst/>
              </a:prstGeom>
              <a:noFill/>
              <a:ln>
                <a:noFill/>
              </a:ln>
            </p:spPr>
          </p:pic>
          <p:sp>
            <p:nvSpPr>
              <p:cNvPr id="474" name="Google Shape;474;p8"/>
              <p:cNvSpPr/>
              <p:nvPr/>
            </p:nvSpPr>
            <p:spPr>
              <a:xfrm>
                <a:off x="2399099" y="1512393"/>
                <a:ext cx="45719" cy="212089"/>
              </a:xfrm>
              <a:custGeom>
                <a:rect b="b" l="l" r="r" t="t"/>
                <a:pathLst>
                  <a:path extrusionOk="0" h="212089" w="45719">
                    <a:moveTo>
                      <a:pt x="45150" y="0"/>
                    </a:moveTo>
                    <a:lnTo>
                      <a:pt x="0" y="0"/>
                    </a:lnTo>
                    <a:lnTo>
                      <a:pt x="0" y="212056"/>
                    </a:lnTo>
                    <a:lnTo>
                      <a:pt x="45150" y="212056"/>
                    </a:lnTo>
                    <a:lnTo>
                      <a:pt x="45150" y="0"/>
                    </a:lnTo>
                    <a:close/>
                  </a:path>
                </a:pathLst>
              </a:custGeom>
              <a:solidFill>
                <a:srgbClr val="00000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pic>
            <p:nvPicPr>
              <p:cNvPr id="475" name="Google Shape;475;p8"/>
              <p:cNvPicPr preferRelativeResize="0"/>
              <p:nvPr/>
            </p:nvPicPr>
            <p:blipFill rotWithShape="1">
              <a:blip r:embed="rId9">
                <a:alphaModFix/>
              </a:blip>
              <a:srcRect b="0" l="0" r="0" t="0"/>
              <a:stretch/>
            </p:blipFill>
            <p:spPr>
              <a:xfrm>
                <a:off x="2476759" y="1508896"/>
                <a:ext cx="203156" cy="219689"/>
              </a:xfrm>
              <a:prstGeom prst="rect">
                <a:avLst/>
              </a:prstGeom>
              <a:noFill/>
              <a:ln>
                <a:noFill/>
              </a:ln>
            </p:spPr>
          </p:pic>
          <p:sp>
            <p:nvSpPr>
              <p:cNvPr id="476" name="Google Shape;476;p8"/>
              <p:cNvSpPr/>
              <p:nvPr/>
            </p:nvSpPr>
            <p:spPr>
              <a:xfrm>
                <a:off x="2719016" y="1512393"/>
                <a:ext cx="45719" cy="212089"/>
              </a:xfrm>
              <a:custGeom>
                <a:rect b="b" l="l" r="r" t="t"/>
                <a:pathLst>
                  <a:path extrusionOk="0" h="212089" w="45719">
                    <a:moveTo>
                      <a:pt x="45139" y="0"/>
                    </a:moveTo>
                    <a:lnTo>
                      <a:pt x="0" y="0"/>
                    </a:lnTo>
                    <a:lnTo>
                      <a:pt x="0" y="212056"/>
                    </a:lnTo>
                    <a:lnTo>
                      <a:pt x="45139" y="212056"/>
                    </a:lnTo>
                    <a:lnTo>
                      <a:pt x="45139" y="0"/>
                    </a:lnTo>
                    <a:close/>
                  </a:path>
                </a:pathLst>
              </a:custGeom>
              <a:solidFill>
                <a:srgbClr val="00000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pic>
            <p:nvPicPr>
              <p:cNvPr id="477" name="Google Shape;477;p8"/>
              <p:cNvPicPr preferRelativeResize="0"/>
              <p:nvPr/>
            </p:nvPicPr>
            <p:blipFill rotWithShape="1">
              <a:blip r:embed="rId10">
                <a:alphaModFix/>
              </a:blip>
              <a:srcRect b="0" l="0" r="0" t="0"/>
              <a:stretch/>
            </p:blipFill>
            <p:spPr>
              <a:xfrm>
                <a:off x="2788124" y="1512390"/>
                <a:ext cx="373245" cy="212464"/>
              </a:xfrm>
              <a:prstGeom prst="rect">
                <a:avLst/>
              </a:prstGeom>
              <a:noFill/>
              <a:ln>
                <a:noFill/>
              </a:ln>
            </p:spPr>
          </p:pic>
          <p:sp>
            <p:nvSpPr>
              <p:cNvPr id="478" name="Google Shape;478;p8"/>
              <p:cNvSpPr/>
              <p:nvPr/>
            </p:nvSpPr>
            <p:spPr>
              <a:xfrm>
                <a:off x="3184880" y="1512398"/>
                <a:ext cx="135254" cy="212089"/>
              </a:xfrm>
              <a:custGeom>
                <a:rect b="b" l="l" r="r" t="t"/>
                <a:pathLst>
                  <a:path extrusionOk="0" h="212089" w="135254">
                    <a:moveTo>
                      <a:pt x="134810" y="172720"/>
                    </a:moveTo>
                    <a:lnTo>
                      <a:pt x="45148" y="172720"/>
                    </a:lnTo>
                    <a:lnTo>
                      <a:pt x="45148" y="0"/>
                    </a:lnTo>
                    <a:lnTo>
                      <a:pt x="0" y="0"/>
                    </a:lnTo>
                    <a:lnTo>
                      <a:pt x="0" y="172720"/>
                    </a:lnTo>
                    <a:lnTo>
                      <a:pt x="0" y="212090"/>
                    </a:lnTo>
                    <a:lnTo>
                      <a:pt x="134810" y="212090"/>
                    </a:lnTo>
                    <a:lnTo>
                      <a:pt x="134810" y="172720"/>
                    </a:lnTo>
                    <a:close/>
                  </a:path>
                </a:pathLst>
              </a:custGeom>
              <a:solidFill>
                <a:srgbClr val="00000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gr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 Green Background">
  <p:cSld name="Section 1">
    <p:bg>
      <p:bgPr>
        <a:solidFill>
          <a:schemeClr val="accent3"/>
        </a:solidFill>
      </p:bgPr>
    </p:bg>
    <p:spTree>
      <p:nvGrpSpPr>
        <p:cNvPr id="479" name="Shape 479"/>
        <p:cNvGrpSpPr/>
        <p:nvPr/>
      </p:nvGrpSpPr>
      <p:grpSpPr>
        <a:xfrm>
          <a:off x="0" y="0"/>
          <a:ext cx="0" cy="0"/>
          <a:chOff x="0" y="0"/>
          <a:chExt cx="0" cy="0"/>
        </a:xfrm>
      </p:grpSpPr>
      <p:grpSp>
        <p:nvGrpSpPr>
          <p:cNvPr id="480" name="Google Shape;480;p9"/>
          <p:cNvGrpSpPr/>
          <p:nvPr/>
        </p:nvGrpSpPr>
        <p:grpSpPr>
          <a:xfrm>
            <a:off x="6594037" y="3955239"/>
            <a:ext cx="645827" cy="563289"/>
            <a:chOff x="13685533" y="9174368"/>
            <a:chExt cx="1420025" cy="1238543"/>
          </a:xfrm>
        </p:grpSpPr>
        <p:sp>
          <p:nvSpPr>
            <p:cNvPr id="481" name="Google Shape;481;p9"/>
            <p:cNvSpPr/>
            <p:nvPr/>
          </p:nvSpPr>
          <p:spPr>
            <a:xfrm>
              <a:off x="13716947" y="9205784"/>
              <a:ext cx="1357630" cy="783590"/>
            </a:xfrm>
            <a:custGeom>
              <a:rect b="b" l="l" r="r" t="t"/>
              <a:pathLst>
                <a:path extrusionOk="0" h="783590" w="1357630">
                  <a:moveTo>
                    <a:pt x="1017770" y="0"/>
                  </a:moveTo>
                  <a:lnTo>
                    <a:pt x="0" y="587615"/>
                  </a:lnTo>
                  <a:lnTo>
                    <a:pt x="339256" y="783483"/>
                  </a:lnTo>
                  <a:lnTo>
                    <a:pt x="1357026" y="195868"/>
                  </a:lnTo>
                  <a:lnTo>
                    <a:pt x="1017770"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482" name="Google Shape;482;p9"/>
            <p:cNvSpPr/>
            <p:nvPr/>
          </p:nvSpPr>
          <p:spPr>
            <a:xfrm>
              <a:off x="13685533" y="9174368"/>
              <a:ext cx="1419859" cy="846454"/>
            </a:xfrm>
            <a:custGeom>
              <a:rect b="b" l="l" r="r" t="t"/>
              <a:pathLst>
                <a:path extrusionOk="0" h="846454" w="1419859">
                  <a:moveTo>
                    <a:pt x="1049182" y="0"/>
                  </a:moveTo>
                  <a:lnTo>
                    <a:pt x="15706" y="591824"/>
                  </a:lnTo>
                  <a:lnTo>
                    <a:pt x="0" y="619028"/>
                  </a:lnTo>
                  <a:lnTo>
                    <a:pt x="1087" y="627225"/>
                  </a:lnTo>
                  <a:lnTo>
                    <a:pt x="359821" y="844916"/>
                  </a:lnTo>
                  <a:lnTo>
                    <a:pt x="365245" y="846319"/>
                  </a:lnTo>
                  <a:lnTo>
                    <a:pt x="376093" y="846319"/>
                  </a:lnTo>
                  <a:lnTo>
                    <a:pt x="381517" y="844916"/>
                  </a:lnTo>
                  <a:lnTo>
                    <a:pt x="496335" y="778625"/>
                  </a:lnTo>
                  <a:lnTo>
                    <a:pt x="370669" y="778625"/>
                  </a:lnTo>
                  <a:lnTo>
                    <a:pt x="94237" y="619028"/>
                  </a:lnTo>
                  <a:lnTo>
                    <a:pt x="1049182" y="67683"/>
                  </a:lnTo>
                  <a:lnTo>
                    <a:pt x="1174830" y="67683"/>
                  </a:lnTo>
                  <a:lnTo>
                    <a:pt x="1064889" y="4209"/>
                  </a:lnTo>
                  <a:lnTo>
                    <a:pt x="1057247" y="1052"/>
                  </a:lnTo>
                  <a:lnTo>
                    <a:pt x="1049182" y="0"/>
                  </a:lnTo>
                  <a:close/>
                </a:path>
                <a:path extrusionOk="0" h="846454" w="1419859">
                  <a:moveTo>
                    <a:pt x="1174830" y="67683"/>
                  </a:moveTo>
                  <a:lnTo>
                    <a:pt x="1049182" y="67683"/>
                  </a:lnTo>
                  <a:lnTo>
                    <a:pt x="1325614" y="227281"/>
                  </a:lnTo>
                  <a:lnTo>
                    <a:pt x="370669" y="778625"/>
                  </a:lnTo>
                  <a:lnTo>
                    <a:pt x="496335" y="778625"/>
                  </a:lnTo>
                  <a:lnTo>
                    <a:pt x="1404145" y="254494"/>
                  </a:lnTo>
                  <a:lnTo>
                    <a:pt x="1410699" y="249449"/>
                  </a:lnTo>
                  <a:lnTo>
                    <a:pt x="1415642" y="242988"/>
                  </a:lnTo>
                  <a:lnTo>
                    <a:pt x="1418764" y="235477"/>
                  </a:lnTo>
                  <a:lnTo>
                    <a:pt x="1419852" y="227281"/>
                  </a:lnTo>
                  <a:lnTo>
                    <a:pt x="1418764" y="219088"/>
                  </a:lnTo>
                  <a:lnTo>
                    <a:pt x="1415642" y="211578"/>
                  </a:lnTo>
                  <a:lnTo>
                    <a:pt x="1410699" y="205118"/>
                  </a:lnTo>
                  <a:lnTo>
                    <a:pt x="1404145" y="200077"/>
                  </a:lnTo>
                  <a:lnTo>
                    <a:pt x="1174830" y="67683"/>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483" name="Google Shape;483;p9"/>
            <p:cNvSpPr/>
            <p:nvPr/>
          </p:nvSpPr>
          <p:spPr>
            <a:xfrm>
              <a:off x="14056202" y="9401652"/>
              <a:ext cx="1017905" cy="979804"/>
            </a:xfrm>
            <a:custGeom>
              <a:rect b="b" l="l" r="r" t="t"/>
              <a:pathLst>
                <a:path extrusionOk="0" h="979804" w="1017905">
                  <a:moveTo>
                    <a:pt x="1017770" y="0"/>
                  </a:moveTo>
                  <a:lnTo>
                    <a:pt x="0" y="587615"/>
                  </a:lnTo>
                  <a:lnTo>
                    <a:pt x="0" y="979352"/>
                  </a:lnTo>
                  <a:lnTo>
                    <a:pt x="1017770" y="391747"/>
                  </a:lnTo>
                  <a:lnTo>
                    <a:pt x="1017770" y="0"/>
                  </a:lnTo>
                  <a:close/>
                </a:path>
              </a:pathLst>
            </a:custGeom>
            <a:solidFill>
              <a:srgbClr val="CC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484" name="Google Shape;484;p9"/>
            <p:cNvSpPr/>
            <p:nvPr/>
          </p:nvSpPr>
          <p:spPr>
            <a:xfrm>
              <a:off x="14024789" y="9370241"/>
              <a:ext cx="1080769" cy="1042670"/>
            </a:xfrm>
            <a:custGeom>
              <a:rect b="b" l="l" r="r" t="t"/>
              <a:pathLst>
                <a:path extrusionOk="0" h="1042670" w="1080769">
                  <a:moveTo>
                    <a:pt x="1049182" y="0"/>
                  </a:moveTo>
                  <a:lnTo>
                    <a:pt x="15706" y="591824"/>
                  </a:lnTo>
                  <a:lnTo>
                    <a:pt x="0" y="619028"/>
                  </a:lnTo>
                  <a:lnTo>
                    <a:pt x="0" y="1010765"/>
                  </a:lnTo>
                  <a:lnTo>
                    <a:pt x="25988" y="1042177"/>
                  </a:lnTo>
                  <a:lnTo>
                    <a:pt x="36836" y="1042177"/>
                  </a:lnTo>
                  <a:lnTo>
                    <a:pt x="42260" y="1040774"/>
                  </a:lnTo>
                  <a:lnTo>
                    <a:pt x="188474" y="956358"/>
                  </a:lnTo>
                  <a:lnTo>
                    <a:pt x="62825" y="956358"/>
                  </a:lnTo>
                  <a:lnTo>
                    <a:pt x="62825" y="637163"/>
                  </a:lnTo>
                  <a:lnTo>
                    <a:pt x="1017770" y="85819"/>
                  </a:lnTo>
                  <a:lnTo>
                    <a:pt x="1080595" y="85819"/>
                  </a:lnTo>
                  <a:lnTo>
                    <a:pt x="1080595" y="31412"/>
                  </a:lnTo>
                  <a:lnTo>
                    <a:pt x="1057247" y="1052"/>
                  </a:lnTo>
                  <a:lnTo>
                    <a:pt x="1049182" y="0"/>
                  </a:lnTo>
                  <a:close/>
                </a:path>
                <a:path extrusionOk="0" h="1042670" w="1080769">
                  <a:moveTo>
                    <a:pt x="1080595" y="85819"/>
                  </a:moveTo>
                  <a:lnTo>
                    <a:pt x="1017770" y="85819"/>
                  </a:lnTo>
                  <a:lnTo>
                    <a:pt x="1017770" y="405024"/>
                  </a:lnTo>
                  <a:lnTo>
                    <a:pt x="62825" y="956358"/>
                  </a:lnTo>
                  <a:lnTo>
                    <a:pt x="188474" y="956358"/>
                  </a:lnTo>
                  <a:lnTo>
                    <a:pt x="1064889" y="450363"/>
                  </a:lnTo>
                  <a:lnTo>
                    <a:pt x="1071442" y="445322"/>
                  </a:lnTo>
                  <a:lnTo>
                    <a:pt x="1076386" y="438862"/>
                  </a:lnTo>
                  <a:lnTo>
                    <a:pt x="1079507" y="431352"/>
                  </a:lnTo>
                  <a:lnTo>
                    <a:pt x="1080595" y="423159"/>
                  </a:lnTo>
                  <a:lnTo>
                    <a:pt x="1080595" y="85819"/>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485" name="Google Shape;485;p9"/>
            <p:cNvSpPr/>
            <p:nvPr/>
          </p:nvSpPr>
          <p:spPr>
            <a:xfrm>
              <a:off x="13716945" y="9793395"/>
              <a:ext cx="339725" cy="588009"/>
            </a:xfrm>
            <a:custGeom>
              <a:rect b="b" l="l" r="r" t="t"/>
              <a:pathLst>
                <a:path extrusionOk="0" h="588009" w="339725">
                  <a:moveTo>
                    <a:pt x="0" y="0"/>
                  </a:moveTo>
                  <a:lnTo>
                    <a:pt x="0" y="391747"/>
                  </a:lnTo>
                  <a:lnTo>
                    <a:pt x="339256" y="587615"/>
                  </a:lnTo>
                  <a:lnTo>
                    <a:pt x="339256" y="195868"/>
                  </a:lnTo>
                  <a:lnTo>
                    <a:pt x="0"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486" name="Google Shape;486;p9"/>
            <p:cNvSpPr/>
            <p:nvPr/>
          </p:nvSpPr>
          <p:spPr>
            <a:xfrm>
              <a:off x="13685533" y="9761980"/>
              <a:ext cx="402590" cy="650875"/>
            </a:xfrm>
            <a:custGeom>
              <a:rect b="b" l="l" r="r" t="t"/>
              <a:pathLst>
                <a:path extrusionOk="0" h="650875" w="402590">
                  <a:moveTo>
                    <a:pt x="31412" y="0"/>
                  </a:moveTo>
                  <a:lnTo>
                    <a:pt x="1087" y="23220"/>
                  </a:lnTo>
                  <a:lnTo>
                    <a:pt x="0" y="31412"/>
                  </a:lnTo>
                  <a:lnTo>
                    <a:pt x="0" y="423159"/>
                  </a:lnTo>
                  <a:lnTo>
                    <a:pt x="359821" y="649037"/>
                  </a:lnTo>
                  <a:lnTo>
                    <a:pt x="365245" y="650440"/>
                  </a:lnTo>
                  <a:lnTo>
                    <a:pt x="376093" y="650440"/>
                  </a:lnTo>
                  <a:lnTo>
                    <a:pt x="402081" y="619028"/>
                  </a:lnTo>
                  <a:lnTo>
                    <a:pt x="402081" y="564621"/>
                  </a:lnTo>
                  <a:lnTo>
                    <a:pt x="339256" y="564621"/>
                  </a:lnTo>
                  <a:lnTo>
                    <a:pt x="62825" y="405024"/>
                  </a:lnTo>
                  <a:lnTo>
                    <a:pt x="62825" y="85829"/>
                  </a:lnTo>
                  <a:lnTo>
                    <a:pt x="188483" y="85829"/>
                  </a:lnTo>
                  <a:lnTo>
                    <a:pt x="47118" y="4209"/>
                  </a:lnTo>
                  <a:lnTo>
                    <a:pt x="39477" y="1052"/>
                  </a:lnTo>
                  <a:lnTo>
                    <a:pt x="31412" y="0"/>
                  </a:lnTo>
                  <a:close/>
                </a:path>
                <a:path extrusionOk="0" h="650875" w="402590">
                  <a:moveTo>
                    <a:pt x="188483" y="85829"/>
                  </a:moveTo>
                  <a:lnTo>
                    <a:pt x="62825" y="85829"/>
                  </a:lnTo>
                  <a:lnTo>
                    <a:pt x="339256" y="245427"/>
                  </a:lnTo>
                  <a:lnTo>
                    <a:pt x="339256" y="564621"/>
                  </a:lnTo>
                  <a:lnTo>
                    <a:pt x="402081" y="564621"/>
                  </a:lnTo>
                  <a:lnTo>
                    <a:pt x="402081" y="227291"/>
                  </a:lnTo>
                  <a:lnTo>
                    <a:pt x="400994" y="219094"/>
                  </a:lnTo>
                  <a:lnTo>
                    <a:pt x="397872" y="211585"/>
                  </a:lnTo>
                  <a:lnTo>
                    <a:pt x="392929" y="205127"/>
                  </a:lnTo>
                  <a:lnTo>
                    <a:pt x="386375" y="200088"/>
                  </a:lnTo>
                  <a:lnTo>
                    <a:pt x="188483" y="85829"/>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grpSp>
      <p:grpSp>
        <p:nvGrpSpPr>
          <p:cNvPr id="487" name="Google Shape;487;p9"/>
          <p:cNvGrpSpPr/>
          <p:nvPr/>
        </p:nvGrpSpPr>
        <p:grpSpPr>
          <a:xfrm>
            <a:off x="6301333" y="624969"/>
            <a:ext cx="645979" cy="563293"/>
            <a:chOff x="13855163" y="1109584"/>
            <a:chExt cx="1420358" cy="1238550"/>
          </a:xfrm>
        </p:grpSpPr>
        <p:sp>
          <p:nvSpPr>
            <p:cNvPr id="488" name="Google Shape;488;p9"/>
            <p:cNvSpPr/>
            <p:nvPr/>
          </p:nvSpPr>
          <p:spPr>
            <a:xfrm>
              <a:off x="13886572" y="1140996"/>
              <a:ext cx="1357630" cy="783589"/>
            </a:xfrm>
            <a:custGeom>
              <a:rect b="b" l="l" r="r" t="t"/>
              <a:pathLst>
                <a:path extrusionOk="0" h="783589" w="1357630">
                  <a:moveTo>
                    <a:pt x="339256" y="0"/>
                  </a:moveTo>
                  <a:lnTo>
                    <a:pt x="0" y="195878"/>
                  </a:lnTo>
                  <a:lnTo>
                    <a:pt x="1017770" y="783494"/>
                  </a:lnTo>
                  <a:lnTo>
                    <a:pt x="1357026" y="587615"/>
                  </a:lnTo>
                  <a:lnTo>
                    <a:pt x="339256"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489" name="Google Shape;489;p9"/>
            <p:cNvSpPr/>
            <p:nvPr/>
          </p:nvSpPr>
          <p:spPr>
            <a:xfrm>
              <a:off x="13855163" y="1109584"/>
              <a:ext cx="1419859" cy="846455"/>
            </a:xfrm>
            <a:custGeom>
              <a:rect b="b" l="l" r="r" t="t"/>
              <a:pathLst>
                <a:path extrusionOk="0" h="846455" w="1419859">
                  <a:moveTo>
                    <a:pt x="370669" y="0"/>
                  </a:moveTo>
                  <a:lnTo>
                    <a:pt x="15706" y="200088"/>
                  </a:lnTo>
                  <a:lnTo>
                    <a:pt x="0" y="227291"/>
                  </a:lnTo>
                  <a:lnTo>
                    <a:pt x="1087" y="235488"/>
                  </a:lnTo>
                  <a:lnTo>
                    <a:pt x="1038334" y="844906"/>
                  </a:lnTo>
                  <a:lnTo>
                    <a:pt x="1043758" y="846309"/>
                  </a:lnTo>
                  <a:lnTo>
                    <a:pt x="1054606" y="846309"/>
                  </a:lnTo>
                  <a:lnTo>
                    <a:pt x="1060030" y="844906"/>
                  </a:lnTo>
                  <a:lnTo>
                    <a:pt x="1174832" y="778625"/>
                  </a:lnTo>
                  <a:lnTo>
                    <a:pt x="1049182" y="778625"/>
                  </a:lnTo>
                  <a:lnTo>
                    <a:pt x="94237" y="227291"/>
                  </a:lnTo>
                  <a:lnTo>
                    <a:pt x="370669" y="67683"/>
                  </a:lnTo>
                  <a:lnTo>
                    <a:pt x="496315" y="67683"/>
                  </a:lnTo>
                  <a:lnTo>
                    <a:pt x="386375" y="4209"/>
                  </a:lnTo>
                  <a:lnTo>
                    <a:pt x="378734" y="1052"/>
                  </a:lnTo>
                  <a:lnTo>
                    <a:pt x="370669" y="0"/>
                  </a:lnTo>
                  <a:close/>
                </a:path>
                <a:path extrusionOk="0" h="846455" w="1419859">
                  <a:moveTo>
                    <a:pt x="496315" y="67683"/>
                  </a:moveTo>
                  <a:lnTo>
                    <a:pt x="370669" y="67683"/>
                  </a:lnTo>
                  <a:lnTo>
                    <a:pt x="1325614" y="619028"/>
                  </a:lnTo>
                  <a:lnTo>
                    <a:pt x="1049182" y="778625"/>
                  </a:lnTo>
                  <a:lnTo>
                    <a:pt x="1174832" y="778625"/>
                  </a:lnTo>
                  <a:lnTo>
                    <a:pt x="1404145" y="646231"/>
                  </a:lnTo>
                  <a:lnTo>
                    <a:pt x="1410703" y="641191"/>
                  </a:lnTo>
                  <a:lnTo>
                    <a:pt x="1415646" y="634734"/>
                  </a:lnTo>
                  <a:lnTo>
                    <a:pt x="1418765" y="627225"/>
                  </a:lnTo>
                  <a:lnTo>
                    <a:pt x="1419852" y="619028"/>
                  </a:lnTo>
                  <a:lnTo>
                    <a:pt x="1418765" y="610831"/>
                  </a:lnTo>
                  <a:lnTo>
                    <a:pt x="1415646" y="603321"/>
                  </a:lnTo>
                  <a:lnTo>
                    <a:pt x="1410703" y="596864"/>
                  </a:lnTo>
                  <a:lnTo>
                    <a:pt x="1404145" y="591824"/>
                  </a:lnTo>
                  <a:lnTo>
                    <a:pt x="496315" y="67683"/>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490" name="Google Shape;490;p9"/>
            <p:cNvSpPr/>
            <p:nvPr/>
          </p:nvSpPr>
          <p:spPr>
            <a:xfrm>
              <a:off x="13886572" y="1336875"/>
              <a:ext cx="1017905" cy="979805"/>
            </a:xfrm>
            <a:custGeom>
              <a:rect b="b" l="l" r="r" t="t"/>
              <a:pathLst>
                <a:path extrusionOk="0" h="979805" w="1017905">
                  <a:moveTo>
                    <a:pt x="0" y="0"/>
                  </a:moveTo>
                  <a:lnTo>
                    <a:pt x="0" y="391736"/>
                  </a:lnTo>
                  <a:lnTo>
                    <a:pt x="1017770" y="979352"/>
                  </a:lnTo>
                  <a:lnTo>
                    <a:pt x="1017770" y="587615"/>
                  </a:lnTo>
                  <a:lnTo>
                    <a:pt x="0" y="0"/>
                  </a:lnTo>
                  <a:close/>
                </a:path>
              </a:pathLst>
            </a:custGeom>
            <a:solidFill>
              <a:srgbClr val="1D59A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491" name="Google Shape;491;p9"/>
            <p:cNvSpPr/>
            <p:nvPr/>
          </p:nvSpPr>
          <p:spPr>
            <a:xfrm>
              <a:off x="13855163" y="1305465"/>
              <a:ext cx="1080769" cy="1042669"/>
            </a:xfrm>
            <a:custGeom>
              <a:rect b="b" l="l" r="r" t="t"/>
              <a:pathLst>
                <a:path extrusionOk="0" h="1042669" w="1080769">
                  <a:moveTo>
                    <a:pt x="31412" y="0"/>
                  </a:moveTo>
                  <a:lnTo>
                    <a:pt x="1087" y="23216"/>
                  </a:lnTo>
                  <a:lnTo>
                    <a:pt x="0" y="31415"/>
                  </a:lnTo>
                  <a:lnTo>
                    <a:pt x="0" y="423152"/>
                  </a:lnTo>
                  <a:lnTo>
                    <a:pt x="1038334" y="1040777"/>
                  </a:lnTo>
                  <a:lnTo>
                    <a:pt x="1043758" y="1042180"/>
                  </a:lnTo>
                  <a:lnTo>
                    <a:pt x="1054606" y="1042180"/>
                  </a:lnTo>
                  <a:lnTo>
                    <a:pt x="1080595" y="1010767"/>
                  </a:lnTo>
                  <a:lnTo>
                    <a:pt x="1080595" y="956350"/>
                  </a:lnTo>
                  <a:lnTo>
                    <a:pt x="1017770" y="956350"/>
                  </a:lnTo>
                  <a:lnTo>
                    <a:pt x="62825" y="405016"/>
                  </a:lnTo>
                  <a:lnTo>
                    <a:pt x="62825" y="85821"/>
                  </a:lnTo>
                  <a:lnTo>
                    <a:pt x="188488" y="85821"/>
                  </a:lnTo>
                  <a:lnTo>
                    <a:pt x="47118" y="4201"/>
                  </a:lnTo>
                  <a:lnTo>
                    <a:pt x="39477" y="1050"/>
                  </a:lnTo>
                  <a:lnTo>
                    <a:pt x="31412" y="0"/>
                  </a:lnTo>
                  <a:close/>
                </a:path>
                <a:path extrusionOk="0" h="1042669" w="1080769">
                  <a:moveTo>
                    <a:pt x="188488" y="85821"/>
                  </a:moveTo>
                  <a:lnTo>
                    <a:pt x="62825" y="85821"/>
                  </a:lnTo>
                  <a:lnTo>
                    <a:pt x="1017770" y="637155"/>
                  </a:lnTo>
                  <a:lnTo>
                    <a:pt x="1017770" y="956350"/>
                  </a:lnTo>
                  <a:lnTo>
                    <a:pt x="1080595" y="956350"/>
                  </a:lnTo>
                  <a:lnTo>
                    <a:pt x="1080595" y="619020"/>
                  </a:lnTo>
                  <a:lnTo>
                    <a:pt x="1079507" y="610823"/>
                  </a:lnTo>
                  <a:lnTo>
                    <a:pt x="1076386" y="603314"/>
                  </a:lnTo>
                  <a:lnTo>
                    <a:pt x="1071442" y="596856"/>
                  </a:lnTo>
                  <a:lnTo>
                    <a:pt x="1064889" y="591817"/>
                  </a:lnTo>
                  <a:lnTo>
                    <a:pt x="188488" y="85821"/>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492" name="Google Shape;492;p9"/>
            <p:cNvSpPr/>
            <p:nvPr/>
          </p:nvSpPr>
          <p:spPr>
            <a:xfrm>
              <a:off x="14904344" y="1728617"/>
              <a:ext cx="339725" cy="588010"/>
            </a:xfrm>
            <a:custGeom>
              <a:rect b="b" l="l" r="r" t="t"/>
              <a:pathLst>
                <a:path extrusionOk="0" h="588010" w="339725">
                  <a:moveTo>
                    <a:pt x="339256" y="0"/>
                  </a:moveTo>
                  <a:lnTo>
                    <a:pt x="0" y="195868"/>
                  </a:lnTo>
                  <a:lnTo>
                    <a:pt x="0" y="587605"/>
                  </a:lnTo>
                  <a:lnTo>
                    <a:pt x="339256" y="391736"/>
                  </a:lnTo>
                  <a:lnTo>
                    <a:pt x="339256"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493" name="Google Shape;493;p9"/>
            <p:cNvSpPr/>
            <p:nvPr/>
          </p:nvSpPr>
          <p:spPr>
            <a:xfrm>
              <a:off x="14872931" y="1697203"/>
              <a:ext cx="402590" cy="650875"/>
            </a:xfrm>
            <a:custGeom>
              <a:rect b="b" l="l" r="r" t="t"/>
              <a:pathLst>
                <a:path extrusionOk="0" h="650875" w="402590">
                  <a:moveTo>
                    <a:pt x="370673" y="0"/>
                  </a:moveTo>
                  <a:lnTo>
                    <a:pt x="15706" y="200080"/>
                  </a:lnTo>
                  <a:lnTo>
                    <a:pt x="0" y="227283"/>
                  </a:lnTo>
                  <a:lnTo>
                    <a:pt x="0" y="619020"/>
                  </a:lnTo>
                  <a:lnTo>
                    <a:pt x="25988" y="650433"/>
                  </a:lnTo>
                  <a:lnTo>
                    <a:pt x="36836" y="650433"/>
                  </a:lnTo>
                  <a:lnTo>
                    <a:pt x="42260" y="649040"/>
                  </a:lnTo>
                  <a:lnTo>
                    <a:pt x="188484" y="564613"/>
                  </a:lnTo>
                  <a:lnTo>
                    <a:pt x="62825" y="564613"/>
                  </a:lnTo>
                  <a:lnTo>
                    <a:pt x="62825" y="245419"/>
                  </a:lnTo>
                  <a:lnTo>
                    <a:pt x="339256" y="85821"/>
                  </a:lnTo>
                  <a:lnTo>
                    <a:pt x="402081" y="85821"/>
                  </a:lnTo>
                  <a:lnTo>
                    <a:pt x="402081" y="31415"/>
                  </a:lnTo>
                  <a:lnTo>
                    <a:pt x="378736" y="1050"/>
                  </a:lnTo>
                  <a:lnTo>
                    <a:pt x="370673" y="0"/>
                  </a:lnTo>
                  <a:close/>
                </a:path>
                <a:path extrusionOk="0" h="650875" w="402590">
                  <a:moveTo>
                    <a:pt x="402081" y="85821"/>
                  </a:moveTo>
                  <a:lnTo>
                    <a:pt x="339256" y="85821"/>
                  </a:lnTo>
                  <a:lnTo>
                    <a:pt x="339256" y="405016"/>
                  </a:lnTo>
                  <a:lnTo>
                    <a:pt x="62825" y="564613"/>
                  </a:lnTo>
                  <a:lnTo>
                    <a:pt x="188484" y="564613"/>
                  </a:lnTo>
                  <a:lnTo>
                    <a:pt x="386375" y="450355"/>
                  </a:lnTo>
                  <a:lnTo>
                    <a:pt x="392933" y="445315"/>
                  </a:lnTo>
                  <a:lnTo>
                    <a:pt x="397876" y="438858"/>
                  </a:lnTo>
                  <a:lnTo>
                    <a:pt x="400995" y="431348"/>
                  </a:lnTo>
                  <a:lnTo>
                    <a:pt x="402081" y="423152"/>
                  </a:lnTo>
                  <a:lnTo>
                    <a:pt x="402081" y="85821"/>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grpSp>
      <p:grpSp>
        <p:nvGrpSpPr>
          <p:cNvPr id="494" name="Google Shape;494;p9"/>
          <p:cNvGrpSpPr/>
          <p:nvPr/>
        </p:nvGrpSpPr>
        <p:grpSpPr>
          <a:xfrm>
            <a:off x="7099735" y="2554830"/>
            <a:ext cx="337392" cy="385102"/>
            <a:chOff x="15610653" y="5745872"/>
            <a:chExt cx="741848" cy="846751"/>
          </a:xfrm>
        </p:grpSpPr>
        <p:sp>
          <p:nvSpPr>
            <p:cNvPr id="495" name="Google Shape;495;p9"/>
            <p:cNvSpPr/>
            <p:nvPr/>
          </p:nvSpPr>
          <p:spPr>
            <a:xfrm>
              <a:off x="15642069" y="5777283"/>
              <a:ext cx="678815" cy="783590"/>
            </a:xfrm>
            <a:custGeom>
              <a:rect b="b" l="l" r="r" t="t"/>
              <a:pathLst>
                <a:path extrusionOk="0" h="783590" w="678815">
                  <a:moveTo>
                    <a:pt x="339256" y="0"/>
                  </a:moveTo>
                  <a:lnTo>
                    <a:pt x="0" y="195878"/>
                  </a:lnTo>
                  <a:lnTo>
                    <a:pt x="0" y="587615"/>
                  </a:lnTo>
                  <a:lnTo>
                    <a:pt x="339256" y="783483"/>
                  </a:lnTo>
                  <a:lnTo>
                    <a:pt x="678513" y="587615"/>
                  </a:lnTo>
                  <a:lnTo>
                    <a:pt x="678513" y="195878"/>
                  </a:lnTo>
                  <a:lnTo>
                    <a:pt x="339256"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496" name="Google Shape;496;p9"/>
            <p:cNvSpPr/>
            <p:nvPr/>
          </p:nvSpPr>
          <p:spPr>
            <a:xfrm>
              <a:off x="15610653" y="5745872"/>
              <a:ext cx="741680" cy="846454"/>
            </a:xfrm>
            <a:custGeom>
              <a:rect b="b" l="l" r="r" t="t"/>
              <a:pathLst>
                <a:path extrusionOk="0" h="846454" w="741680">
                  <a:moveTo>
                    <a:pt x="370669" y="0"/>
                  </a:moveTo>
                  <a:lnTo>
                    <a:pt x="15706" y="200085"/>
                  </a:lnTo>
                  <a:lnTo>
                    <a:pt x="0" y="227288"/>
                  </a:lnTo>
                  <a:lnTo>
                    <a:pt x="0" y="619025"/>
                  </a:lnTo>
                  <a:lnTo>
                    <a:pt x="359821" y="844914"/>
                  </a:lnTo>
                  <a:lnTo>
                    <a:pt x="365245" y="846306"/>
                  </a:lnTo>
                  <a:lnTo>
                    <a:pt x="376093" y="846306"/>
                  </a:lnTo>
                  <a:lnTo>
                    <a:pt x="381517" y="844914"/>
                  </a:lnTo>
                  <a:lnTo>
                    <a:pt x="496331" y="778622"/>
                  </a:lnTo>
                  <a:lnTo>
                    <a:pt x="370669" y="778622"/>
                  </a:lnTo>
                  <a:lnTo>
                    <a:pt x="62825" y="600890"/>
                  </a:lnTo>
                  <a:lnTo>
                    <a:pt x="62825" y="245424"/>
                  </a:lnTo>
                  <a:lnTo>
                    <a:pt x="370669" y="67691"/>
                  </a:lnTo>
                  <a:lnTo>
                    <a:pt x="496317" y="67691"/>
                  </a:lnTo>
                  <a:lnTo>
                    <a:pt x="386375" y="4217"/>
                  </a:lnTo>
                  <a:lnTo>
                    <a:pt x="378734" y="1054"/>
                  </a:lnTo>
                  <a:lnTo>
                    <a:pt x="370669" y="0"/>
                  </a:lnTo>
                  <a:close/>
                </a:path>
                <a:path extrusionOk="0" h="846454" w="741680">
                  <a:moveTo>
                    <a:pt x="496317" y="67691"/>
                  </a:moveTo>
                  <a:lnTo>
                    <a:pt x="370669" y="67691"/>
                  </a:lnTo>
                  <a:lnTo>
                    <a:pt x="678513" y="245424"/>
                  </a:lnTo>
                  <a:lnTo>
                    <a:pt x="678513" y="600890"/>
                  </a:lnTo>
                  <a:lnTo>
                    <a:pt x="370669" y="778622"/>
                  </a:lnTo>
                  <a:lnTo>
                    <a:pt x="496331" y="778622"/>
                  </a:lnTo>
                  <a:lnTo>
                    <a:pt x="725632" y="646229"/>
                  </a:lnTo>
                  <a:lnTo>
                    <a:pt x="741338" y="619025"/>
                  </a:lnTo>
                  <a:lnTo>
                    <a:pt x="741338" y="227288"/>
                  </a:lnTo>
                  <a:lnTo>
                    <a:pt x="740251" y="219092"/>
                  </a:lnTo>
                  <a:lnTo>
                    <a:pt x="737129" y="211582"/>
                  </a:lnTo>
                  <a:lnTo>
                    <a:pt x="732185" y="205125"/>
                  </a:lnTo>
                  <a:lnTo>
                    <a:pt x="725632" y="200085"/>
                  </a:lnTo>
                  <a:lnTo>
                    <a:pt x="496317" y="67691"/>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497" name="Google Shape;497;p9"/>
            <p:cNvSpPr/>
            <p:nvPr/>
          </p:nvSpPr>
          <p:spPr>
            <a:xfrm>
              <a:off x="15642066" y="5973158"/>
              <a:ext cx="339725" cy="588009"/>
            </a:xfrm>
            <a:custGeom>
              <a:rect b="b" l="l" r="r" t="t"/>
              <a:pathLst>
                <a:path extrusionOk="0" h="588009" w="339725">
                  <a:moveTo>
                    <a:pt x="0" y="0"/>
                  </a:moveTo>
                  <a:lnTo>
                    <a:pt x="0" y="391736"/>
                  </a:lnTo>
                  <a:lnTo>
                    <a:pt x="339256" y="587615"/>
                  </a:lnTo>
                  <a:lnTo>
                    <a:pt x="339256" y="195868"/>
                  </a:lnTo>
                  <a:lnTo>
                    <a:pt x="0"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498" name="Google Shape;498;p9"/>
            <p:cNvSpPr/>
            <p:nvPr/>
          </p:nvSpPr>
          <p:spPr>
            <a:xfrm>
              <a:off x="15610653" y="5941748"/>
              <a:ext cx="402590" cy="650875"/>
            </a:xfrm>
            <a:custGeom>
              <a:rect b="b" l="l" r="r" t="t"/>
              <a:pathLst>
                <a:path extrusionOk="0" h="650875" w="402590">
                  <a:moveTo>
                    <a:pt x="31412" y="0"/>
                  </a:moveTo>
                  <a:lnTo>
                    <a:pt x="1087" y="23215"/>
                  </a:lnTo>
                  <a:lnTo>
                    <a:pt x="0" y="31412"/>
                  </a:lnTo>
                  <a:lnTo>
                    <a:pt x="0" y="423149"/>
                  </a:lnTo>
                  <a:lnTo>
                    <a:pt x="359821" y="649037"/>
                  </a:lnTo>
                  <a:lnTo>
                    <a:pt x="365245" y="650430"/>
                  </a:lnTo>
                  <a:lnTo>
                    <a:pt x="376093" y="650430"/>
                  </a:lnTo>
                  <a:lnTo>
                    <a:pt x="402081" y="619017"/>
                  </a:lnTo>
                  <a:lnTo>
                    <a:pt x="402081" y="564611"/>
                  </a:lnTo>
                  <a:lnTo>
                    <a:pt x="339256" y="564611"/>
                  </a:lnTo>
                  <a:lnTo>
                    <a:pt x="62825" y="405013"/>
                  </a:lnTo>
                  <a:lnTo>
                    <a:pt x="62825" y="85819"/>
                  </a:lnTo>
                  <a:lnTo>
                    <a:pt x="188472" y="85819"/>
                  </a:lnTo>
                  <a:lnTo>
                    <a:pt x="47118" y="4209"/>
                  </a:lnTo>
                  <a:lnTo>
                    <a:pt x="39477" y="1052"/>
                  </a:lnTo>
                  <a:lnTo>
                    <a:pt x="31412" y="0"/>
                  </a:lnTo>
                  <a:close/>
                </a:path>
                <a:path extrusionOk="0" h="650875" w="402590">
                  <a:moveTo>
                    <a:pt x="188472" y="85819"/>
                  </a:moveTo>
                  <a:lnTo>
                    <a:pt x="62825" y="85819"/>
                  </a:lnTo>
                  <a:lnTo>
                    <a:pt x="339256" y="245416"/>
                  </a:lnTo>
                  <a:lnTo>
                    <a:pt x="339256" y="564611"/>
                  </a:lnTo>
                  <a:lnTo>
                    <a:pt x="402081" y="564611"/>
                  </a:lnTo>
                  <a:lnTo>
                    <a:pt x="402081" y="227281"/>
                  </a:lnTo>
                  <a:lnTo>
                    <a:pt x="400994" y="219084"/>
                  </a:lnTo>
                  <a:lnTo>
                    <a:pt x="397872" y="211574"/>
                  </a:lnTo>
                  <a:lnTo>
                    <a:pt x="392929" y="205117"/>
                  </a:lnTo>
                  <a:lnTo>
                    <a:pt x="386375" y="200077"/>
                  </a:lnTo>
                  <a:lnTo>
                    <a:pt x="188472" y="85819"/>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499" name="Google Shape;499;p9"/>
            <p:cNvSpPr/>
            <p:nvPr/>
          </p:nvSpPr>
          <p:spPr>
            <a:xfrm>
              <a:off x="15981323" y="5973161"/>
              <a:ext cx="339725" cy="588009"/>
            </a:xfrm>
            <a:custGeom>
              <a:rect b="b" l="l" r="r" t="t"/>
              <a:pathLst>
                <a:path extrusionOk="0" h="588009" w="339725">
                  <a:moveTo>
                    <a:pt x="339256" y="0"/>
                  </a:moveTo>
                  <a:lnTo>
                    <a:pt x="0" y="195868"/>
                  </a:lnTo>
                  <a:lnTo>
                    <a:pt x="0" y="587605"/>
                  </a:lnTo>
                  <a:lnTo>
                    <a:pt x="339256" y="391736"/>
                  </a:lnTo>
                  <a:lnTo>
                    <a:pt x="339256" y="0"/>
                  </a:lnTo>
                  <a:close/>
                </a:path>
              </a:pathLst>
            </a:custGeom>
            <a:solidFill>
              <a:srgbClr val="F9C80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500" name="Google Shape;500;p9"/>
            <p:cNvSpPr/>
            <p:nvPr/>
          </p:nvSpPr>
          <p:spPr>
            <a:xfrm>
              <a:off x="15949911" y="5941746"/>
              <a:ext cx="402590" cy="650875"/>
            </a:xfrm>
            <a:custGeom>
              <a:rect b="b" l="l" r="r" t="t"/>
              <a:pathLst>
                <a:path extrusionOk="0" h="650875" w="402590">
                  <a:moveTo>
                    <a:pt x="370669" y="0"/>
                  </a:moveTo>
                  <a:lnTo>
                    <a:pt x="15706" y="200077"/>
                  </a:lnTo>
                  <a:lnTo>
                    <a:pt x="0" y="227281"/>
                  </a:lnTo>
                  <a:lnTo>
                    <a:pt x="0" y="619017"/>
                  </a:lnTo>
                  <a:lnTo>
                    <a:pt x="25988" y="650430"/>
                  </a:lnTo>
                  <a:lnTo>
                    <a:pt x="36836" y="650430"/>
                  </a:lnTo>
                  <a:lnTo>
                    <a:pt x="42260" y="649027"/>
                  </a:lnTo>
                  <a:lnTo>
                    <a:pt x="188474" y="564611"/>
                  </a:lnTo>
                  <a:lnTo>
                    <a:pt x="62825" y="564611"/>
                  </a:lnTo>
                  <a:lnTo>
                    <a:pt x="62825" y="245416"/>
                  </a:lnTo>
                  <a:lnTo>
                    <a:pt x="339256" y="85819"/>
                  </a:lnTo>
                  <a:lnTo>
                    <a:pt x="402081" y="85819"/>
                  </a:lnTo>
                  <a:lnTo>
                    <a:pt x="402081" y="31412"/>
                  </a:lnTo>
                  <a:lnTo>
                    <a:pt x="378734" y="1052"/>
                  </a:lnTo>
                  <a:lnTo>
                    <a:pt x="370669" y="0"/>
                  </a:lnTo>
                  <a:close/>
                </a:path>
                <a:path extrusionOk="0" h="650875" w="402590">
                  <a:moveTo>
                    <a:pt x="402081" y="85819"/>
                  </a:moveTo>
                  <a:lnTo>
                    <a:pt x="339256" y="85819"/>
                  </a:lnTo>
                  <a:lnTo>
                    <a:pt x="339256" y="405013"/>
                  </a:lnTo>
                  <a:lnTo>
                    <a:pt x="62825" y="564611"/>
                  </a:lnTo>
                  <a:lnTo>
                    <a:pt x="188474" y="564611"/>
                  </a:lnTo>
                  <a:lnTo>
                    <a:pt x="386375" y="450352"/>
                  </a:lnTo>
                  <a:lnTo>
                    <a:pt x="392929" y="445313"/>
                  </a:lnTo>
                  <a:lnTo>
                    <a:pt x="397872" y="438855"/>
                  </a:lnTo>
                  <a:lnTo>
                    <a:pt x="400994" y="431346"/>
                  </a:lnTo>
                  <a:lnTo>
                    <a:pt x="402081" y="423149"/>
                  </a:lnTo>
                  <a:lnTo>
                    <a:pt x="402081" y="85819"/>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grpSp>
      <p:grpSp>
        <p:nvGrpSpPr>
          <p:cNvPr id="501" name="Google Shape;501;p9"/>
          <p:cNvGrpSpPr/>
          <p:nvPr/>
        </p:nvGrpSpPr>
        <p:grpSpPr>
          <a:xfrm>
            <a:off x="7981860" y="1448215"/>
            <a:ext cx="645981" cy="563132"/>
            <a:chOff x="17550273" y="3312686"/>
            <a:chExt cx="1420362" cy="1238197"/>
          </a:xfrm>
        </p:grpSpPr>
        <p:sp>
          <p:nvSpPr>
            <p:cNvPr id="502" name="Google Shape;502;p9"/>
            <p:cNvSpPr/>
            <p:nvPr/>
          </p:nvSpPr>
          <p:spPr>
            <a:xfrm>
              <a:off x="18599458" y="3344103"/>
              <a:ext cx="339725" cy="588010"/>
            </a:xfrm>
            <a:custGeom>
              <a:rect b="b" l="l" r="r" t="t"/>
              <a:pathLst>
                <a:path extrusionOk="0" h="588010" w="339725">
                  <a:moveTo>
                    <a:pt x="0" y="0"/>
                  </a:moveTo>
                  <a:lnTo>
                    <a:pt x="0" y="391736"/>
                  </a:lnTo>
                  <a:lnTo>
                    <a:pt x="339267" y="587615"/>
                  </a:lnTo>
                  <a:lnTo>
                    <a:pt x="339267" y="195878"/>
                  </a:lnTo>
                  <a:lnTo>
                    <a:pt x="0"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503" name="Google Shape;503;p9"/>
            <p:cNvSpPr/>
            <p:nvPr/>
          </p:nvSpPr>
          <p:spPr>
            <a:xfrm>
              <a:off x="18568045" y="3312686"/>
              <a:ext cx="402590" cy="650875"/>
            </a:xfrm>
            <a:custGeom>
              <a:rect b="b" l="l" r="r" t="t"/>
              <a:pathLst>
                <a:path extrusionOk="0" h="650875" w="402590">
                  <a:moveTo>
                    <a:pt x="31412" y="0"/>
                  </a:moveTo>
                  <a:lnTo>
                    <a:pt x="1087" y="23220"/>
                  </a:lnTo>
                  <a:lnTo>
                    <a:pt x="0" y="31412"/>
                  </a:lnTo>
                  <a:lnTo>
                    <a:pt x="0" y="423159"/>
                  </a:lnTo>
                  <a:lnTo>
                    <a:pt x="359831" y="649037"/>
                  </a:lnTo>
                  <a:lnTo>
                    <a:pt x="365255" y="650440"/>
                  </a:lnTo>
                  <a:lnTo>
                    <a:pt x="376103" y="650440"/>
                  </a:lnTo>
                  <a:lnTo>
                    <a:pt x="402092" y="619028"/>
                  </a:lnTo>
                  <a:lnTo>
                    <a:pt x="402092" y="564621"/>
                  </a:lnTo>
                  <a:lnTo>
                    <a:pt x="339267" y="564621"/>
                  </a:lnTo>
                  <a:lnTo>
                    <a:pt x="62825" y="405024"/>
                  </a:lnTo>
                  <a:lnTo>
                    <a:pt x="62825" y="85829"/>
                  </a:lnTo>
                  <a:lnTo>
                    <a:pt x="188487" y="85829"/>
                  </a:lnTo>
                  <a:lnTo>
                    <a:pt x="47118" y="4209"/>
                  </a:lnTo>
                  <a:lnTo>
                    <a:pt x="39477" y="1052"/>
                  </a:lnTo>
                  <a:lnTo>
                    <a:pt x="31412" y="0"/>
                  </a:lnTo>
                  <a:close/>
                </a:path>
                <a:path extrusionOk="0" h="650875" w="402590">
                  <a:moveTo>
                    <a:pt x="188487" y="85829"/>
                  </a:moveTo>
                  <a:lnTo>
                    <a:pt x="62825" y="85829"/>
                  </a:lnTo>
                  <a:lnTo>
                    <a:pt x="339267" y="245427"/>
                  </a:lnTo>
                  <a:lnTo>
                    <a:pt x="339267" y="564621"/>
                  </a:lnTo>
                  <a:lnTo>
                    <a:pt x="402092" y="564621"/>
                  </a:lnTo>
                  <a:lnTo>
                    <a:pt x="402092" y="227291"/>
                  </a:lnTo>
                  <a:lnTo>
                    <a:pt x="401004" y="219094"/>
                  </a:lnTo>
                  <a:lnTo>
                    <a:pt x="397883" y="211585"/>
                  </a:lnTo>
                  <a:lnTo>
                    <a:pt x="392939" y="205127"/>
                  </a:lnTo>
                  <a:lnTo>
                    <a:pt x="386386" y="200088"/>
                  </a:lnTo>
                  <a:lnTo>
                    <a:pt x="188487" y="85829"/>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504" name="Google Shape;504;p9"/>
            <p:cNvSpPr/>
            <p:nvPr/>
          </p:nvSpPr>
          <p:spPr>
            <a:xfrm>
              <a:off x="17581688" y="3344103"/>
              <a:ext cx="1017905" cy="979804"/>
            </a:xfrm>
            <a:custGeom>
              <a:rect b="b" l="l" r="r" t="t"/>
              <a:pathLst>
                <a:path extrusionOk="0" h="979804" w="1017905">
                  <a:moveTo>
                    <a:pt x="1017770" y="0"/>
                  </a:moveTo>
                  <a:lnTo>
                    <a:pt x="0" y="587615"/>
                  </a:lnTo>
                  <a:lnTo>
                    <a:pt x="0" y="979352"/>
                  </a:lnTo>
                  <a:lnTo>
                    <a:pt x="1017770" y="391736"/>
                  </a:lnTo>
                  <a:lnTo>
                    <a:pt x="1017770"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505" name="Google Shape;505;p9"/>
            <p:cNvSpPr/>
            <p:nvPr/>
          </p:nvSpPr>
          <p:spPr>
            <a:xfrm>
              <a:off x="17550273" y="3312686"/>
              <a:ext cx="1080769" cy="1042670"/>
            </a:xfrm>
            <a:custGeom>
              <a:rect b="b" l="l" r="r" t="t"/>
              <a:pathLst>
                <a:path extrusionOk="0" h="1042670" w="1080769">
                  <a:moveTo>
                    <a:pt x="1049182" y="0"/>
                  </a:moveTo>
                  <a:lnTo>
                    <a:pt x="15706" y="591824"/>
                  </a:lnTo>
                  <a:lnTo>
                    <a:pt x="0" y="619028"/>
                  </a:lnTo>
                  <a:lnTo>
                    <a:pt x="0" y="1010775"/>
                  </a:lnTo>
                  <a:lnTo>
                    <a:pt x="25988" y="1042188"/>
                  </a:lnTo>
                  <a:lnTo>
                    <a:pt x="36836" y="1042188"/>
                  </a:lnTo>
                  <a:lnTo>
                    <a:pt x="42260" y="1040785"/>
                  </a:lnTo>
                  <a:lnTo>
                    <a:pt x="188490" y="956358"/>
                  </a:lnTo>
                  <a:lnTo>
                    <a:pt x="62825" y="956358"/>
                  </a:lnTo>
                  <a:lnTo>
                    <a:pt x="62825" y="637163"/>
                  </a:lnTo>
                  <a:lnTo>
                    <a:pt x="1017770" y="85829"/>
                  </a:lnTo>
                  <a:lnTo>
                    <a:pt x="1080595" y="85829"/>
                  </a:lnTo>
                  <a:lnTo>
                    <a:pt x="1080595" y="31412"/>
                  </a:lnTo>
                  <a:lnTo>
                    <a:pt x="1057247" y="1052"/>
                  </a:lnTo>
                  <a:lnTo>
                    <a:pt x="1049182" y="0"/>
                  </a:lnTo>
                  <a:close/>
                </a:path>
                <a:path extrusionOk="0" h="1042670" w="1080769">
                  <a:moveTo>
                    <a:pt x="1080595" y="85829"/>
                  </a:moveTo>
                  <a:lnTo>
                    <a:pt x="1017770" y="85829"/>
                  </a:lnTo>
                  <a:lnTo>
                    <a:pt x="1017770" y="405024"/>
                  </a:lnTo>
                  <a:lnTo>
                    <a:pt x="62825" y="956358"/>
                  </a:lnTo>
                  <a:lnTo>
                    <a:pt x="188490" y="956358"/>
                  </a:lnTo>
                  <a:lnTo>
                    <a:pt x="1064889" y="450363"/>
                  </a:lnTo>
                  <a:lnTo>
                    <a:pt x="1071442" y="445323"/>
                  </a:lnTo>
                  <a:lnTo>
                    <a:pt x="1076386" y="438866"/>
                  </a:lnTo>
                  <a:lnTo>
                    <a:pt x="1079507" y="431356"/>
                  </a:lnTo>
                  <a:lnTo>
                    <a:pt x="1080595" y="423159"/>
                  </a:lnTo>
                  <a:lnTo>
                    <a:pt x="1080595" y="85829"/>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506" name="Google Shape;506;p9"/>
            <p:cNvSpPr/>
            <p:nvPr/>
          </p:nvSpPr>
          <p:spPr>
            <a:xfrm>
              <a:off x="17581686" y="3735840"/>
              <a:ext cx="1357630" cy="783589"/>
            </a:xfrm>
            <a:custGeom>
              <a:rect b="b" l="l" r="r" t="t"/>
              <a:pathLst>
                <a:path extrusionOk="0" h="783589" w="1357630">
                  <a:moveTo>
                    <a:pt x="1017770" y="0"/>
                  </a:moveTo>
                  <a:lnTo>
                    <a:pt x="0" y="587615"/>
                  </a:lnTo>
                  <a:lnTo>
                    <a:pt x="339256" y="783494"/>
                  </a:lnTo>
                  <a:lnTo>
                    <a:pt x="1357037" y="195878"/>
                  </a:lnTo>
                  <a:lnTo>
                    <a:pt x="1017770" y="0"/>
                  </a:lnTo>
                  <a:close/>
                </a:path>
              </a:pathLst>
            </a:custGeom>
            <a:solidFill>
              <a:srgbClr val="901F7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507" name="Google Shape;507;p9"/>
            <p:cNvSpPr/>
            <p:nvPr/>
          </p:nvSpPr>
          <p:spPr>
            <a:xfrm>
              <a:off x="17550273" y="3704429"/>
              <a:ext cx="1419859" cy="846454"/>
            </a:xfrm>
            <a:custGeom>
              <a:rect b="b" l="l" r="r" t="t"/>
              <a:pathLst>
                <a:path extrusionOk="0" h="846454" w="1419859">
                  <a:moveTo>
                    <a:pt x="1049182" y="0"/>
                  </a:moveTo>
                  <a:lnTo>
                    <a:pt x="15706" y="591824"/>
                  </a:lnTo>
                  <a:lnTo>
                    <a:pt x="0" y="619028"/>
                  </a:lnTo>
                  <a:lnTo>
                    <a:pt x="1087" y="627225"/>
                  </a:lnTo>
                  <a:lnTo>
                    <a:pt x="359821" y="844916"/>
                  </a:lnTo>
                  <a:lnTo>
                    <a:pt x="365245" y="846319"/>
                  </a:lnTo>
                  <a:lnTo>
                    <a:pt x="376093" y="846319"/>
                  </a:lnTo>
                  <a:lnTo>
                    <a:pt x="381517" y="844916"/>
                  </a:lnTo>
                  <a:lnTo>
                    <a:pt x="496318" y="778635"/>
                  </a:lnTo>
                  <a:lnTo>
                    <a:pt x="370669" y="778635"/>
                  </a:lnTo>
                  <a:lnTo>
                    <a:pt x="94237" y="619028"/>
                  </a:lnTo>
                  <a:lnTo>
                    <a:pt x="1049182" y="67683"/>
                  </a:lnTo>
                  <a:lnTo>
                    <a:pt x="1174834" y="67683"/>
                  </a:lnTo>
                  <a:lnTo>
                    <a:pt x="1064889" y="4209"/>
                  </a:lnTo>
                  <a:lnTo>
                    <a:pt x="1057247" y="1052"/>
                  </a:lnTo>
                  <a:lnTo>
                    <a:pt x="1049182" y="0"/>
                  </a:lnTo>
                  <a:close/>
                </a:path>
                <a:path extrusionOk="0" h="846454" w="1419859">
                  <a:moveTo>
                    <a:pt x="1174834" y="67683"/>
                  </a:moveTo>
                  <a:lnTo>
                    <a:pt x="1049182" y="67683"/>
                  </a:lnTo>
                  <a:lnTo>
                    <a:pt x="1325624" y="227281"/>
                  </a:lnTo>
                  <a:lnTo>
                    <a:pt x="370669" y="778635"/>
                  </a:lnTo>
                  <a:lnTo>
                    <a:pt x="496318" y="778635"/>
                  </a:lnTo>
                  <a:lnTo>
                    <a:pt x="1404156" y="254494"/>
                  </a:lnTo>
                  <a:lnTo>
                    <a:pt x="1410709" y="249449"/>
                  </a:lnTo>
                  <a:lnTo>
                    <a:pt x="1415653" y="242988"/>
                  </a:lnTo>
                  <a:lnTo>
                    <a:pt x="1418774" y="235477"/>
                  </a:lnTo>
                  <a:lnTo>
                    <a:pt x="1419862" y="227281"/>
                  </a:lnTo>
                  <a:lnTo>
                    <a:pt x="1418774" y="219088"/>
                  </a:lnTo>
                  <a:lnTo>
                    <a:pt x="1415653" y="211578"/>
                  </a:lnTo>
                  <a:lnTo>
                    <a:pt x="1410709" y="205118"/>
                  </a:lnTo>
                  <a:lnTo>
                    <a:pt x="1404156" y="200077"/>
                  </a:lnTo>
                  <a:lnTo>
                    <a:pt x="1174834" y="67683"/>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grpSp>
      <p:sp>
        <p:nvSpPr>
          <p:cNvPr id="508" name="Google Shape;508;p9"/>
          <p:cNvSpPr txBox="1"/>
          <p:nvPr>
            <p:ph type="title"/>
          </p:nvPr>
        </p:nvSpPr>
        <p:spPr>
          <a:xfrm>
            <a:off x="446650" y="2270325"/>
            <a:ext cx="6355500" cy="443400"/>
          </a:xfrm>
          <a:prstGeom prst="rect">
            <a:avLst/>
          </a:prstGeom>
          <a:noFill/>
          <a:ln>
            <a:noFill/>
          </a:ln>
        </p:spPr>
        <p:txBody>
          <a:bodyPr anchorCtr="0" anchor="t" bIns="0" lIns="0" spcFirstLastPara="1" rIns="0" wrap="square" tIns="0">
            <a:noAutofit/>
          </a:bodyPr>
          <a:lstStyle>
            <a:lvl1pPr lvl="0" marR="0" rtl="0" algn="l">
              <a:lnSpc>
                <a:spcPct val="80000"/>
              </a:lnSpc>
              <a:spcBef>
                <a:spcPts val="0"/>
              </a:spcBef>
              <a:spcAft>
                <a:spcPts val="0"/>
              </a:spcAft>
              <a:buClr>
                <a:schemeClr val="lt1"/>
              </a:buClr>
              <a:buSzPts val="3600"/>
              <a:buFont typeface="Proxima Nova"/>
              <a:buNone/>
              <a:defRPr b="1" i="0" sz="3600" u="none" cap="none" strike="noStrike">
                <a:solidFill>
                  <a:schemeClr val="lt1"/>
                </a:solidFill>
                <a:latin typeface="Proxima Nova"/>
                <a:ea typeface="Proxima Nova"/>
                <a:cs typeface="Proxima Nova"/>
                <a:sym typeface="Proxima Nova"/>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509" name="Google Shape;509;p9"/>
          <p:cNvSpPr txBox="1"/>
          <p:nvPr>
            <p:ph idx="1" type="subTitle"/>
          </p:nvPr>
        </p:nvSpPr>
        <p:spPr>
          <a:xfrm>
            <a:off x="446650" y="2754300"/>
            <a:ext cx="6355500" cy="295500"/>
          </a:xfrm>
          <a:prstGeom prst="rect">
            <a:avLst/>
          </a:prstGeom>
          <a:noFill/>
          <a:ln>
            <a:noFill/>
          </a:ln>
        </p:spPr>
        <p:txBody>
          <a:bodyPr anchorCtr="0" anchor="t" bIns="0" lIns="0" spcFirstLastPara="1" rIns="0" wrap="square" tIns="0">
            <a:noAutofit/>
          </a:bodyPr>
          <a:lstStyle>
            <a:lvl1pPr lvl="0" marR="0" rtl="0" algn="l">
              <a:lnSpc>
                <a:spcPct val="80000"/>
              </a:lnSpc>
              <a:spcBef>
                <a:spcPts val="0"/>
              </a:spcBef>
              <a:spcAft>
                <a:spcPts val="0"/>
              </a:spcAft>
              <a:buClr>
                <a:srgbClr val="CCCCCC"/>
              </a:buClr>
              <a:buSzPts val="2400"/>
              <a:buFont typeface="Proxima Nova"/>
              <a:buNone/>
              <a:defRPr b="0" i="0" sz="2400" u="none" cap="none" strike="noStrike">
                <a:solidFill>
                  <a:srgbClr val="CCCCCC"/>
                </a:solidFill>
                <a:latin typeface="Proxima Nova"/>
                <a:ea typeface="Proxima Nova"/>
                <a:cs typeface="Proxima Nova"/>
                <a:sym typeface="Proxima Nova"/>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pic>
        <p:nvPicPr>
          <p:cNvPr id="510" name="Google Shape;510;p9"/>
          <p:cNvPicPr preferRelativeResize="0"/>
          <p:nvPr/>
        </p:nvPicPr>
        <p:blipFill rotWithShape="1">
          <a:blip r:embed="rId2">
            <a:alphaModFix/>
          </a:blip>
          <a:srcRect b="0" l="0" r="0" t="0"/>
          <a:stretch/>
        </p:blipFill>
        <p:spPr>
          <a:xfrm>
            <a:off x="446584" y="296474"/>
            <a:ext cx="447435" cy="586800"/>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 Red Background">
  <p:cSld name="Section 2">
    <p:bg>
      <p:bgPr>
        <a:solidFill>
          <a:schemeClr val="accent2"/>
        </a:solidFill>
      </p:bgPr>
    </p:bg>
    <p:spTree>
      <p:nvGrpSpPr>
        <p:cNvPr id="511" name="Shape 511"/>
        <p:cNvGrpSpPr/>
        <p:nvPr/>
      </p:nvGrpSpPr>
      <p:grpSpPr>
        <a:xfrm>
          <a:off x="0" y="0"/>
          <a:ext cx="0" cy="0"/>
          <a:chOff x="0" y="0"/>
          <a:chExt cx="0" cy="0"/>
        </a:xfrm>
      </p:grpSpPr>
      <p:grpSp>
        <p:nvGrpSpPr>
          <p:cNvPr id="512" name="Google Shape;512;p10"/>
          <p:cNvGrpSpPr/>
          <p:nvPr/>
        </p:nvGrpSpPr>
        <p:grpSpPr>
          <a:xfrm>
            <a:off x="8066150" y="798266"/>
            <a:ext cx="337394" cy="741274"/>
            <a:chOff x="17255294" y="2823006"/>
            <a:chExt cx="741851" cy="1629891"/>
          </a:xfrm>
        </p:grpSpPr>
        <p:sp>
          <p:nvSpPr>
            <p:cNvPr id="513" name="Google Shape;513;p10"/>
            <p:cNvSpPr/>
            <p:nvPr/>
          </p:nvSpPr>
          <p:spPr>
            <a:xfrm>
              <a:off x="17286708" y="4029654"/>
              <a:ext cx="678815" cy="391795"/>
            </a:xfrm>
            <a:custGeom>
              <a:rect b="b" l="l" r="r" t="t"/>
              <a:pathLst>
                <a:path extrusionOk="0" h="391795" w="678815">
                  <a:moveTo>
                    <a:pt x="339256" y="0"/>
                  </a:moveTo>
                  <a:lnTo>
                    <a:pt x="0" y="195868"/>
                  </a:lnTo>
                  <a:lnTo>
                    <a:pt x="339256" y="391736"/>
                  </a:lnTo>
                  <a:lnTo>
                    <a:pt x="678513" y="195868"/>
                  </a:lnTo>
                  <a:lnTo>
                    <a:pt x="339256"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514" name="Google Shape;514;p10"/>
            <p:cNvSpPr/>
            <p:nvPr/>
          </p:nvSpPr>
          <p:spPr>
            <a:xfrm>
              <a:off x="17255294" y="3998237"/>
              <a:ext cx="741680" cy="454660"/>
            </a:xfrm>
            <a:custGeom>
              <a:rect b="b" l="l" r="r" t="t"/>
              <a:pathLst>
                <a:path extrusionOk="0" h="454660" w="741680">
                  <a:moveTo>
                    <a:pt x="370669" y="0"/>
                  </a:moveTo>
                  <a:lnTo>
                    <a:pt x="15706" y="200077"/>
                  </a:lnTo>
                  <a:lnTo>
                    <a:pt x="0" y="227281"/>
                  </a:lnTo>
                  <a:lnTo>
                    <a:pt x="1087" y="235477"/>
                  </a:lnTo>
                  <a:lnTo>
                    <a:pt x="359821" y="453169"/>
                  </a:lnTo>
                  <a:lnTo>
                    <a:pt x="365245" y="454572"/>
                  </a:lnTo>
                  <a:lnTo>
                    <a:pt x="376093" y="454572"/>
                  </a:lnTo>
                  <a:lnTo>
                    <a:pt x="381527" y="453169"/>
                  </a:lnTo>
                  <a:lnTo>
                    <a:pt x="496338" y="386878"/>
                  </a:lnTo>
                  <a:lnTo>
                    <a:pt x="370669" y="386878"/>
                  </a:lnTo>
                  <a:lnTo>
                    <a:pt x="94237" y="227281"/>
                  </a:lnTo>
                  <a:lnTo>
                    <a:pt x="370669" y="67683"/>
                  </a:lnTo>
                  <a:lnTo>
                    <a:pt x="496317" y="67683"/>
                  </a:lnTo>
                  <a:lnTo>
                    <a:pt x="386375" y="4209"/>
                  </a:lnTo>
                  <a:lnTo>
                    <a:pt x="378734" y="1052"/>
                  </a:lnTo>
                  <a:lnTo>
                    <a:pt x="370669" y="0"/>
                  </a:lnTo>
                  <a:close/>
                </a:path>
                <a:path extrusionOk="0" h="454660" w="741680">
                  <a:moveTo>
                    <a:pt x="496317" y="67683"/>
                  </a:moveTo>
                  <a:lnTo>
                    <a:pt x="370669" y="67683"/>
                  </a:lnTo>
                  <a:lnTo>
                    <a:pt x="647100" y="227281"/>
                  </a:lnTo>
                  <a:lnTo>
                    <a:pt x="370669" y="386878"/>
                  </a:lnTo>
                  <a:lnTo>
                    <a:pt x="496338" y="386878"/>
                  </a:lnTo>
                  <a:lnTo>
                    <a:pt x="725632" y="254484"/>
                  </a:lnTo>
                  <a:lnTo>
                    <a:pt x="741338" y="227281"/>
                  </a:lnTo>
                  <a:lnTo>
                    <a:pt x="740252" y="219084"/>
                  </a:lnTo>
                  <a:lnTo>
                    <a:pt x="737133" y="211574"/>
                  </a:lnTo>
                  <a:lnTo>
                    <a:pt x="732190" y="205117"/>
                  </a:lnTo>
                  <a:lnTo>
                    <a:pt x="725632" y="200077"/>
                  </a:lnTo>
                  <a:lnTo>
                    <a:pt x="496317" y="67683"/>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515" name="Google Shape;515;p10"/>
            <p:cNvSpPr/>
            <p:nvPr/>
          </p:nvSpPr>
          <p:spPr>
            <a:xfrm>
              <a:off x="17286706" y="2854430"/>
              <a:ext cx="339725" cy="1371600"/>
            </a:xfrm>
            <a:custGeom>
              <a:rect b="b" l="l" r="r" t="t"/>
              <a:pathLst>
                <a:path extrusionOk="0" h="1371600" w="339725">
                  <a:moveTo>
                    <a:pt x="339256" y="0"/>
                  </a:moveTo>
                  <a:lnTo>
                    <a:pt x="0" y="195868"/>
                  </a:lnTo>
                  <a:lnTo>
                    <a:pt x="0" y="1371089"/>
                  </a:lnTo>
                  <a:lnTo>
                    <a:pt x="339256" y="1175220"/>
                  </a:lnTo>
                  <a:lnTo>
                    <a:pt x="339256"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516" name="Google Shape;516;p10"/>
            <p:cNvSpPr/>
            <p:nvPr/>
          </p:nvSpPr>
          <p:spPr>
            <a:xfrm>
              <a:off x="17255294" y="2823007"/>
              <a:ext cx="402590" cy="1434464"/>
            </a:xfrm>
            <a:custGeom>
              <a:rect b="b" l="l" r="r" t="t"/>
              <a:pathLst>
                <a:path extrusionOk="0" h="1434464" w="402590">
                  <a:moveTo>
                    <a:pt x="370669" y="0"/>
                  </a:moveTo>
                  <a:lnTo>
                    <a:pt x="15706" y="200088"/>
                  </a:lnTo>
                  <a:lnTo>
                    <a:pt x="0" y="227291"/>
                  </a:lnTo>
                  <a:lnTo>
                    <a:pt x="0" y="1402512"/>
                  </a:lnTo>
                  <a:lnTo>
                    <a:pt x="25988" y="1433924"/>
                  </a:lnTo>
                  <a:lnTo>
                    <a:pt x="36836" y="1433924"/>
                  </a:lnTo>
                  <a:lnTo>
                    <a:pt x="42260" y="1432521"/>
                  </a:lnTo>
                  <a:lnTo>
                    <a:pt x="188474" y="1348105"/>
                  </a:lnTo>
                  <a:lnTo>
                    <a:pt x="62825" y="1348105"/>
                  </a:lnTo>
                  <a:lnTo>
                    <a:pt x="62825" y="245427"/>
                  </a:lnTo>
                  <a:lnTo>
                    <a:pt x="339256" y="85829"/>
                  </a:lnTo>
                  <a:lnTo>
                    <a:pt x="402081" y="85829"/>
                  </a:lnTo>
                  <a:lnTo>
                    <a:pt x="402081" y="31423"/>
                  </a:lnTo>
                  <a:lnTo>
                    <a:pt x="378734" y="1052"/>
                  </a:lnTo>
                  <a:lnTo>
                    <a:pt x="370669" y="0"/>
                  </a:lnTo>
                  <a:close/>
                </a:path>
                <a:path extrusionOk="0" h="1434464" w="402590">
                  <a:moveTo>
                    <a:pt x="402081" y="85829"/>
                  </a:moveTo>
                  <a:lnTo>
                    <a:pt x="339256" y="85829"/>
                  </a:lnTo>
                  <a:lnTo>
                    <a:pt x="339256" y="1188508"/>
                  </a:lnTo>
                  <a:lnTo>
                    <a:pt x="62825" y="1348105"/>
                  </a:lnTo>
                  <a:lnTo>
                    <a:pt x="188474" y="1348105"/>
                  </a:lnTo>
                  <a:lnTo>
                    <a:pt x="386375" y="1233847"/>
                  </a:lnTo>
                  <a:lnTo>
                    <a:pt x="392933" y="1228807"/>
                  </a:lnTo>
                  <a:lnTo>
                    <a:pt x="397876" y="1222350"/>
                  </a:lnTo>
                  <a:lnTo>
                    <a:pt x="400995" y="1214840"/>
                  </a:lnTo>
                  <a:lnTo>
                    <a:pt x="402081" y="1206643"/>
                  </a:lnTo>
                  <a:lnTo>
                    <a:pt x="402081" y="85829"/>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517" name="Google Shape;517;p10"/>
            <p:cNvSpPr/>
            <p:nvPr/>
          </p:nvSpPr>
          <p:spPr>
            <a:xfrm>
              <a:off x="17625964" y="2854427"/>
              <a:ext cx="339725" cy="1371600"/>
            </a:xfrm>
            <a:custGeom>
              <a:rect b="b" l="l" r="r" t="t"/>
              <a:pathLst>
                <a:path extrusionOk="0" h="1371600" w="339725">
                  <a:moveTo>
                    <a:pt x="0" y="0"/>
                  </a:moveTo>
                  <a:lnTo>
                    <a:pt x="0" y="1175220"/>
                  </a:lnTo>
                  <a:lnTo>
                    <a:pt x="339256" y="1371089"/>
                  </a:lnTo>
                  <a:lnTo>
                    <a:pt x="339256" y="195868"/>
                  </a:lnTo>
                  <a:lnTo>
                    <a:pt x="0" y="0"/>
                  </a:lnTo>
                  <a:close/>
                </a:path>
              </a:pathLst>
            </a:custGeom>
            <a:solidFill>
              <a:srgbClr val="00852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518" name="Google Shape;518;p10"/>
            <p:cNvSpPr/>
            <p:nvPr/>
          </p:nvSpPr>
          <p:spPr>
            <a:xfrm>
              <a:off x="17594555" y="2823006"/>
              <a:ext cx="402590" cy="1434464"/>
            </a:xfrm>
            <a:custGeom>
              <a:rect b="b" l="l" r="r" t="t"/>
              <a:pathLst>
                <a:path extrusionOk="0" h="1434464" w="402590">
                  <a:moveTo>
                    <a:pt x="31408" y="0"/>
                  </a:moveTo>
                  <a:lnTo>
                    <a:pt x="1087" y="23226"/>
                  </a:lnTo>
                  <a:lnTo>
                    <a:pt x="0" y="31423"/>
                  </a:lnTo>
                  <a:lnTo>
                    <a:pt x="0" y="1206643"/>
                  </a:lnTo>
                  <a:lnTo>
                    <a:pt x="359821" y="1432521"/>
                  </a:lnTo>
                  <a:lnTo>
                    <a:pt x="365245" y="1433924"/>
                  </a:lnTo>
                  <a:lnTo>
                    <a:pt x="376093" y="1433924"/>
                  </a:lnTo>
                  <a:lnTo>
                    <a:pt x="402081" y="1402512"/>
                  </a:lnTo>
                  <a:lnTo>
                    <a:pt x="402081" y="1348105"/>
                  </a:lnTo>
                  <a:lnTo>
                    <a:pt x="339256" y="1348105"/>
                  </a:lnTo>
                  <a:lnTo>
                    <a:pt x="62825" y="1188508"/>
                  </a:lnTo>
                  <a:lnTo>
                    <a:pt x="62825" y="85829"/>
                  </a:lnTo>
                  <a:lnTo>
                    <a:pt x="188483" y="85829"/>
                  </a:lnTo>
                  <a:lnTo>
                    <a:pt x="47118" y="4209"/>
                  </a:lnTo>
                  <a:lnTo>
                    <a:pt x="39473" y="1052"/>
                  </a:lnTo>
                  <a:lnTo>
                    <a:pt x="31408" y="0"/>
                  </a:lnTo>
                  <a:close/>
                </a:path>
                <a:path extrusionOk="0" h="1434464" w="402590">
                  <a:moveTo>
                    <a:pt x="188483" y="85829"/>
                  </a:moveTo>
                  <a:lnTo>
                    <a:pt x="62825" y="85829"/>
                  </a:lnTo>
                  <a:lnTo>
                    <a:pt x="339256" y="245427"/>
                  </a:lnTo>
                  <a:lnTo>
                    <a:pt x="339256" y="1348105"/>
                  </a:lnTo>
                  <a:lnTo>
                    <a:pt x="402081" y="1348105"/>
                  </a:lnTo>
                  <a:lnTo>
                    <a:pt x="402081" y="227291"/>
                  </a:lnTo>
                  <a:lnTo>
                    <a:pt x="400994" y="219094"/>
                  </a:lnTo>
                  <a:lnTo>
                    <a:pt x="397872" y="211585"/>
                  </a:lnTo>
                  <a:lnTo>
                    <a:pt x="392929" y="205127"/>
                  </a:lnTo>
                  <a:lnTo>
                    <a:pt x="386375" y="200088"/>
                  </a:lnTo>
                  <a:lnTo>
                    <a:pt x="188483" y="85829"/>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grpSp>
      <p:grpSp>
        <p:nvGrpSpPr>
          <p:cNvPr id="519" name="Google Shape;519;p10"/>
          <p:cNvGrpSpPr/>
          <p:nvPr/>
        </p:nvGrpSpPr>
        <p:grpSpPr>
          <a:xfrm>
            <a:off x="6878165" y="3781946"/>
            <a:ext cx="645978" cy="563285"/>
            <a:chOff x="15986822" y="8880564"/>
            <a:chExt cx="1420357" cy="1238534"/>
          </a:xfrm>
        </p:grpSpPr>
        <p:sp>
          <p:nvSpPr>
            <p:cNvPr id="520" name="Google Shape;520;p10"/>
            <p:cNvSpPr/>
            <p:nvPr/>
          </p:nvSpPr>
          <p:spPr>
            <a:xfrm>
              <a:off x="17035995" y="9499586"/>
              <a:ext cx="339725" cy="588009"/>
            </a:xfrm>
            <a:custGeom>
              <a:rect b="b" l="l" r="r" t="t"/>
              <a:pathLst>
                <a:path extrusionOk="0" h="588009" w="339725">
                  <a:moveTo>
                    <a:pt x="339267" y="0"/>
                  </a:moveTo>
                  <a:lnTo>
                    <a:pt x="0" y="195868"/>
                  </a:lnTo>
                  <a:lnTo>
                    <a:pt x="0" y="587615"/>
                  </a:lnTo>
                  <a:lnTo>
                    <a:pt x="339267" y="391736"/>
                  </a:lnTo>
                  <a:lnTo>
                    <a:pt x="339267"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521" name="Google Shape;521;p10"/>
            <p:cNvSpPr/>
            <p:nvPr/>
          </p:nvSpPr>
          <p:spPr>
            <a:xfrm>
              <a:off x="17004589" y="9468170"/>
              <a:ext cx="402590" cy="650875"/>
            </a:xfrm>
            <a:custGeom>
              <a:rect b="b" l="l" r="r" t="t"/>
              <a:pathLst>
                <a:path extrusionOk="0" h="650875" w="402590">
                  <a:moveTo>
                    <a:pt x="370669" y="0"/>
                  </a:moveTo>
                  <a:lnTo>
                    <a:pt x="15706" y="200077"/>
                  </a:lnTo>
                  <a:lnTo>
                    <a:pt x="0" y="227281"/>
                  </a:lnTo>
                  <a:lnTo>
                    <a:pt x="0" y="619028"/>
                  </a:lnTo>
                  <a:lnTo>
                    <a:pt x="25988" y="650440"/>
                  </a:lnTo>
                  <a:lnTo>
                    <a:pt x="36836" y="650440"/>
                  </a:lnTo>
                  <a:lnTo>
                    <a:pt x="42260" y="649037"/>
                  </a:lnTo>
                  <a:lnTo>
                    <a:pt x="188474" y="564621"/>
                  </a:lnTo>
                  <a:lnTo>
                    <a:pt x="62825" y="564621"/>
                  </a:lnTo>
                  <a:lnTo>
                    <a:pt x="62825" y="245416"/>
                  </a:lnTo>
                  <a:lnTo>
                    <a:pt x="339256" y="85819"/>
                  </a:lnTo>
                  <a:lnTo>
                    <a:pt x="402081" y="85819"/>
                  </a:lnTo>
                  <a:lnTo>
                    <a:pt x="402081" y="31423"/>
                  </a:lnTo>
                  <a:lnTo>
                    <a:pt x="378734" y="1052"/>
                  </a:lnTo>
                  <a:lnTo>
                    <a:pt x="370669" y="0"/>
                  </a:lnTo>
                  <a:close/>
                </a:path>
                <a:path extrusionOk="0" h="650875" w="402590">
                  <a:moveTo>
                    <a:pt x="402081" y="85819"/>
                  </a:moveTo>
                  <a:lnTo>
                    <a:pt x="339256" y="85819"/>
                  </a:lnTo>
                  <a:lnTo>
                    <a:pt x="339256" y="405024"/>
                  </a:lnTo>
                  <a:lnTo>
                    <a:pt x="62825" y="564621"/>
                  </a:lnTo>
                  <a:lnTo>
                    <a:pt x="188474" y="564621"/>
                  </a:lnTo>
                  <a:lnTo>
                    <a:pt x="386375" y="450363"/>
                  </a:lnTo>
                  <a:lnTo>
                    <a:pt x="392933" y="445322"/>
                  </a:lnTo>
                  <a:lnTo>
                    <a:pt x="397876" y="438862"/>
                  </a:lnTo>
                  <a:lnTo>
                    <a:pt x="400995" y="431352"/>
                  </a:lnTo>
                  <a:lnTo>
                    <a:pt x="402081" y="423159"/>
                  </a:lnTo>
                  <a:lnTo>
                    <a:pt x="402081" y="85819"/>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522" name="Google Shape;522;p10"/>
            <p:cNvSpPr/>
            <p:nvPr/>
          </p:nvSpPr>
          <p:spPr>
            <a:xfrm>
              <a:off x="16018234" y="8911975"/>
              <a:ext cx="1357630" cy="783590"/>
            </a:xfrm>
            <a:custGeom>
              <a:rect b="b" l="l" r="r" t="t"/>
              <a:pathLst>
                <a:path extrusionOk="0" h="783590" w="1357630">
                  <a:moveTo>
                    <a:pt x="339256" y="0"/>
                  </a:moveTo>
                  <a:lnTo>
                    <a:pt x="0" y="195868"/>
                  </a:lnTo>
                  <a:lnTo>
                    <a:pt x="1017770" y="783473"/>
                  </a:lnTo>
                  <a:lnTo>
                    <a:pt x="1357026" y="587615"/>
                  </a:lnTo>
                  <a:lnTo>
                    <a:pt x="339256" y="0"/>
                  </a:lnTo>
                  <a:close/>
                </a:path>
              </a:pathLst>
            </a:custGeom>
            <a:solidFill>
              <a:srgbClr val="901F7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523" name="Google Shape;523;p10"/>
            <p:cNvSpPr/>
            <p:nvPr/>
          </p:nvSpPr>
          <p:spPr>
            <a:xfrm>
              <a:off x="15986822" y="8880564"/>
              <a:ext cx="1419859" cy="846454"/>
            </a:xfrm>
            <a:custGeom>
              <a:rect b="b" l="l" r="r" t="t"/>
              <a:pathLst>
                <a:path extrusionOk="0" h="846454" w="1419859">
                  <a:moveTo>
                    <a:pt x="370669" y="0"/>
                  </a:moveTo>
                  <a:lnTo>
                    <a:pt x="15706" y="200077"/>
                  </a:lnTo>
                  <a:lnTo>
                    <a:pt x="0" y="227281"/>
                  </a:lnTo>
                  <a:lnTo>
                    <a:pt x="1087" y="235477"/>
                  </a:lnTo>
                  <a:lnTo>
                    <a:pt x="1038334" y="844895"/>
                  </a:lnTo>
                  <a:lnTo>
                    <a:pt x="1043758" y="846298"/>
                  </a:lnTo>
                  <a:lnTo>
                    <a:pt x="1054606" y="846298"/>
                  </a:lnTo>
                  <a:lnTo>
                    <a:pt x="1060030" y="844895"/>
                  </a:lnTo>
                  <a:lnTo>
                    <a:pt x="1174838" y="778615"/>
                  </a:lnTo>
                  <a:lnTo>
                    <a:pt x="1049182" y="778615"/>
                  </a:lnTo>
                  <a:lnTo>
                    <a:pt x="94237" y="227281"/>
                  </a:lnTo>
                  <a:lnTo>
                    <a:pt x="370669" y="67683"/>
                  </a:lnTo>
                  <a:lnTo>
                    <a:pt x="496317" y="67683"/>
                  </a:lnTo>
                  <a:lnTo>
                    <a:pt x="386375" y="4209"/>
                  </a:lnTo>
                  <a:lnTo>
                    <a:pt x="378734" y="1052"/>
                  </a:lnTo>
                  <a:lnTo>
                    <a:pt x="370669" y="0"/>
                  </a:lnTo>
                  <a:close/>
                </a:path>
                <a:path extrusionOk="0" h="846454" w="1419859">
                  <a:moveTo>
                    <a:pt x="496317" y="67683"/>
                  </a:moveTo>
                  <a:lnTo>
                    <a:pt x="370669" y="67683"/>
                  </a:lnTo>
                  <a:lnTo>
                    <a:pt x="1325614" y="619028"/>
                  </a:lnTo>
                  <a:lnTo>
                    <a:pt x="1049182" y="778615"/>
                  </a:lnTo>
                  <a:lnTo>
                    <a:pt x="1174838" y="778615"/>
                  </a:lnTo>
                  <a:lnTo>
                    <a:pt x="1404145" y="646231"/>
                  </a:lnTo>
                  <a:lnTo>
                    <a:pt x="1410699" y="641190"/>
                  </a:lnTo>
                  <a:lnTo>
                    <a:pt x="1415642" y="634730"/>
                  </a:lnTo>
                  <a:lnTo>
                    <a:pt x="1418764" y="627220"/>
                  </a:lnTo>
                  <a:lnTo>
                    <a:pt x="1419852" y="619028"/>
                  </a:lnTo>
                  <a:lnTo>
                    <a:pt x="1418764" y="610831"/>
                  </a:lnTo>
                  <a:lnTo>
                    <a:pt x="1415642" y="603320"/>
                  </a:lnTo>
                  <a:lnTo>
                    <a:pt x="1410699" y="596860"/>
                  </a:lnTo>
                  <a:lnTo>
                    <a:pt x="1404145" y="591814"/>
                  </a:lnTo>
                  <a:lnTo>
                    <a:pt x="496317" y="67683"/>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524" name="Google Shape;524;p10"/>
            <p:cNvSpPr/>
            <p:nvPr/>
          </p:nvSpPr>
          <p:spPr>
            <a:xfrm>
              <a:off x="16018234" y="9107845"/>
              <a:ext cx="1017905" cy="979804"/>
            </a:xfrm>
            <a:custGeom>
              <a:rect b="b" l="l" r="r" t="t"/>
              <a:pathLst>
                <a:path extrusionOk="0" h="979804" w="1017905">
                  <a:moveTo>
                    <a:pt x="0" y="0"/>
                  </a:moveTo>
                  <a:lnTo>
                    <a:pt x="0" y="391747"/>
                  </a:lnTo>
                  <a:lnTo>
                    <a:pt x="1017770" y="979352"/>
                  </a:lnTo>
                  <a:lnTo>
                    <a:pt x="1017770" y="587605"/>
                  </a:lnTo>
                  <a:lnTo>
                    <a:pt x="0"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525" name="Google Shape;525;p10"/>
            <p:cNvSpPr/>
            <p:nvPr/>
          </p:nvSpPr>
          <p:spPr>
            <a:xfrm>
              <a:off x="15986822" y="9076428"/>
              <a:ext cx="1080769" cy="1042670"/>
            </a:xfrm>
            <a:custGeom>
              <a:rect b="b" l="l" r="r" t="t"/>
              <a:pathLst>
                <a:path extrusionOk="0" h="1042670" w="1080769">
                  <a:moveTo>
                    <a:pt x="31412" y="0"/>
                  </a:moveTo>
                  <a:lnTo>
                    <a:pt x="1087" y="23220"/>
                  </a:lnTo>
                  <a:lnTo>
                    <a:pt x="0" y="31412"/>
                  </a:lnTo>
                  <a:lnTo>
                    <a:pt x="0" y="423159"/>
                  </a:lnTo>
                  <a:lnTo>
                    <a:pt x="1038334" y="1040785"/>
                  </a:lnTo>
                  <a:lnTo>
                    <a:pt x="1043758" y="1042188"/>
                  </a:lnTo>
                  <a:lnTo>
                    <a:pt x="1054606" y="1042188"/>
                  </a:lnTo>
                  <a:lnTo>
                    <a:pt x="1080595" y="1010775"/>
                  </a:lnTo>
                  <a:lnTo>
                    <a:pt x="1080595" y="956358"/>
                  </a:lnTo>
                  <a:lnTo>
                    <a:pt x="1017770" y="956358"/>
                  </a:lnTo>
                  <a:lnTo>
                    <a:pt x="62825" y="405024"/>
                  </a:lnTo>
                  <a:lnTo>
                    <a:pt x="62825" y="85829"/>
                  </a:lnTo>
                  <a:lnTo>
                    <a:pt x="188491" y="85829"/>
                  </a:lnTo>
                  <a:lnTo>
                    <a:pt x="47118" y="4209"/>
                  </a:lnTo>
                  <a:lnTo>
                    <a:pt x="39477" y="1052"/>
                  </a:lnTo>
                  <a:lnTo>
                    <a:pt x="31412" y="0"/>
                  </a:lnTo>
                  <a:close/>
                </a:path>
                <a:path extrusionOk="0" h="1042670" w="1080769">
                  <a:moveTo>
                    <a:pt x="188491" y="85829"/>
                  </a:moveTo>
                  <a:lnTo>
                    <a:pt x="62825" y="85829"/>
                  </a:lnTo>
                  <a:lnTo>
                    <a:pt x="1017770" y="637153"/>
                  </a:lnTo>
                  <a:lnTo>
                    <a:pt x="1017770" y="956358"/>
                  </a:lnTo>
                  <a:lnTo>
                    <a:pt x="1080595" y="956358"/>
                  </a:lnTo>
                  <a:lnTo>
                    <a:pt x="1080595" y="619017"/>
                  </a:lnTo>
                  <a:lnTo>
                    <a:pt x="1079507" y="610825"/>
                  </a:lnTo>
                  <a:lnTo>
                    <a:pt x="1076386" y="603315"/>
                  </a:lnTo>
                  <a:lnTo>
                    <a:pt x="1071442" y="596855"/>
                  </a:lnTo>
                  <a:lnTo>
                    <a:pt x="1064889" y="591814"/>
                  </a:lnTo>
                  <a:lnTo>
                    <a:pt x="188491" y="85829"/>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grpSp>
      <p:grpSp>
        <p:nvGrpSpPr>
          <p:cNvPr id="526" name="Google Shape;526;p10"/>
          <p:cNvGrpSpPr/>
          <p:nvPr/>
        </p:nvGrpSpPr>
        <p:grpSpPr>
          <a:xfrm>
            <a:off x="7105821" y="2145411"/>
            <a:ext cx="645830" cy="563292"/>
            <a:chOff x="14523316" y="5688765"/>
            <a:chExt cx="1420030" cy="1238549"/>
          </a:xfrm>
        </p:grpSpPr>
        <p:sp>
          <p:nvSpPr>
            <p:cNvPr id="527" name="Google Shape;527;p10"/>
            <p:cNvSpPr/>
            <p:nvPr/>
          </p:nvSpPr>
          <p:spPr>
            <a:xfrm>
              <a:off x="14554731" y="5720183"/>
              <a:ext cx="1357630" cy="783590"/>
            </a:xfrm>
            <a:custGeom>
              <a:rect b="b" l="l" r="r" t="t"/>
              <a:pathLst>
                <a:path extrusionOk="0" h="783590" w="1357630">
                  <a:moveTo>
                    <a:pt x="1017770" y="0"/>
                  </a:moveTo>
                  <a:lnTo>
                    <a:pt x="0" y="587605"/>
                  </a:lnTo>
                  <a:lnTo>
                    <a:pt x="339256" y="783483"/>
                  </a:lnTo>
                  <a:lnTo>
                    <a:pt x="1357026" y="195868"/>
                  </a:lnTo>
                  <a:lnTo>
                    <a:pt x="1017770" y="0"/>
                  </a:lnTo>
                  <a:close/>
                </a:path>
              </a:pathLst>
            </a:custGeom>
            <a:solidFill>
              <a:srgbClr val="1D59A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528" name="Google Shape;528;p10"/>
            <p:cNvSpPr/>
            <p:nvPr/>
          </p:nvSpPr>
          <p:spPr>
            <a:xfrm>
              <a:off x="14523316" y="5688765"/>
              <a:ext cx="1419859" cy="846454"/>
            </a:xfrm>
            <a:custGeom>
              <a:rect b="b" l="l" r="r" t="t"/>
              <a:pathLst>
                <a:path extrusionOk="0" h="846454" w="1419859">
                  <a:moveTo>
                    <a:pt x="1049178" y="0"/>
                  </a:moveTo>
                  <a:lnTo>
                    <a:pt x="15706" y="591824"/>
                  </a:lnTo>
                  <a:lnTo>
                    <a:pt x="0" y="619028"/>
                  </a:lnTo>
                  <a:lnTo>
                    <a:pt x="1087" y="627225"/>
                  </a:lnTo>
                  <a:lnTo>
                    <a:pt x="359831" y="844906"/>
                  </a:lnTo>
                  <a:lnTo>
                    <a:pt x="365245" y="846309"/>
                  </a:lnTo>
                  <a:lnTo>
                    <a:pt x="376093" y="846309"/>
                  </a:lnTo>
                  <a:lnTo>
                    <a:pt x="381527" y="844906"/>
                  </a:lnTo>
                  <a:lnTo>
                    <a:pt x="496328" y="778625"/>
                  </a:lnTo>
                  <a:lnTo>
                    <a:pt x="370669" y="778625"/>
                  </a:lnTo>
                  <a:lnTo>
                    <a:pt x="94237" y="619028"/>
                  </a:lnTo>
                  <a:lnTo>
                    <a:pt x="1049182" y="67694"/>
                  </a:lnTo>
                  <a:lnTo>
                    <a:pt x="1174843" y="67694"/>
                  </a:lnTo>
                  <a:lnTo>
                    <a:pt x="1064889" y="4209"/>
                  </a:lnTo>
                  <a:lnTo>
                    <a:pt x="1057243" y="1052"/>
                  </a:lnTo>
                  <a:lnTo>
                    <a:pt x="1049178" y="0"/>
                  </a:lnTo>
                  <a:close/>
                </a:path>
                <a:path extrusionOk="0" h="846454" w="1419859">
                  <a:moveTo>
                    <a:pt x="1174843" y="67694"/>
                  </a:moveTo>
                  <a:lnTo>
                    <a:pt x="1049182" y="67694"/>
                  </a:lnTo>
                  <a:lnTo>
                    <a:pt x="1325614" y="227291"/>
                  </a:lnTo>
                  <a:lnTo>
                    <a:pt x="370669" y="778625"/>
                  </a:lnTo>
                  <a:lnTo>
                    <a:pt x="496328" y="778625"/>
                  </a:lnTo>
                  <a:lnTo>
                    <a:pt x="1404145" y="254494"/>
                  </a:lnTo>
                  <a:lnTo>
                    <a:pt x="1410699" y="249455"/>
                  </a:lnTo>
                  <a:lnTo>
                    <a:pt x="1415642" y="242997"/>
                  </a:lnTo>
                  <a:lnTo>
                    <a:pt x="1418764" y="235488"/>
                  </a:lnTo>
                  <a:lnTo>
                    <a:pt x="1419852" y="227291"/>
                  </a:lnTo>
                  <a:lnTo>
                    <a:pt x="1418764" y="219094"/>
                  </a:lnTo>
                  <a:lnTo>
                    <a:pt x="1415642" y="211585"/>
                  </a:lnTo>
                  <a:lnTo>
                    <a:pt x="1410699" y="205127"/>
                  </a:lnTo>
                  <a:lnTo>
                    <a:pt x="1404145" y="200088"/>
                  </a:lnTo>
                  <a:lnTo>
                    <a:pt x="1174843" y="67694"/>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529" name="Google Shape;529;p10"/>
            <p:cNvSpPr/>
            <p:nvPr/>
          </p:nvSpPr>
          <p:spPr>
            <a:xfrm>
              <a:off x="14893991" y="5916054"/>
              <a:ext cx="1017905" cy="979804"/>
            </a:xfrm>
            <a:custGeom>
              <a:rect b="b" l="l" r="r" t="t"/>
              <a:pathLst>
                <a:path extrusionOk="0" h="979804" w="1017905">
                  <a:moveTo>
                    <a:pt x="1017770" y="0"/>
                  </a:moveTo>
                  <a:lnTo>
                    <a:pt x="0" y="587605"/>
                  </a:lnTo>
                  <a:lnTo>
                    <a:pt x="0" y="979352"/>
                  </a:lnTo>
                  <a:lnTo>
                    <a:pt x="1017770" y="391736"/>
                  </a:lnTo>
                  <a:lnTo>
                    <a:pt x="1017770"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530" name="Google Shape;530;p10"/>
            <p:cNvSpPr/>
            <p:nvPr/>
          </p:nvSpPr>
          <p:spPr>
            <a:xfrm>
              <a:off x="14862577" y="5884644"/>
              <a:ext cx="1080769" cy="1042670"/>
            </a:xfrm>
            <a:custGeom>
              <a:rect b="b" l="l" r="r" t="t"/>
              <a:pathLst>
                <a:path extrusionOk="0" h="1042670" w="1080769">
                  <a:moveTo>
                    <a:pt x="1049178" y="0"/>
                  </a:moveTo>
                  <a:lnTo>
                    <a:pt x="15706" y="591814"/>
                  </a:lnTo>
                  <a:lnTo>
                    <a:pt x="0" y="619017"/>
                  </a:lnTo>
                  <a:lnTo>
                    <a:pt x="0" y="1010765"/>
                  </a:lnTo>
                  <a:lnTo>
                    <a:pt x="25988" y="1042177"/>
                  </a:lnTo>
                  <a:lnTo>
                    <a:pt x="36836" y="1042177"/>
                  </a:lnTo>
                  <a:lnTo>
                    <a:pt x="42260" y="1040774"/>
                  </a:lnTo>
                  <a:lnTo>
                    <a:pt x="188492" y="956347"/>
                  </a:lnTo>
                  <a:lnTo>
                    <a:pt x="62825" y="956347"/>
                  </a:lnTo>
                  <a:lnTo>
                    <a:pt x="62825" y="637153"/>
                  </a:lnTo>
                  <a:lnTo>
                    <a:pt x="1017770" y="85819"/>
                  </a:lnTo>
                  <a:lnTo>
                    <a:pt x="1080595" y="85819"/>
                  </a:lnTo>
                  <a:lnTo>
                    <a:pt x="1080595" y="31412"/>
                  </a:lnTo>
                  <a:lnTo>
                    <a:pt x="1057246" y="1052"/>
                  </a:lnTo>
                  <a:lnTo>
                    <a:pt x="1049178" y="0"/>
                  </a:lnTo>
                  <a:close/>
                </a:path>
                <a:path extrusionOk="0" h="1042670" w="1080769">
                  <a:moveTo>
                    <a:pt x="1080595" y="85819"/>
                  </a:moveTo>
                  <a:lnTo>
                    <a:pt x="1017770" y="85819"/>
                  </a:lnTo>
                  <a:lnTo>
                    <a:pt x="1017770" y="405024"/>
                  </a:lnTo>
                  <a:lnTo>
                    <a:pt x="62825" y="956347"/>
                  </a:lnTo>
                  <a:lnTo>
                    <a:pt x="188492" y="956347"/>
                  </a:lnTo>
                  <a:lnTo>
                    <a:pt x="1064889" y="450363"/>
                  </a:lnTo>
                  <a:lnTo>
                    <a:pt x="1071442" y="445322"/>
                  </a:lnTo>
                  <a:lnTo>
                    <a:pt x="1076386" y="438862"/>
                  </a:lnTo>
                  <a:lnTo>
                    <a:pt x="1079507" y="431352"/>
                  </a:lnTo>
                  <a:lnTo>
                    <a:pt x="1080595" y="423159"/>
                  </a:lnTo>
                  <a:lnTo>
                    <a:pt x="1080595" y="85819"/>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531" name="Google Shape;531;p10"/>
            <p:cNvSpPr/>
            <p:nvPr/>
          </p:nvSpPr>
          <p:spPr>
            <a:xfrm>
              <a:off x="14554730" y="6307793"/>
              <a:ext cx="339725" cy="588009"/>
            </a:xfrm>
            <a:custGeom>
              <a:rect b="b" l="l" r="r" t="t"/>
              <a:pathLst>
                <a:path extrusionOk="0" h="588009" w="339725">
                  <a:moveTo>
                    <a:pt x="0" y="0"/>
                  </a:moveTo>
                  <a:lnTo>
                    <a:pt x="0" y="391747"/>
                  </a:lnTo>
                  <a:lnTo>
                    <a:pt x="339256" y="587615"/>
                  </a:lnTo>
                  <a:lnTo>
                    <a:pt x="339256" y="195868"/>
                  </a:lnTo>
                  <a:lnTo>
                    <a:pt x="0"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532" name="Google Shape;532;p10"/>
            <p:cNvSpPr/>
            <p:nvPr/>
          </p:nvSpPr>
          <p:spPr>
            <a:xfrm>
              <a:off x="14523316" y="6276377"/>
              <a:ext cx="402590" cy="650875"/>
            </a:xfrm>
            <a:custGeom>
              <a:rect b="b" l="l" r="r" t="t"/>
              <a:pathLst>
                <a:path extrusionOk="0" h="650875" w="402590">
                  <a:moveTo>
                    <a:pt x="31408" y="0"/>
                  </a:moveTo>
                  <a:lnTo>
                    <a:pt x="1087" y="23220"/>
                  </a:lnTo>
                  <a:lnTo>
                    <a:pt x="0" y="31412"/>
                  </a:lnTo>
                  <a:lnTo>
                    <a:pt x="0" y="423159"/>
                  </a:lnTo>
                  <a:lnTo>
                    <a:pt x="359831" y="649037"/>
                  </a:lnTo>
                  <a:lnTo>
                    <a:pt x="365245" y="650440"/>
                  </a:lnTo>
                  <a:lnTo>
                    <a:pt x="376093" y="650440"/>
                  </a:lnTo>
                  <a:lnTo>
                    <a:pt x="402081" y="619028"/>
                  </a:lnTo>
                  <a:lnTo>
                    <a:pt x="402081" y="564621"/>
                  </a:lnTo>
                  <a:lnTo>
                    <a:pt x="339256" y="564621"/>
                  </a:lnTo>
                  <a:lnTo>
                    <a:pt x="62825" y="405024"/>
                  </a:lnTo>
                  <a:lnTo>
                    <a:pt x="62825" y="85829"/>
                  </a:lnTo>
                  <a:lnTo>
                    <a:pt x="188491" y="85829"/>
                  </a:lnTo>
                  <a:lnTo>
                    <a:pt x="47118" y="4209"/>
                  </a:lnTo>
                  <a:lnTo>
                    <a:pt x="39473" y="1052"/>
                  </a:lnTo>
                  <a:lnTo>
                    <a:pt x="31408" y="0"/>
                  </a:lnTo>
                  <a:close/>
                </a:path>
                <a:path extrusionOk="0" h="650875" w="402590">
                  <a:moveTo>
                    <a:pt x="188491" y="85829"/>
                  </a:moveTo>
                  <a:lnTo>
                    <a:pt x="62825" y="85829"/>
                  </a:lnTo>
                  <a:lnTo>
                    <a:pt x="339256" y="245416"/>
                  </a:lnTo>
                  <a:lnTo>
                    <a:pt x="339256" y="564621"/>
                  </a:lnTo>
                  <a:lnTo>
                    <a:pt x="402081" y="564621"/>
                  </a:lnTo>
                  <a:lnTo>
                    <a:pt x="402081" y="227281"/>
                  </a:lnTo>
                  <a:lnTo>
                    <a:pt x="400995" y="219088"/>
                  </a:lnTo>
                  <a:lnTo>
                    <a:pt x="397876" y="211578"/>
                  </a:lnTo>
                  <a:lnTo>
                    <a:pt x="392933" y="205118"/>
                  </a:lnTo>
                  <a:lnTo>
                    <a:pt x="386375" y="200077"/>
                  </a:lnTo>
                  <a:lnTo>
                    <a:pt x="188491" y="85829"/>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grpSp>
      <p:sp>
        <p:nvSpPr>
          <p:cNvPr id="533" name="Google Shape;533;p10"/>
          <p:cNvSpPr txBox="1"/>
          <p:nvPr>
            <p:ph type="title"/>
          </p:nvPr>
        </p:nvSpPr>
        <p:spPr>
          <a:xfrm>
            <a:off x="446650" y="2270325"/>
            <a:ext cx="6355500" cy="443400"/>
          </a:xfrm>
          <a:prstGeom prst="rect">
            <a:avLst/>
          </a:prstGeom>
          <a:noFill/>
          <a:ln>
            <a:noFill/>
          </a:ln>
        </p:spPr>
        <p:txBody>
          <a:bodyPr anchorCtr="0" anchor="t" bIns="0" lIns="0" spcFirstLastPara="1" rIns="0" wrap="square" tIns="0">
            <a:noAutofit/>
          </a:bodyPr>
          <a:lstStyle>
            <a:lvl1pPr lvl="0" marR="0" rtl="0" algn="l">
              <a:lnSpc>
                <a:spcPct val="80000"/>
              </a:lnSpc>
              <a:spcBef>
                <a:spcPts val="0"/>
              </a:spcBef>
              <a:spcAft>
                <a:spcPts val="0"/>
              </a:spcAft>
              <a:buClr>
                <a:schemeClr val="lt1"/>
              </a:buClr>
              <a:buSzPts val="3600"/>
              <a:buFont typeface="Proxima Nova"/>
              <a:buNone/>
              <a:defRPr b="1" i="0" sz="3600" u="none" cap="none" strike="noStrike">
                <a:solidFill>
                  <a:schemeClr val="lt1"/>
                </a:solidFill>
                <a:latin typeface="Proxima Nova"/>
                <a:ea typeface="Proxima Nova"/>
                <a:cs typeface="Proxima Nova"/>
                <a:sym typeface="Proxima Nova"/>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534" name="Google Shape;534;p10"/>
          <p:cNvSpPr txBox="1"/>
          <p:nvPr>
            <p:ph idx="1" type="subTitle"/>
          </p:nvPr>
        </p:nvSpPr>
        <p:spPr>
          <a:xfrm>
            <a:off x="446650" y="2754300"/>
            <a:ext cx="6355500" cy="295500"/>
          </a:xfrm>
          <a:prstGeom prst="rect">
            <a:avLst/>
          </a:prstGeom>
          <a:noFill/>
          <a:ln>
            <a:noFill/>
          </a:ln>
        </p:spPr>
        <p:txBody>
          <a:bodyPr anchorCtr="0" anchor="t" bIns="0" lIns="0" spcFirstLastPara="1" rIns="0" wrap="square" tIns="0">
            <a:noAutofit/>
          </a:bodyPr>
          <a:lstStyle>
            <a:lvl1pPr lvl="0" marR="0" rtl="0" algn="l">
              <a:lnSpc>
                <a:spcPct val="80000"/>
              </a:lnSpc>
              <a:spcBef>
                <a:spcPts val="0"/>
              </a:spcBef>
              <a:spcAft>
                <a:spcPts val="0"/>
              </a:spcAft>
              <a:buClr>
                <a:srgbClr val="CCCCCC"/>
              </a:buClr>
              <a:buSzPts val="2400"/>
              <a:buFont typeface="Proxima Nova"/>
              <a:buNone/>
              <a:defRPr b="0" i="0" sz="2400" u="none" cap="none" strike="noStrike">
                <a:solidFill>
                  <a:srgbClr val="CCCCCC"/>
                </a:solidFill>
                <a:latin typeface="Proxima Nova"/>
                <a:ea typeface="Proxima Nova"/>
                <a:cs typeface="Proxima Nova"/>
                <a:sym typeface="Proxima Nova"/>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pic>
        <p:nvPicPr>
          <p:cNvPr id="535" name="Google Shape;535;p10"/>
          <p:cNvPicPr preferRelativeResize="0"/>
          <p:nvPr/>
        </p:nvPicPr>
        <p:blipFill rotWithShape="1">
          <a:blip r:embed="rId2">
            <a:alphaModFix/>
          </a:blip>
          <a:srcRect b="0" l="0" r="0" t="0"/>
          <a:stretch/>
        </p:blipFill>
        <p:spPr>
          <a:xfrm>
            <a:off x="446578" y="296474"/>
            <a:ext cx="447435" cy="586800"/>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 Purple Background">
  <p:cSld name="Section 3">
    <p:bg>
      <p:bgPr>
        <a:solidFill>
          <a:schemeClr val="accent4"/>
        </a:solidFill>
      </p:bgPr>
    </p:bg>
    <p:spTree>
      <p:nvGrpSpPr>
        <p:cNvPr id="536" name="Shape 536"/>
        <p:cNvGrpSpPr/>
        <p:nvPr/>
      </p:nvGrpSpPr>
      <p:grpSpPr>
        <a:xfrm>
          <a:off x="0" y="0"/>
          <a:ext cx="0" cy="0"/>
          <a:chOff x="0" y="0"/>
          <a:chExt cx="0" cy="0"/>
        </a:xfrm>
      </p:grpSpPr>
      <p:grpSp>
        <p:nvGrpSpPr>
          <p:cNvPr id="537" name="Google Shape;537;p11"/>
          <p:cNvGrpSpPr/>
          <p:nvPr/>
        </p:nvGrpSpPr>
        <p:grpSpPr>
          <a:xfrm>
            <a:off x="8003591" y="2539105"/>
            <a:ext cx="337392" cy="384967"/>
            <a:chOff x="17271100" y="6064393"/>
            <a:chExt cx="741846" cy="846454"/>
          </a:xfrm>
        </p:grpSpPr>
        <p:sp>
          <p:nvSpPr>
            <p:cNvPr id="538" name="Google Shape;538;p11"/>
            <p:cNvSpPr/>
            <p:nvPr/>
          </p:nvSpPr>
          <p:spPr>
            <a:xfrm>
              <a:off x="17302513" y="6095813"/>
              <a:ext cx="678815" cy="783590"/>
            </a:xfrm>
            <a:custGeom>
              <a:rect b="b" l="l" r="r" t="t"/>
              <a:pathLst>
                <a:path extrusionOk="0" h="783590" w="678815">
                  <a:moveTo>
                    <a:pt x="339256" y="0"/>
                  </a:moveTo>
                  <a:lnTo>
                    <a:pt x="0" y="195868"/>
                  </a:lnTo>
                  <a:lnTo>
                    <a:pt x="0" y="587605"/>
                  </a:lnTo>
                  <a:lnTo>
                    <a:pt x="339256" y="783483"/>
                  </a:lnTo>
                  <a:lnTo>
                    <a:pt x="678513" y="587605"/>
                  </a:lnTo>
                  <a:lnTo>
                    <a:pt x="678513" y="195868"/>
                  </a:lnTo>
                  <a:lnTo>
                    <a:pt x="339256"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539" name="Google Shape;539;p11"/>
            <p:cNvSpPr/>
            <p:nvPr/>
          </p:nvSpPr>
          <p:spPr>
            <a:xfrm>
              <a:off x="17271100" y="6064393"/>
              <a:ext cx="741680" cy="846454"/>
            </a:xfrm>
            <a:custGeom>
              <a:rect b="b" l="l" r="r" t="t"/>
              <a:pathLst>
                <a:path extrusionOk="0" h="846454" w="741680">
                  <a:moveTo>
                    <a:pt x="370669" y="0"/>
                  </a:moveTo>
                  <a:lnTo>
                    <a:pt x="15706" y="200088"/>
                  </a:lnTo>
                  <a:lnTo>
                    <a:pt x="0" y="227291"/>
                  </a:lnTo>
                  <a:lnTo>
                    <a:pt x="0" y="619028"/>
                  </a:lnTo>
                  <a:lnTo>
                    <a:pt x="359821" y="844916"/>
                  </a:lnTo>
                  <a:lnTo>
                    <a:pt x="365245" y="846309"/>
                  </a:lnTo>
                  <a:lnTo>
                    <a:pt x="376093" y="846309"/>
                  </a:lnTo>
                  <a:lnTo>
                    <a:pt x="381517" y="844916"/>
                  </a:lnTo>
                  <a:lnTo>
                    <a:pt x="496331" y="778625"/>
                  </a:lnTo>
                  <a:lnTo>
                    <a:pt x="370669" y="778625"/>
                  </a:lnTo>
                  <a:lnTo>
                    <a:pt x="62825" y="600892"/>
                  </a:lnTo>
                  <a:lnTo>
                    <a:pt x="62825" y="245427"/>
                  </a:lnTo>
                  <a:lnTo>
                    <a:pt x="370669" y="67694"/>
                  </a:lnTo>
                  <a:lnTo>
                    <a:pt x="496329" y="67694"/>
                  </a:lnTo>
                  <a:lnTo>
                    <a:pt x="386375" y="4209"/>
                  </a:lnTo>
                  <a:lnTo>
                    <a:pt x="378734" y="1052"/>
                  </a:lnTo>
                  <a:lnTo>
                    <a:pt x="370669" y="0"/>
                  </a:lnTo>
                  <a:close/>
                </a:path>
                <a:path extrusionOk="0" h="846454" w="741680">
                  <a:moveTo>
                    <a:pt x="496329" y="67694"/>
                  </a:moveTo>
                  <a:lnTo>
                    <a:pt x="370669" y="67694"/>
                  </a:lnTo>
                  <a:lnTo>
                    <a:pt x="678513" y="245427"/>
                  </a:lnTo>
                  <a:lnTo>
                    <a:pt x="678513" y="600892"/>
                  </a:lnTo>
                  <a:lnTo>
                    <a:pt x="370669" y="778625"/>
                  </a:lnTo>
                  <a:lnTo>
                    <a:pt x="496331" y="778625"/>
                  </a:lnTo>
                  <a:lnTo>
                    <a:pt x="725632" y="646231"/>
                  </a:lnTo>
                  <a:lnTo>
                    <a:pt x="741338" y="619028"/>
                  </a:lnTo>
                  <a:lnTo>
                    <a:pt x="741338" y="227291"/>
                  </a:lnTo>
                  <a:lnTo>
                    <a:pt x="740251" y="219094"/>
                  </a:lnTo>
                  <a:lnTo>
                    <a:pt x="737129" y="211585"/>
                  </a:lnTo>
                  <a:lnTo>
                    <a:pt x="732185" y="205127"/>
                  </a:lnTo>
                  <a:lnTo>
                    <a:pt x="725632" y="200088"/>
                  </a:lnTo>
                  <a:lnTo>
                    <a:pt x="496329" y="67694"/>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540" name="Google Shape;540;p11"/>
            <p:cNvSpPr/>
            <p:nvPr/>
          </p:nvSpPr>
          <p:spPr>
            <a:xfrm>
              <a:off x="17641770" y="6095807"/>
              <a:ext cx="339725" cy="588009"/>
            </a:xfrm>
            <a:custGeom>
              <a:rect b="b" l="l" r="r" t="t"/>
              <a:pathLst>
                <a:path extrusionOk="0" h="588009" w="339725">
                  <a:moveTo>
                    <a:pt x="0" y="0"/>
                  </a:moveTo>
                  <a:lnTo>
                    <a:pt x="0" y="391747"/>
                  </a:lnTo>
                  <a:lnTo>
                    <a:pt x="339256" y="587615"/>
                  </a:lnTo>
                  <a:lnTo>
                    <a:pt x="339256" y="195878"/>
                  </a:lnTo>
                  <a:lnTo>
                    <a:pt x="0"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541" name="Google Shape;541;p11"/>
            <p:cNvSpPr/>
            <p:nvPr/>
          </p:nvSpPr>
          <p:spPr>
            <a:xfrm>
              <a:off x="17610356" y="6064402"/>
              <a:ext cx="402590" cy="650875"/>
            </a:xfrm>
            <a:custGeom>
              <a:rect b="b" l="l" r="r" t="t"/>
              <a:pathLst>
                <a:path extrusionOk="0" h="650875" w="402590">
                  <a:moveTo>
                    <a:pt x="31412" y="0"/>
                  </a:moveTo>
                  <a:lnTo>
                    <a:pt x="1087" y="23215"/>
                  </a:lnTo>
                  <a:lnTo>
                    <a:pt x="0" y="31412"/>
                  </a:lnTo>
                  <a:lnTo>
                    <a:pt x="0" y="423149"/>
                  </a:lnTo>
                  <a:lnTo>
                    <a:pt x="359821" y="649027"/>
                  </a:lnTo>
                  <a:lnTo>
                    <a:pt x="365245" y="650430"/>
                  </a:lnTo>
                  <a:lnTo>
                    <a:pt x="376093" y="650430"/>
                  </a:lnTo>
                  <a:lnTo>
                    <a:pt x="402081" y="619017"/>
                  </a:lnTo>
                  <a:lnTo>
                    <a:pt x="402081" y="564611"/>
                  </a:lnTo>
                  <a:lnTo>
                    <a:pt x="339256" y="564611"/>
                  </a:lnTo>
                  <a:lnTo>
                    <a:pt x="62825" y="405013"/>
                  </a:lnTo>
                  <a:lnTo>
                    <a:pt x="62825" y="85819"/>
                  </a:lnTo>
                  <a:lnTo>
                    <a:pt x="188472" y="85819"/>
                  </a:lnTo>
                  <a:lnTo>
                    <a:pt x="47118" y="4209"/>
                  </a:lnTo>
                  <a:lnTo>
                    <a:pt x="39477" y="1052"/>
                  </a:lnTo>
                  <a:lnTo>
                    <a:pt x="31412" y="0"/>
                  </a:lnTo>
                  <a:close/>
                </a:path>
                <a:path extrusionOk="0" h="650875" w="402590">
                  <a:moveTo>
                    <a:pt x="188472" y="85819"/>
                  </a:moveTo>
                  <a:lnTo>
                    <a:pt x="62825" y="85819"/>
                  </a:lnTo>
                  <a:lnTo>
                    <a:pt x="339256" y="245416"/>
                  </a:lnTo>
                  <a:lnTo>
                    <a:pt x="339256" y="564611"/>
                  </a:lnTo>
                  <a:lnTo>
                    <a:pt x="402081" y="564611"/>
                  </a:lnTo>
                  <a:lnTo>
                    <a:pt x="402081" y="227281"/>
                  </a:lnTo>
                  <a:lnTo>
                    <a:pt x="400994" y="219084"/>
                  </a:lnTo>
                  <a:lnTo>
                    <a:pt x="397872" y="211574"/>
                  </a:lnTo>
                  <a:lnTo>
                    <a:pt x="392929" y="205117"/>
                  </a:lnTo>
                  <a:lnTo>
                    <a:pt x="386375" y="200077"/>
                  </a:lnTo>
                  <a:lnTo>
                    <a:pt x="188472" y="85819"/>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542" name="Google Shape;542;p11"/>
            <p:cNvSpPr/>
            <p:nvPr/>
          </p:nvSpPr>
          <p:spPr>
            <a:xfrm>
              <a:off x="17302513" y="6095813"/>
              <a:ext cx="339725" cy="588009"/>
            </a:xfrm>
            <a:custGeom>
              <a:rect b="b" l="l" r="r" t="t"/>
              <a:pathLst>
                <a:path extrusionOk="0" h="588009" w="339725">
                  <a:moveTo>
                    <a:pt x="339256" y="0"/>
                  </a:moveTo>
                  <a:lnTo>
                    <a:pt x="0" y="195868"/>
                  </a:lnTo>
                  <a:lnTo>
                    <a:pt x="0" y="587605"/>
                  </a:lnTo>
                  <a:lnTo>
                    <a:pt x="339256" y="391736"/>
                  </a:lnTo>
                  <a:lnTo>
                    <a:pt x="339256" y="0"/>
                  </a:lnTo>
                  <a:close/>
                </a:path>
              </a:pathLst>
            </a:custGeom>
            <a:solidFill>
              <a:srgbClr val="CC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543" name="Google Shape;543;p11"/>
            <p:cNvSpPr/>
            <p:nvPr/>
          </p:nvSpPr>
          <p:spPr>
            <a:xfrm>
              <a:off x="17271100" y="6064401"/>
              <a:ext cx="402590" cy="650875"/>
            </a:xfrm>
            <a:custGeom>
              <a:rect b="b" l="l" r="r" t="t"/>
              <a:pathLst>
                <a:path extrusionOk="0" h="650875" w="402590">
                  <a:moveTo>
                    <a:pt x="370669" y="0"/>
                  </a:moveTo>
                  <a:lnTo>
                    <a:pt x="15706" y="200077"/>
                  </a:lnTo>
                  <a:lnTo>
                    <a:pt x="0" y="227281"/>
                  </a:lnTo>
                  <a:lnTo>
                    <a:pt x="0" y="619017"/>
                  </a:lnTo>
                  <a:lnTo>
                    <a:pt x="25988" y="650430"/>
                  </a:lnTo>
                  <a:lnTo>
                    <a:pt x="36836" y="650430"/>
                  </a:lnTo>
                  <a:lnTo>
                    <a:pt x="42260" y="649027"/>
                  </a:lnTo>
                  <a:lnTo>
                    <a:pt x="188474" y="564611"/>
                  </a:lnTo>
                  <a:lnTo>
                    <a:pt x="62825" y="564611"/>
                  </a:lnTo>
                  <a:lnTo>
                    <a:pt x="62825" y="245416"/>
                  </a:lnTo>
                  <a:lnTo>
                    <a:pt x="339256" y="85819"/>
                  </a:lnTo>
                  <a:lnTo>
                    <a:pt x="402081" y="85819"/>
                  </a:lnTo>
                  <a:lnTo>
                    <a:pt x="402081" y="31412"/>
                  </a:lnTo>
                  <a:lnTo>
                    <a:pt x="378734" y="1052"/>
                  </a:lnTo>
                  <a:lnTo>
                    <a:pt x="370669" y="0"/>
                  </a:lnTo>
                  <a:close/>
                </a:path>
                <a:path extrusionOk="0" h="650875" w="402590">
                  <a:moveTo>
                    <a:pt x="402081" y="85819"/>
                  </a:moveTo>
                  <a:lnTo>
                    <a:pt x="339256" y="85819"/>
                  </a:lnTo>
                  <a:lnTo>
                    <a:pt x="339256" y="405013"/>
                  </a:lnTo>
                  <a:lnTo>
                    <a:pt x="62825" y="564611"/>
                  </a:lnTo>
                  <a:lnTo>
                    <a:pt x="188474" y="564611"/>
                  </a:lnTo>
                  <a:lnTo>
                    <a:pt x="386375" y="450352"/>
                  </a:lnTo>
                  <a:lnTo>
                    <a:pt x="392929" y="445313"/>
                  </a:lnTo>
                  <a:lnTo>
                    <a:pt x="397872" y="438855"/>
                  </a:lnTo>
                  <a:lnTo>
                    <a:pt x="400994" y="431346"/>
                  </a:lnTo>
                  <a:lnTo>
                    <a:pt x="402081" y="423149"/>
                  </a:lnTo>
                  <a:lnTo>
                    <a:pt x="402081" y="85819"/>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grpSp>
      <p:grpSp>
        <p:nvGrpSpPr>
          <p:cNvPr id="544" name="Google Shape;544;p11"/>
          <p:cNvGrpSpPr/>
          <p:nvPr/>
        </p:nvGrpSpPr>
        <p:grpSpPr>
          <a:xfrm>
            <a:off x="6799796" y="1565943"/>
            <a:ext cx="337391" cy="741475"/>
            <a:chOff x="14280984" y="3338459"/>
            <a:chExt cx="741845" cy="1630333"/>
          </a:xfrm>
        </p:grpSpPr>
        <p:sp>
          <p:nvSpPr>
            <p:cNvPr id="545" name="Google Shape;545;p11"/>
            <p:cNvSpPr/>
            <p:nvPr/>
          </p:nvSpPr>
          <p:spPr>
            <a:xfrm>
              <a:off x="14651653" y="3565742"/>
              <a:ext cx="339725" cy="1371600"/>
            </a:xfrm>
            <a:custGeom>
              <a:rect b="b" l="l" r="r" t="t"/>
              <a:pathLst>
                <a:path extrusionOk="0" h="1371600" w="339725">
                  <a:moveTo>
                    <a:pt x="339256" y="0"/>
                  </a:moveTo>
                  <a:lnTo>
                    <a:pt x="0" y="195868"/>
                  </a:lnTo>
                  <a:lnTo>
                    <a:pt x="0" y="1371089"/>
                  </a:lnTo>
                  <a:lnTo>
                    <a:pt x="339256" y="1175220"/>
                  </a:lnTo>
                  <a:lnTo>
                    <a:pt x="339256"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546" name="Google Shape;546;p11"/>
            <p:cNvSpPr/>
            <p:nvPr/>
          </p:nvSpPr>
          <p:spPr>
            <a:xfrm>
              <a:off x="14620239" y="3534328"/>
              <a:ext cx="402590" cy="1434464"/>
            </a:xfrm>
            <a:custGeom>
              <a:rect b="b" l="l" r="r" t="t"/>
              <a:pathLst>
                <a:path extrusionOk="0" h="1434464" w="402590">
                  <a:moveTo>
                    <a:pt x="370669" y="0"/>
                  </a:moveTo>
                  <a:lnTo>
                    <a:pt x="15706" y="200077"/>
                  </a:lnTo>
                  <a:lnTo>
                    <a:pt x="0" y="227281"/>
                  </a:lnTo>
                  <a:lnTo>
                    <a:pt x="0" y="1402501"/>
                  </a:lnTo>
                  <a:lnTo>
                    <a:pt x="25988" y="1433914"/>
                  </a:lnTo>
                  <a:lnTo>
                    <a:pt x="36836" y="1433914"/>
                  </a:lnTo>
                  <a:lnTo>
                    <a:pt x="42260" y="1432521"/>
                  </a:lnTo>
                  <a:lnTo>
                    <a:pt x="188484" y="1348095"/>
                  </a:lnTo>
                  <a:lnTo>
                    <a:pt x="62825" y="1348095"/>
                  </a:lnTo>
                  <a:lnTo>
                    <a:pt x="62825" y="245416"/>
                  </a:lnTo>
                  <a:lnTo>
                    <a:pt x="339256" y="85819"/>
                  </a:lnTo>
                  <a:lnTo>
                    <a:pt x="402081" y="85819"/>
                  </a:lnTo>
                  <a:lnTo>
                    <a:pt x="402081" y="31412"/>
                  </a:lnTo>
                  <a:lnTo>
                    <a:pt x="378734" y="1052"/>
                  </a:lnTo>
                  <a:lnTo>
                    <a:pt x="370669" y="0"/>
                  </a:lnTo>
                  <a:close/>
                </a:path>
                <a:path extrusionOk="0" h="1434464" w="402590">
                  <a:moveTo>
                    <a:pt x="402081" y="85819"/>
                  </a:moveTo>
                  <a:lnTo>
                    <a:pt x="339256" y="85819"/>
                  </a:lnTo>
                  <a:lnTo>
                    <a:pt x="339256" y="1188497"/>
                  </a:lnTo>
                  <a:lnTo>
                    <a:pt x="62825" y="1348095"/>
                  </a:lnTo>
                  <a:lnTo>
                    <a:pt x="188484" y="1348095"/>
                  </a:lnTo>
                  <a:lnTo>
                    <a:pt x="386375" y="1233836"/>
                  </a:lnTo>
                  <a:lnTo>
                    <a:pt x="392933" y="1228797"/>
                  </a:lnTo>
                  <a:lnTo>
                    <a:pt x="397876" y="1222339"/>
                  </a:lnTo>
                  <a:lnTo>
                    <a:pt x="400995" y="1214830"/>
                  </a:lnTo>
                  <a:lnTo>
                    <a:pt x="402081" y="1206633"/>
                  </a:lnTo>
                  <a:lnTo>
                    <a:pt x="402081" y="85819"/>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547" name="Google Shape;547;p11"/>
            <p:cNvSpPr/>
            <p:nvPr/>
          </p:nvSpPr>
          <p:spPr>
            <a:xfrm>
              <a:off x="14312395" y="3565740"/>
              <a:ext cx="339725" cy="1371600"/>
            </a:xfrm>
            <a:custGeom>
              <a:rect b="b" l="l" r="r" t="t"/>
              <a:pathLst>
                <a:path extrusionOk="0" h="1371600" w="339725">
                  <a:moveTo>
                    <a:pt x="0" y="0"/>
                  </a:moveTo>
                  <a:lnTo>
                    <a:pt x="0" y="1175220"/>
                  </a:lnTo>
                  <a:lnTo>
                    <a:pt x="339256" y="1371089"/>
                  </a:lnTo>
                  <a:lnTo>
                    <a:pt x="339256" y="195868"/>
                  </a:lnTo>
                  <a:lnTo>
                    <a:pt x="0" y="0"/>
                  </a:lnTo>
                  <a:close/>
                </a:path>
              </a:pathLst>
            </a:custGeom>
            <a:solidFill>
              <a:srgbClr val="1D59A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548" name="Google Shape;548;p11"/>
            <p:cNvSpPr/>
            <p:nvPr/>
          </p:nvSpPr>
          <p:spPr>
            <a:xfrm>
              <a:off x="14280984" y="3534320"/>
              <a:ext cx="402590" cy="1434464"/>
            </a:xfrm>
            <a:custGeom>
              <a:rect b="b" l="l" r="r" t="t"/>
              <a:pathLst>
                <a:path extrusionOk="0" h="1434464" w="402590">
                  <a:moveTo>
                    <a:pt x="31412" y="0"/>
                  </a:moveTo>
                  <a:lnTo>
                    <a:pt x="1087" y="23226"/>
                  </a:lnTo>
                  <a:lnTo>
                    <a:pt x="0" y="31423"/>
                  </a:lnTo>
                  <a:lnTo>
                    <a:pt x="0" y="1206643"/>
                  </a:lnTo>
                  <a:lnTo>
                    <a:pt x="359821" y="1432521"/>
                  </a:lnTo>
                  <a:lnTo>
                    <a:pt x="365245" y="1433924"/>
                  </a:lnTo>
                  <a:lnTo>
                    <a:pt x="376093" y="1433924"/>
                  </a:lnTo>
                  <a:lnTo>
                    <a:pt x="402081" y="1402512"/>
                  </a:lnTo>
                  <a:lnTo>
                    <a:pt x="402081" y="1348105"/>
                  </a:lnTo>
                  <a:lnTo>
                    <a:pt x="339256" y="1348105"/>
                  </a:lnTo>
                  <a:lnTo>
                    <a:pt x="62825" y="1188508"/>
                  </a:lnTo>
                  <a:lnTo>
                    <a:pt x="62825" y="85829"/>
                  </a:lnTo>
                  <a:lnTo>
                    <a:pt x="188483" y="85829"/>
                  </a:lnTo>
                  <a:lnTo>
                    <a:pt x="47118" y="4209"/>
                  </a:lnTo>
                  <a:lnTo>
                    <a:pt x="39477" y="1052"/>
                  </a:lnTo>
                  <a:lnTo>
                    <a:pt x="31412" y="0"/>
                  </a:lnTo>
                  <a:close/>
                </a:path>
                <a:path extrusionOk="0" h="1434464" w="402590">
                  <a:moveTo>
                    <a:pt x="188483" y="85829"/>
                  </a:moveTo>
                  <a:lnTo>
                    <a:pt x="62825" y="85829"/>
                  </a:lnTo>
                  <a:lnTo>
                    <a:pt x="339256" y="245427"/>
                  </a:lnTo>
                  <a:lnTo>
                    <a:pt x="339256" y="1348105"/>
                  </a:lnTo>
                  <a:lnTo>
                    <a:pt x="402081" y="1348105"/>
                  </a:lnTo>
                  <a:lnTo>
                    <a:pt x="402081" y="227291"/>
                  </a:lnTo>
                  <a:lnTo>
                    <a:pt x="400994" y="219094"/>
                  </a:lnTo>
                  <a:lnTo>
                    <a:pt x="397872" y="211585"/>
                  </a:lnTo>
                  <a:lnTo>
                    <a:pt x="392929" y="205127"/>
                  </a:lnTo>
                  <a:lnTo>
                    <a:pt x="386375" y="200088"/>
                  </a:lnTo>
                  <a:lnTo>
                    <a:pt x="188483" y="85829"/>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549" name="Google Shape;549;p11"/>
            <p:cNvSpPr/>
            <p:nvPr/>
          </p:nvSpPr>
          <p:spPr>
            <a:xfrm>
              <a:off x="14312398" y="3369873"/>
              <a:ext cx="678815" cy="391795"/>
            </a:xfrm>
            <a:custGeom>
              <a:rect b="b" l="l" r="r" t="t"/>
              <a:pathLst>
                <a:path extrusionOk="0" h="391795" w="678815">
                  <a:moveTo>
                    <a:pt x="339256" y="0"/>
                  </a:moveTo>
                  <a:lnTo>
                    <a:pt x="0" y="195868"/>
                  </a:lnTo>
                  <a:lnTo>
                    <a:pt x="339256" y="391736"/>
                  </a:lnTo>
                  <a:lnTo>
                    <a:pt x="678513" y="195868"/>
                  </a:lnTo>
                  <a:lnTo>
                    <a:pt x="339256"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550" name="Google Shape;550;p11"/>
            <p:cNvSpPr/>
            <p:nvPr/>
          </p:nvSpPr>
          <p:spPr>
            <a:xfrm>
              <a:off x="14280984" y="3338459"/>
              <a:ext cx="741680" cy="454660"/>
            </a:xfrm>
            <a:custGeom>
              <a:rect b="b" l="l" r="r" t="t"/>
              <a:pathLst>
                <a:path extrusionOk="0" h="454660" w="741680">
                  <a:moveTo>
                    <a:pt x="370665" y="0"/>
                  </a:moveTo>
                  <a:lnTo>
                    <a:pt x="15706" y="200077"/>
                  </a:lnTo>
                  <a:lnTo>
                    <a:pt x="0" y="227281"/>
                  </a:lnTo>
                  <a:lnTo>
                    <a:pt x="1087" y="235477"/>
                  </a:lnTo>
                  <a:lnTo>
                    <a:pt x="359821" y="453158"/>
                  </a:lnTo>
                  <a:lnTo>
                    <a:pt x="365245" y="454562"/>
                  </a:lnTo>
                  <a:lnTo>
                    <a:pt x="376093" y="454562"/>
                  </a:lnTo>
                  <a:lnTo>
                    <a:pt x="381517" y="453158"/>
                  </a:lnTo>
                  <a:lnTo>
                    <a:pt x="496318" y="386878"/>
                  </a:lnTo>
                  <a:lnTo>
                    <a:pt x="370669" y="386878"/>
                  </a:lnTo>
                  <a:lnTo>
                    <a:pt x="94237" y="227281"/>
                  </a:lnTo>
                  <a:lnTo>
                    <a:pt x="370669" y="67683"/>
                  </a:lnTo>
                  <a:lnTo>
                    <a:pt x="496317" y="67683"/>
                  </a:lnTo>
                  <a:lnTo>
                    <a:pt x="386375" y="4209"/>
                  </a:lnTo>
                  <a:lnTo>
                    <a:pt x="378730" y="1052"/>
                  </a:lnTo>
                  <a:lnTo>
                    <a:pt x="370665" y="0"/>
                  </a:lnTo>
                  <a:close/>
                </a:path>
                <a:path extrusionOk="0" h="454660" w="741680">
                  <a:moveTo>
                    <a:pt x="496317" y="67683"/>
                  </a:moveTo>
                  <a:lnTo>
                    <a:pt x="370669" y="67683"/>
                  </a:lnTo>
                  <a:lnTo>
                    <a:pt x="647100" y="227281"/>
                  </a:lnTo>
                  <a:lnTo>
                    <a:pt x="370669" y="386878"/>
                  </a:lnTo>
                  <a:lnTo>
                    <a:pt x="496318" y="386878"/>
                  </a:lnTo>
                  <a:lnTo>
                    <a:pt x="725632" y="254484"/>
                  </a:lnTo>
                  <a:lnTo>
                    <a:pt x="741338" y="227281"/>
                  </a:lnTo>
                  <a:lnTo>
                    <a:pt x="740252" y="219084"/>
                  </a:lnTo>
                  <a:lnTo>
                    <a:pt x="737133" y="211574"/>
                  </a:lnTo>
                  <a:lnTo>
                    <a:pt x="732190" y="205117"/>
                  </a:lnTo>
                  <a:lnTo>
                    <a:pt x="725632" y="200077"/>
                  </a:lnTo>
                  <a:lnTo>
                    <a:pt x="496317" y="67683"/>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grpSp>
      <p:grpSp>
        <p:nvGrpSpPr>
          <p:cNvPr id="551" name="Google Shape;551;p11"/>
          <p:cNvGrpSpPr/>
          <p:nvPr/>
        </p:nvGrpSpPr>
        <p:grpSpPr>
          <a:xfrm>
            <a:off x="7384375" y="3991922"/>
            <a:ext cx="645983" cy="563130"/>
            <a:chOff x="15566331" y="8672624"/>
            <a:chExt cx="1420368" cy="1238192"/>
          </a:xfrm>
        </p:grpSpPr>
        <p:sp>
          <p:nvSpPr>
            <p:cNvPr id="552" name="Google Shape;552;p11"/>
            <p:cNvSpPr/>
            <p:nvPr/>
          </p:nvSpPr>
          <p:spPr>
            <a:xfrm>
              <a:off x="16615519" y="8704035"/>
              <a:ext cx="339725" cy="588009"/>
            </a:xfrm>
            <a:custGeom>
              <a:rect b="b" l="l" r="r" t="t"/>
              <a:pathLst>
                <a:path extrusionOk="0" h="588009" w="339725">
                  <a:moveTo>
                    <a:pt x="0" y="0"/>
                  </a:moveTo>
                  <a:lnTo>
                    <a:pt x="0" y="391736"/>
                  </a:lnTo>
                  <a:lnTo>
                    <a:pt x="339256" y="587605"/>
                  </a:lnTo>
                  <a:lnTo>
                    <a:pt x="339256" y="195868"/>
                  </a:lnTo>
                  <a:lnTo>
                    <a:pt x="0"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553" name="Google Shape;553;p11"/>
            <p:cNvSpPr/>
            <p:nvPr/>
          </p:nvSpPr>
          <p:spPr>
            <a:xfrm>
              <a:off x="16584109" y="8672625"/>
              <a:ext cx="402590" cy="650875"/>
            </a:xfrm>
            <a:custGeom>
              <a:rect b="b" l="l" r="r" t="t"/>
              <a:pathLst>
                <a:path extrusionOk="0" h="650875" w="402590">
                  <a:moveTo>
                    <a:pt x="31412" y="0"/>
                  </a:moveTo>
                  <a:lnTo>
                    <a:pt x="1087" y="23215"/>
                  </a:lnTo>
                  <a:lnTo>
                    <a:pt x="0" y="31412"/>
                  </a:lnTo>
                  <a:lnTo>
                    <a:pt x="0" y="423149"/>
                  </a:lnTo>
                  <a:lnTo>
                    <a:pt x="359821" y="649027"/>
                  </a:lnTo>
                  <a:lnTo>
                    <a:pt x="365245" y="650430"/>
                  </a:lnTo>
                  <a:lnTo>
                    <a:pt x="376093" y="650430"/>
                  </a:lnTo>
                  <a:lnTo>
                    <a:pt x="402081" y="619017"/>
                  </a:lnTo>
                  <a:lnTo>
                    <a:pt x="402081" y="564611"/>
                  </a:lnTo>
                  <a:lnTo>
                    <a:pt x="339256" y="564611"/>
                  </a:lnTo>
                  <a:lnTo>
                    <a:pt x="62825" y="405013"/>
                  </a:lnTo>
                  <a:lnTo>
                    <a:pt x="62825" y="85819"/>
                  </a:lnTo>
                  <a:lnTo>
                    <a:pt x="188472" y="85819"/>
                  </a:lnTo>
                  <a:lnTo>
                    <a:pt x="47118" y="4209"/>
                  </a:lnTo>
                  <a:lnTo>
                    <a:pt x="39477" y="1052"/>
                  </a:lnTo>
                  <a:lnTo>
                    <a:pt x="31412" y="0"/>
                  </a:lnTo>
                  <a:close/>
                </a:path>
                <a:path extrusionOk="0" h="650875" w="402590">
                  <a:moveTo>
                    <a:pt x="188472" y="85819"/>
                  </a:moveTo>
                  <a:lnTo>
                    <a:pt x="62825" y="85819"/>
                  </a:lnTo>
                  <a:lnTo>
                    <a:pt x="339256" y="245416"/>
                  </a:lnTo>
                  <a:lnTo>
                    <a:pt x="339256" y="564611"/>
                  </a:lnTo>
                  <a:lnTo>
                    <a:pt x="402081" y="564611"/>
                  </a:lnTo>
                  <a:lnTo>
                    <a:pt x="402081" y="227281"/>
                  </a:lnTo>
                  <a:lnTo>
                    <a:pt x="400994" y="219084"/>
                  </a:lnTo>
                  <a:lnTo>
                    <a:pt x="397872" y="211574"/>
                  </a:lnTo>
                  <a:lnTo>
                    <a:pt x="392929" y="205117"/>
                  </a:lnTo>
                  <a:lnTo>
                    <a:pt x="386375" y="200077"/>
                  </a:lnTo>
                  <a:lnTo>
                    <a:pt x="188472" y="85819"/>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554" name="Google Shape;554;p11"/>
            <p:cNvSpPr/>
            <p:nvPr/>
          </p:nvSpPr>
          <p:spPr>
            <a:xfrm>
              <a:off x="15597742" y="9095775"/>
              <a:ext cx="1357630" cy="783590"/>
            </a:xfrm>
            <a:custGeom>
              <a:rect b="b" l="l" r="r" t="t"/>
              <a:pathLst>
                <a:path extrusionOk="0" h="783590" w="1357630">
                  <a:moveTo>
                    <a:pt x="1017780" y="0"/>
                  </a:moveTo>
                  <a:lnTo>
                    <a:pt x="0" y="587615"/>
                  </a:lnTo>
                  <a:lnTo>
                    <a:pt x="339267" y="783483"/>
                  </a:lnTo>
                  <a:lnTo>
                    <a:pt x="1357037" y="195868"/>
                  </a:lnTo>
                  <a:lnTo>
                    <a:pt x="1017780"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555" name="Google Shape;555;p11"/>
            <p:cNvSpPr/>
            <p:nvPr/>
          </p:nvSpPr>
          <p:spPr>
            <a:xfrm>
              <a:off x="15566331" y="9064362"/>
              <a:ext cx="1419859" cy="846454"/>
            </a:xfrm>
            <a:custGeom>
              <a:rect b="b" l="l" r="r" t="t"/>
              <a:pathLst>
                <a:path extrusionOk="0" h="846454" w="1419859">
                  <a:moveTo>
                    <a:pt x="1049189" y="0"/>
                  </a:moveTo>
                  <a:lnTo>
                    <a:pt x="15706" y="591824"/>
                  </a:lnTo>
                  <a:lnTo>
                    <a:pt x="0" y="619028"/>
                  </a:lnTo>
                  <a:lnTo>
                    <a:pt x="1087" y="627225"/>
                  </a:lnTo>
                  <a:lnTo>
                    <a:pt x="359831" y="844906"/>
                  </a:lnTo>
                  <a:lnTo>
                    <a:pt x="365245" y="846309"/>
                  </a:lnTo>
                  <a:lnTo>
                    <a:pt x="376093" y="846309"/>
                  </a:lnTo>
                  <a:lnTo>
                    <a:pt x="381527" y="844906"/>
                  </a:lnTo>
                  <a:lnTo>
                    <a:pt x="496327" y="778625"/>
                  </a:lnTo>
                  <a:lnTo>
                    <a:pt x="370669" y="778625"/>
                  </a:lnTo>
                  <a:lnTo>
                    <a:pt x="94237" y="619028"/>
                  </a:lnTo>
                  <a:lnTo>
                    <a:pt x="1049193" y="67683"/>
                  </a:lnTo>
                  <a:lnTo>
                    <a:pt x="1174841" y="67683"/>
                  </a:lnTo>
                  <a:lnTo>
                    <a:pt x="1064899" y="4209"/>
                  </a:lnTo>
                  <a:lnTo>
                    <a:pt x="1057256" y="1052"/>
                  </a:lnTo>
                  <a:lnTo>
                    <a:pt x="1049189" y="0"/>
                  </a:lnTo>
                  <a:close/>
                </a:path>
                <a:path extrusionOk="0" h="846454" w="1419859">
                  <a:moveTo>
                    <a:pt x="1174841" y="67683"/>
                  </a:moveTo>
                  <a:lnTo>
                    <a:pt x="1049193" y="67683"/>
                  </a:lnTo>
                  <a:lnTo>
                    <a:pt x="1325624" y="227281"/>
                  </a:lnTo>
                  <a:lnTo>
                    <a:pt x="370669" y="778625"/>
                  </a:lnTo>
                  <a:lnTo>
                    <a:pt x="496327" y="778625"/>
                  </a:lnTo>
                  <a:lnTo>
                    <a:pt x="1404156" y="254484"/>
                  </a:lnTo>
                  <a:lnTo>
                    <a:pt x="1419862" y="227281"/>
                  </a:lnTo>
                  <a:lnTo>
                    <a:pt x="1418774" y="219084"/>
                  </a:lnTo>
                  <a:lnTo>
                    <a:pt x="1415653" y="211574"/>
                  </a:lnTo>
                  <a:lnTo>
                    <a:pt x="1410709" y="205117"/>
                  </a:lnTo>
                  <a:lnTo>
                    <a:pt x="1404156" y="200077"/>
                  </a:lnTo>
                  <a:lnTo>
                    <a:pt x="1174841" y="67683"/>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556" name="Google Shape;556;p11"/>
            <p:cNvSpPr/>
            <p:nvPr/>
          </p:nvSpPr>
          <p:spPr>
            <a:xfrm>
              <a:off x="15597738" y="8704035"/>
              <a:ext cx="1017905" cy="979804"/>
            </a:xfrm>
            <a:custGeom>
              <a:rect b="b" l="l" r="r" t="t"/>
              <a:pathLst>
                <a:path extrusionOk="0" h="979804" w="1017905">
                  <a:moveTo>
                    <a:pt x="1017780" y="0"/>
                  </a:moveTo>
                  <a:lnTo>
                    <a:pt x="0" y="587605"/>
                  </a:lnTo>
                  <a:lnTo>
                    <a:pt x="0" y="979352"/>
                  </a:lnTo>
                  <a:lnTo>
                    <a:pt x="1017780" y="391736"/>
                  </a:lnTo>
                  <a:lnTo>
                    <a:pt x="1017780" y="0"/>
                  </a:lnTo>
                  <a:close/>
                </a:path>
              </a:pathLst>
            </a:custGeom>
            <a:solidFill>
              <a:srgbClr val="00852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557" name="Google Shape;557;p11"/>
            <p:cNvSpPr/>
            <p:nvPr/>
          </p:nvSpPr>
          <p:spPr>
            <a:xfrm>
              <a:off x="15566331" y="8672624"/>
              <a:ext cx="1080769" cy="1042670"/>
            </a:xfrm>
            <a:custGeom>
              <a:rect b="b" l="l" r="r" t="t"/>
              <a:pathLst>
                <a:path extrusionOk="0" h="1042670" w="1080769">
                  <a:moveTo>
                    <a:pt x="1049193" y="0"/>
                  </a:moveTo>
                  <a:lnTo>
                    <a:pt x="15706" y="591814"/>
                  </a:lnTo>
                  <a:lnTo>
                    <a:pt x="0" y="619017"/>
                  </a:lnTo>
                  <a:lnTo>
                    <a:pt x="0" y="1010765"/>
                  </a:lnTo>
                  <a:lnTo>
                    <a:pt x="25988" y="1042177"/>
                  </a:lnTo>
                  <a:lnTo>
                    <a:pt x="36836" y="1042177"/>
                  </a:lnTo>
                  <a:lnTo>
                    <a:pt x="42260" y="1040774"/>
                  </a:lnTo>
                  <a:lnTo>
                    <a:pt x="188473" y="956358"/>
                  </a:lnTo>
                  <a:lnTo>
                    <a:pt x="62825" y="956358"/>
                  </a:lnTo>
                  <a:lnTo>
                    <a:pt x="62825" y="637153"/>
                  </a:lnTo>
                  <a:lnTo>
                    <a:pt x="1017780" y="85819"/>
                  </a:lnTo>
                  <a:lnTo>
                    <a:pt x="1080605" y="85819"/>
                  </a:lnTo>
                  <a:lnTo>
                    <a:pt x="1080605" y="31412"/>
                  </a:lnTo>
                  <a:lnTo>
                    <a:pt x="1057258" y="1052"/>
                  </a:lnTo>
                  <a:lnTo>
                    <a:pt x="1049193" y="0"/>
                  </a:lnTo>
                  <a:close/>
                </a:path>
                <a:path extrusionOk="0" h="1042670" w="1080769">
                  <a:moveTo>
                    <a:pt x="1080605" y="85819"/>
                  </a:moveTo>
                  <a:lnTo>
                    <a:pt x="1017780" y="85819"/>
                  </a:lnTo>
                  <a:lnTo>
                    <a:pt x="1017780" y="405013"/>
                  </a:lnTo>
                  <a:lnTo>
                    <a:pt x="62825" y="956358"/>
                  </a:lnTo>
                  <a:lnTo>
                    <a:pt x="188473" y="956358"/>
                  </a:lnTo>
                  <a:lnTo>
                    <a:pt x="1064899" y="450352"/>
                  </a:lnTo>
                  <a:lnTo>
                    <a:pt x="1071452" y="445313"/>
                  </a:lnTo>
                  <a:lnTo>
                    <a:pt x="1076396" y="438855"/>
                  </a:lnTo>
                  <a:lnTo>
                    <a:pt x="1079518" y="431346"/>
                  </a:lnTo>
                  <a:lnTo>
                    <a:pt x="1080605" y="423149"/>
                  </a:lnTo>
                  <a:lnTo>
                    <a:pt x="1080605" y="85819"/>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grpSp>
      <p:grpSp>
        <p:nvGrpSpPr>
          <p:cNvPr id="558" name="Google Shape;558;p11"/>
          <p:cNvGrpSpPr/>
          <p:nvPr/>
        </p:nvGrpSpPr>
        <p:grpSpPr>
          <a:xfrm>
            <a:off x="7813109" y="588449"/>
            <a:ext cx="645830" cy="562591"/>
            <a:chOff x="16509052" y="1189173"/>
            <a:chExt cx="1420030" cy="1237008"/>
          </a:xfrm>
        </p:grpSpPr>
        <p:sp>
          <p:nvSpPr>
            <p:cNvPr id="559" name="Google Shape;559;p11"/>
            <p:cNvSpPr/>
            <p:nvPr/>
          </p:nvSpPr>
          <p:spPr>
            <a:xfrm>
              <a:off x="16540466" y="1611140"/>
              <a:ext cx="1357630" cy="783589"/>
            </a:xfrm>
            <a:custGeom>
              <a:rect b="b" l="l" r="r" t="t"/>
              <a:pathLst>
                <a:path extrusionOk="0" h="783589" w="1357630">
                  <a:moveTo>
                    <a:pt x="339256" y="0"/>
                  </a:moveTo>
                  <a:lnTo>
                    <a:pt x="0" y="195868"/>
                  </a:lnTo>
                  <a:lnTo>
                    <a:pt x="1017770" y="783483"/>
                  </a:lnTo>
                  <a:lnTo>
                    <a:pt x="1357026" y="587605"/>
                  </a:lnTo>
                  <a:lnTo>
                    <a:pt x="339256"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560" name="Google Shape;560;p11"/>
            <p:cNvSpPr/>
            <p:nvPr/>
          </p:nvSpPr>
          <p:spPr>
            <a:xfrm>
              <a:off x="16509052" y="1579726"/>
              <a:ext cx="1419859" cy="846455"/>
            </a:xfrm>
            <a:custGeom>
              <a:rect b="b" l="l" r="r" t="t"/>
              <a:pathLst>
                <a:path extrusionOk="0" h="846455" w="1419859">
                  <a:moveTo>
                    <a:pt x="370669" y="0"/>
                  </a:moveTo>
                  <a:lnTo>
                    <a:pt x="15706" y="200077"/>
                  </a:lnTo>
                  <a:lnTo>
                    <a:pt x="0" y="227281"/>
                  </a:lnTo>
                  <a:lnTo>
                    <a:pt x="1087" y="235477"/>
                  </a:lnTo>
                  <a:lnTo>
                    <a:pt x="1038345" y="844906"/>
                  </a:lnTo>
                  <a:lnTo>
                    <a:pt x="1043769" y="846309"/>
                  </a:lnTo>
                  <a:lnTo>
                    <a:pt x="1054617" y="846309"/>
                  </a:lnTo>
                  <a:lnTo>
                    <a:pt x="1060041" y="844906"/>
                  </a:lnTo>
                  <a:lnTo>
                    <a:pt x="1174836" y="778625"/>
                  </a:lnTo>
                  <a:lnTo>
                    <a:pt x="1049193" y="778625"/>
                  </a:lnTo>
                  <a:lnTo>
                    <a:pt x="94237" y="227281"/>
                  </a:lnTo>
                  <a:lnTo>
                    <a:pt x="370669" y="67683"/>
                  </a:lnTo>
                  <a:lnTo>
                    <a:pt x="496318" y="67683"/>
                  </a:lnTo>
                  <a:lnTo>
                    <a:pt x="386375" y="4209"/>
                  </a:lnTo>
                  <a:lnTo>
                    <a:pt x="378734" y="1052"/>
                  </a:lnTo>
                  <a:lnTo>
                    <a:pt x="370669" y="0"/>
                  </a:lnTo>
                  <a:close/>
                </a:path>
                <a:path extrusionOk="0" h="846455" w="1419859">
                  <a:moveTo>
                    <a:pt x="496318" y="67683"/>
                  </a:moveTo>
                  <a:lnTo>
                    <a:pt x="370669" y="67683"/>
                  </a:lnTo>
                  <a:lnTo>
                    <a:pt x="1325624" y="619017"/>
                  </a:lnTo>
                  <a:lnTo>
                    <a:pt x="1049193" y="778625"/>
                  </a:lnTo>
                  <a:lnTo>
                    <a:pt x="1174836" y="778625"/>
                  </a:lnTo>
                  <a:lnTo>
                    <a:pt x="1404156" y="646221"/>
                  </a:lnTo>
                  <a:lnTo>
                    <a:pt x="1410709" y="641181"/>
                  </a:lnTo>
                  <a:lnTo>
                    <a:pt x="1415653" y="634724"/>
                  </a:lnTo>
                  <a:lnTo>
                    <a:pt x="1418774" y="627214"/>
                  </a:lnTo>
                  <a:lnTo>
                    <a:pt x="1419862" y="619017"/>
                  </a:lnTo>
                  <a:lnTo>
                    <a:pt x="1418774" y="610825"/>
                  </a:lnTo>
                  <a:lnTo>
                    <a:pt x="1415653" y="603315"/>
                  </a:lnTo>
                  <a:lnTo>
                    <a:pt x="1410709" y="596855"/>
                  </a:lnTo>
                  <a:lnTo>
                    <a:pt x="1404156" y="591814"/>
                  </a:lnTo>
                  <a:lnTo>
                    <a:pt x="496318" y="67683"/>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561" name="Google Shape;561;p11"/>
            <p:cNvSpPr/>
            <p:nvPr/>
          </p:nvSpPr>
          <p:spPr>
            <a:xfrm>
              <a:off x="16879727" y="1220585"/>
              <a:ext cx="1017905" cy="978535"/>
            </a:xfrm>
            <a:custGeom>
              <a:rect b="b" l="l" r="r" t="t"/>
              <a:pathLst>
                <a:path extrusionOk="0" h="978535" w="1017905">
                  <a:moveTo>
                    <a:pt x="0" y="0"/>
                  </a:moveTo>
                  <a:lnTo>
                    <a:pt x="0" y="390553"/>
                  </a:lnTo>
                  <a:lnTo>
                    <a:pt x="1017770" y="978158"/>
                  </a:lnTo>
                  <a:lnTo>
                    <a:pt x="1017770" y="586421"/>
                  </a:lnTo>
                  <a:lnTo>
                    <a:pt x="0" y="0"/>
                  </a:lnTo>
                  <a:close/>
                </a:path>
              </a:pathLst>
            </a:custGeom>
            <a:solidFill>
              <a:srgbClr val="F9C80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562" name="Google Shape;562;p11"/>
            <p:cNvSpPr/>
            <p:nvPr/>
          </p:nvSpPr>
          <p:spPr>
            <a:xfrm>
              <a:off x="16848313" y="1189173"/>
              <a:ext cx="1080769" cy="1041400"/>
            </a:xfrm>
            <a:custGeom>
              <a:rect b="b" l="l" r="r" t="t"/>
              <a:pathLst>
                <a:path extrusionOk="0" h="1041400" w="1080769">
                  <a:moveTo>
                    <a:pt x="31389" y="0"/>
                  </a:moveTo>
                  <a:lnTo>
                    <a:pt x="1086" y="23218"/>
                  </a:lnTo>
                  <a:lnTo>
                    <a:pt x="0" y="31408"/>
                  </a:lnTo>
                  <a:lnTo>
                    <a:pt x="0" y="421962"/>
                  </a:lnTo>
                  <a:lnTo>
                    <a:pt x="1038334" y="1039587"/>
                  </a:lnTo>
                  <a:lnTo>
                    <a:pt x="1043758" y="1040990"/>
                  </a:lnTo>
                  <a:lnTo>
                    <a:pt x="1054606" y="1040990"/>
                  </a:lnTo>
                  <a:lnTo>
                    <a:pt x="1080595" y="1009577"/>
                  </a:lnTo>
                  <a:lnTo>
                    <a:pt x="1080595" y="955171"/>
                  </a:lnTo>
                  <a:lnTo>
                    <a:pt x="1017770" y="955171"/>
                  </a:lnTo>
                  <a:lnTo>
                    <a:pt x="62825" y="403826"/>
                  </a:lnTo>
                  <a:lnTo>
                    <a:pt x="62825" y="85763"/>
                  </a:lnTo>
                  <a:lnTo>
                    <a:pt x="188664" y="85763"/>
                  </a:lnTo>
                  <a:lnTo>
                    <a:pt x="47098" y="4194"/>
                  </a:lnTo>
                  <a:lnTo>
                    <a:pt x="39452" y="1045"/>
                  </a:lnTo>
                  <a:lnTo>
                    <a:pt x="31389" y="0"/>
                  </a:lnTo>
                  <a:close/>
                </a:path>
                <a:path extrusionOk="0" h="1041400" w="1080769">
                  <a:moveTo>
                    <a:pt x="188664" y="85763"/>
                  </a:moveTo>
                  <a:lnTo>
                    <a:pt x="62825" y="85763"/>
                  </a:lnTo>
                  <a:lnTo>
                    <a:pt x="1017770" y="635987"/>
                  </a:lnTo>
                  <a:lnTo>
                    <a:pt x="1017770" y="955171"/>
                  </a:lnTo>
                  <a:lnTo>
                    <a:pt x="1080595" y="955171"/>
                  </a:lnTo>
                  <a:lnTo>
                    <a:pt x="1080595" y="617830"/>
                  </a:lnTo>
                  <a:lnTo>
                    <a:pt x="1079505" y="609627"/>
                  </a:lnTo>
                  <a:lnTo>
                    <a:pt x="1076379" y="602115"/>
                  </a:lnTo>
                  <a:lnTo>
                    <a:pt x="1071429" y="595656"/>
                  </a:lnTo>
                  <a:lnTo>
                    <a:pt x="1064868" y="590616"/>
                  </a:lnTo>
                  <a:lnTo>
                    <a:pt x="188664" y="85763"/>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563" name="Google Shape;563;p11"/>
            <p:cNvSpPr/>
            <p:nvPr/>
          </p:nvSpPr>
          <p:spPr>
            <a:xfrm>
              <a:off x="16540466" y="1220586"/>
              <a:ext cx="339725" cy="586739"/>
            </a:xfrm>
            <a:custGeom>
              <a:rect b="b" l="l" r="r" t="t"/>
              <a:pathLst>
                <a:path extrusionOk="0" h="586739" w="339725">
                  <a:moveTo>
                    <a:pt x="339256" y="0"/>
                  </a:moveTo>
                  <a:lnTo>
                    <a:pt x="0" y="194685"/>
                  </a:lnTo>
                  <a:lnTo>
                    <a:pt x="0" y="586421"/>
                  </a:lnTo>
                  <a:lnTo>
                    <a:pt x="339256" y="390553"/>
                  </a:lnTo>
                  <a:lnTo>
                    <a:pt x="339256"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564" name="Google Shape;564;p11"/>
            <p:cNvSpPr/>
            <p:nvPr/>
          </p:nvSpPr>
          <p:spPr>
            <a:xfrm>
              <a:off x="16509052" y="1189173"/>
              <a:ext cx="402590" cy="649605"/>
            </a:xfrm>
            <a:custGeom>
              <a:rect b="b" l="l" r="r" t="t"/>
              <a:pathLst>
                <a:path extrusionOk="0" h="649605" w="402590">
                  <a:moveTo>
                    <a:pt x="370742" y="0"/>
                  </a:moveTo>
                  <a:lnTo>
                    <a:pt x="15779" y="198851"/>
                  </a:lnTo>
                  <a:lnTo>
                    <a:pt x="0" y="226096"/>
                  </a:lnTo>
                  <a:lnTo>
                    <a:pt x="0" y="617833"/>
                  </a:lnTo>
                  <a:lnTo>
                    <a:pt x="25988" y="649245"/>
                  </a:lnTo>
                  <a:lnTo>
                    <a:pt x="36836" y="649245"/>
                  </a:lnTo>
                  <a:lnTo>
                    <a:pt x="42260" y="647842"/>
                  </a:lnTo>
                  <a:lnTo>
                    <a:pt x="188474" y="563426"/>
                  </a:lnTo>
                  <a:lnTo>
                    <a:pt x="62825" y="563426"/>
                  </a:lnTo>
                  <a:lnTo>
                    <a:pt x="62825" y="244284"/>
                  </a:lnTo>
                  <a:lnTo>
                    <a:pt x="339256" y="85661"/>
                  </a:lnTo>
                  <a:lnTo>
                    <a:pt x="402081" y="85661"/>
                  </a:lnTo>
                  <a:lnTo>
                    <a:pt x="402081" y="31411"/>
                  </a:lnTo>
                  <a:lnTo>
                    <a:pt x="378796" y="1066"/>
                  </a:lnTo>
                  <a:lnTo>
                    <a:pt x="370742" y="0"/>
                  </a:lnTo>
                  <a:close/>
                </a:path>
                <a:path extrusionOk="0" h="649605" w="402590">
                  <a:moveTo>
                    <a:pt x="402081" y="85661"/>
                  </a:moveTo>
                  <a:lnTo>
                    <a:pt x="339256" y="85661"/>
                  </a:lnTo>
                  <a:lnTo>
                    <a:pt x="339256" y="403829"/>
                  </a:lnTo>
                  <a:lnTo>
                    <a:pt x="62825" y="563426"/>
                  </a:lnTo>
                  <a:lnTo>
                    <a:pt x="188474" y="563426"/>
                  </a:lnTo>
                  <a:lnTo>
                    <a:pt x="386375" y="449168"/>
                  </a:lnTo>
                  <a:lnTo>
                    <a:pt x="392933" y="444128"/>
                  </a:lnTo>
                  <a:lnTo>
                    <a:pt x="397876" y="437671"/>
                  </a:lnTo>
                  <a:lnTo>
                    <a:pt x="400995" y="430161"/>
                  </a:lnTo>
                  <a:lnTo>
                    <a:pt x="402081" y="421964"/>
                  </a:lnTo>
                  <a:lnTo>
                    <a:pt x="402081" y="85661"/>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grpSp>
      <p:sp>
        <p:nvSpPr>
          <p:cNvPr id="565" name="Google Shape;565;p11"/>
          <p:cNvSpPr txBox="1"/>
          <p:nvPr>
            <p:ph type="title"/>
          </p:nvPr>
        </p:nvSpPr>
        <p:spPr>
          <a:xfrm>
            <a:off x="446650" y="2270325"/>
            <a:ext cx="6355500" cy="443400"/>
          </a:xfrm>
          <a:prstGeom prst="rect">
            <a:avLst/>
          </a:prstGeom>
          <a:noFill/>
          <a:ln>
            <a:noFill/>
          </a:ln>
        </p:spPr>
        <p:txBody>
          <a:bodyPr anchorCtr="0" anchor="t" bIns="0" lIns="0" spcFirstLastPara="1" rIns="0" wrap="square" tIns="0">
            <a:noAutofit/>
          </a:bodyPr>
          <a:lstStyle>
            <a:lvl1pPr lvl="0" marR="0" rtl="0" algn="l">
              <a:lnSpc>
                <a:spcPct val="80000"/>
              </a:lnSpc>
              <a:spcBef>
                <a:spcPts val="0"/>
              </a:spcBef>
              <a:spcAft>
                <a:spcPts val="0"/>
              </a:spcAft>
              <a:buClr>
                <a:schemeClr val="lt1"/>
              </a:buClr>
              <a:buSzPts val="3600"/>
              <a:buFont typeface="Proxima Nova"/>
              <a:buNone/>
              <a:defRPr b="1" i="0" sz="3600" u="none" cap="none" strike="noStrike">
                <a:solidFill>
                  <a:schemeClr val="lt1"/>
                </a:solidFill>
                <a:latin typeface="Proxima Nova"/>
                <a:ea typeface="Proxima Nova"/>
                <a:cs typeface="Proxima Nova"/>
                <a:sym typeface="Proxima Nova"/>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566" name="Google Shape;566;p11"/>
          <p:cNvSpPr txBox="1"/>
          <p:nvPr>
            <p:ph idx="1" type="subTitle"/>
          </p:nvPr>
        </p:nvSpPr>
        <p:spPr>
          <a:xfrm>
            <a:off x="446650" y="2754300"/>
            <a:ext cx="6355500" cy="295500"/>
          </a:xfrm>
          <a:prstGeom prst="rect">
            <a:avLst/>
          </a:prstGeom>
          <a:noFill/>
          <a:ln>
            <a:noFill/>
          </a:ln>
        </p:spPr>
        <p:txBody>
          <a:bodyPr anchorCtr="0" anchor="t" bIns="0" lIns="0" spcFirstLastPara="1" rIns="0" wrap="square" tIns="0">
            <a:noAutofit/>
          </a:bodyPr>
          <a:lstStyle>
            <a:lvl1pPr lvl="0" marR="0" rtl="0" algn="l">
              <a:lnSpc>
                <a:spcPct val="80000"/>
              </a:lnSpc>
              <a:spcBef>
                <a:spcPts val="0"/>
              </a:spcBef>
              <a:spcAft>
                <a:spcPts val="0"/>
              </a:spcAft>
              <a:buClr>
                <a:srgbClr val="CCCCCC"/>
              </a:buClr>
              <a:buSzPts val="2400"/>
              <a:buFont typeface="Proxima Nova"/>
              <a:buNone/>
              <a:defRPr b="0" i="0" sz="2400" u="none" cap="none" strike="noStrike">
                <a:solidFill>
                  <a:srgbClr val="CCCCCC"/>
                </a:solidFill>
                <a:latin typeface="Proxima Nova"/>
                <a:ea typeface="Proxima Nova"/>
                <a:cs typeface="Proxima Nova"/>
                <a:sym typeface="Proxima Nova"/>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pic>
        <p:nvPicPr>
          <p:cNvPr id="567" name="Google Shape;567;p11"/>
          <p:cNvPicPr preferRelativeResize="0"/>
          <p:nvPr/>
        </p:nvPicPr>
        <p:blipFill rotWithShape="1">
          <a:blip r:embed="rId2">
            <a:alphaModFix/>
          </a:blip>
          <a:srcRect b="0" l="0" r="0" t="0"/>
          <a:stretch/>
        </p:blipFill>
        <p:spPr>
          <a:xfrm>
            <a:off x="446578" y="296474"/>
            <a:ext cx="447435" cy="586800"/>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 Blue Background">
  <p:cSld name="Section 3_1">
    <p:bg>
      <p:bgPr>
        <a:solidFill>
          <a:schemeClr val="accent1"/>
        </a:solidFill>
      </p:bgPr>
    </p:bg>
    <p:spTree>
      <p:nvGrpSpPr>
        <p:cNvPr id="568" name="Shape 568"/>
        <p:cNvGrpSpPr/>
        <p:nvPr/>
      </p:nvGrpSpPr>
      <p:grpSpPr>
        <a:xfrm>
          <a:off x="0" y="0"/>
          <a:ext cx="0" cy="0"/>
          <a:chOff x="0" y="0"/>
          <a:chExt cx="0" cy="0"/>
        </a:xfrm>
      </p:grpSpPr>
      <p:sp>
        <p:nvSpPr>
          <p:cNvPr id="569" name="Google Shape;569;p12"/>
          <p:cNvSpPr txBox="1"/>
          <p:nvPr>
            <p:ph type="title"/>
          </p:nvPr>
        </p:nvSpPr>
        <p:spPr>
          <a:xfrm>
            <a:off x="446650" y="2270325"/>
            <a:ext cx="6355500" cy="443400"/>
          </a:xfrm>
          <a:prstGeom prst="rect">
            <a:avLst/>
          </a:prstGeom>
          <a:noFill/>
          <a:ln>
            <a:noFill/>
          </a:ln>
        </p:spPr>
        <p:txBody>
          <a:bodyPr anchorCtr="0" anchor="t" bIns="0" lIns="0" spcFirstLastPara="1" rIns="0" wrap="square" tIns="0">
            <a:noAutofit/>
          </a:bodyPr>
          <a:lstStyle>
            <a:lvl1pPr lvl="0" marR="0" rtl="0" algn="l">
              <a:lnSpc>
                <a:spcPct val="80000"/>
              </a:lnSpc>
              <a:spcBef>
                <a:spcPts val="0"/>
              </a:spcBef>
              <a:spcAft>
                <a:spcPts val="0"/>
              </a:spcAft>
              <a:buClr>
                <a:schemeClr val="lt1"/>
              </a:buClr>
              <a:buSzPts val="3600"/>
              <a:buFont typeface="Proxima Nova"/>
              <a:buNone/>
              <a:defRPr b="1" i="0" sz="3600" u="none" cap="none" strike="noStrike">
                <a:solidFill>
                  <a:schemeClr val="lt1"/>
                </a:solidFill>
                <a:latin typeface="Proxima Nova"/>
                <a:ea typeface="Proxima Nova"/>
                <a:cs typeface="Proxima Nova"/>
                <a:sym typeface="Proxima Nova"/>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570" name="Google Shape;570;p12"/>
          <p:cNvSpPr txBox="1"/>
          <p:nvPr>
            <p:ph idx="1" type="subTitle"/>
          </p:nvPr>
        </p:nvSpPr>
        <p:spPr>
          <a:xfrm>
            <a:off x="446650" y="2754300"/>
            <a:ext cx="6355500" cy="295500"/>
          </a:xfrm>
          <a:prstGeom prst="rect">
            <a:avLst/>
          </a:prstGeom>
          <a:noFill/>
          <a:ln>
            <a:noFill/>
          </a:ln>
        </p:spPr>
        <p:txBody>
          <a:bodyPr anchorCtr="0" anchor="t" bIns="0" lIns="0" spcFirstLastPara="1" rIns="0" wrap="square" tIns="0">
            <a:noAutofit/>
          </a:bodyPr>
          <a:lstStyle>
            <a:lvl1pPr lvl="0" marR="0" rtl="0" algn="l">
              <a:lnSpc>
                <a:spcPct val="80000"/>
              </a:lnSpc>
              <a:spcBef>
                <a:spcPts val="0"/>
              </a:spcBef>
              <a:spcAft>
                <a:spcPts val="0"/>
              </a:spcAft>
              <a:buClr>
                <a:srgbClr val="CCCCCC"/>
              </a:buClr>
              <a:buSzPts val="2400"/>
              <a:buFont typeface="Proxima Nova"/>
              <a:buNone/>
              <a:defRPr b="0" i="0" sz="2400" u="none" cap="none" strike="noStrike">
                <a:solidFill>
                  <a:srgbClr val="CCCCCC"/>
                </a:solidFill>
                <a:latin typeface="Proxima Nova"/>
                <a:ea typeface="Proxima Nova"/>
                <a:cs typeface="Proxima Nova"/>
                <a:sym typeface="Proxima Nova"/>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pic>
        <p:nvPicPr>
          <p:cNvPr id="571" name="Google Shape;571;p12"/>
          <p:cNvPicPr preferRelativeResize="0"/>
          <p:nvPr/>
        </p:nvPicPr>
        <p:blipFill rotWithShape="1">
          <a:blip r:embed="rId2">
            <a:alphaModFix/>
          </a:blip>
          <a:srcRect b="0" l="0" r="0" t="0"/>
          <a:stretch/>
        </p:blipFill>
        <p:spPr>
          <a:xfrm>
            <a:off x="447090" y="297849"/>
            <a:ext cx="446400" cy="584039"/>
          </a:xfrm>
          <a:prstGeom prst="rect">
            <a:avLst/>
          </a:prstGeom>
          <a:noFill/>
          <a:ln>
            <a:noFill/>
          </a:ln>
        </p:spPr>
      </p:pic>
      <p:grpSp>
        <p:nvGrpSpPr>
          <p:cNvPr id="572" name="Google Shape;572;p12"/>
          <p:cNvGrpSpPr/>
          <p:nvPr/>
        </p:nvGrpSpPr>
        <p:grpSpPr>
          <a:xfrm>
            <a:off x="7665458" y="3775321"/>
            <a:ext cx="645983" cy="563130"/>
            <a:chOff x="15566331" y="8672624"/>
            <a:chExt cx="1420368" cy="1238192"/>
          </a:xfrm>
        </p:grpSpPr>
        <p:sp>
          <p:nvSpPr>
            <p:cNvPr id="573" name="Google Shape;573;p12"/>
            <p:cNvSpPr/>
            <p:nvPr/>
          </p:nvSpPr>
          <p:spPr>
            <a:xfrm>
              <a:off x="16615519" y="8704035"/>
              <a:ext cx="339725" cy="588009"/>
            </a:xfrm>
            <a:custGeom>
              <a:rect b="b" l="l" r="r" t="t"/>
              <a:pathLst>
                <a:path extrusionOk="0" h="588009" w="339725">
                  <a:moveTo>
                    <a:pt x="0" y="0"/>
                  </a:moveTo>
                  <a:lnTo>
                    <a:pt x="0" y="391736"/>
                  </a:lnTo>
                  <a:lnTo>
                    <a:pt x="339256" y="587605"/>
                  </a:lnTo>
                  <a:lnTo>
                    <a:pt x="339256" y="195868"/>
                  </a:lnTo>
                  <a:lnTo>
                    <a:pt x="0"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574" name="Google Shape;574;p12"/>
            <p:cNvSpPr/>
            <p:nvPr/>
          </p:nvSpPr>
          <p:spPr>
            <a:xfrm>
              <a:off x="16584109" y="8672625"/>
              <a:ext cx="402590" cy="650875"/>
            </a:xfrm>
            <a:custGeom>
              <a:rect b="b" l="l" r="r" t="t"/>
              <a:pathLst>
                <a:path extrusionOk="0" h="650875" w="402590">
                  <a:moveTo>
                    <a:pt x="31412" y="0"/>
                  </a:moveTo>
                  <a:lnTo>
                    <a:pt x="1087" y="23215"/>
                  </a:lnTo>
                  <a:lnTo>
                    <a:pt x="0" y="31412"/>
                  </a:lnTo>
                  <a:lnTo>
                    <a:pt x="0" y="423149"/>
                  </a:lnTo>
                  <a:lnTo>
                    <a:pt x="359821" y="649027"/>
                  </a:lnTo>
                  <a:lnTo>
                    <a:pt x="365245" y="650430"/>
                  </a:lnTo>
                  <a:lnTo>
                    <a:pt x="376093" y="650430"/>
                  </a:lnTo>
                  <a:lnTo>
                    <a:pt x="402081" y="619017"/>
                  </a:lnTo>
                  <a:lnTo>
                    <a:pt x="402081" y="564611"/>
                  </a:lnTo>
                  <a:lnTo>
                    <a:pt x="339256" y="564611"/>
                  </a:lnTo>
                  <a:lnTo>
                    <a:pt x="62825" y="405013"/>
                  </a:lnTo>
                  <a:lnTo>
                    <a:pt x="62825" y="85819"/>
                  </a:lnTo>
                  <a:lnTo>
                    <a:pt x="188472" y="85819"/>
                  </a:lnTo>
                  <a:lnTo>
                    <a:pt x="47118" y="4209"/>
                  </a:lnTo>
                  <a:lnTo>
                    <a:pt x="39477" y="1052"/>
                  </a:lnTo>
                  <a:lnTo>
                    <a:pt x="31412" y="0"/>
                  </a:lnTo>
                  <a:close/>
                </a:path>
                <a:path extrusionOk="0" h="650875" w="402590">
                  <a:moveTo>
                    <a:pt x="188472" y="85819"/>
                  </a:moveTo>
                  <a:lnTo>
                    <a:pt x="62825" y="85819"/>
                  </a:lnTo>
                  <a:lnTo>
                    <a:pt x="339256" y="245416"/>
                  </a:lnTo>
                  <a:lnTo>
                    <a:pt x="339256" y="564611"/>
                  </a:lnTo>
                  <a:lnTo>
                    <a:pt x="402081" y="564611"/>
                  </a:lnTo>
                  <a:lnTo>
                    <a:pt x="402081" y="227281"/>
                  </a:lnTo>
                  <a:lnTo>
                    <a:pt x="400994" y="219084"/>
                  </a:lnTo>
                  <a:lnTo>
                    <a:pt x="397872" y="211574"/>
                  </a:lnTo>
                  <a:lnTo>
                    <a:pt x="392929" y="205117"/>
                  </a:lnTo>
                  <a:lnTo>
                    <a:pt x="386375" y="200077"/>
                  </a:lnTo>
                  <a:lnTo>
                    <a:pt x="188472" y="85819"/>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575" name="Google Shape;575;p12"/>
            <p:cNvSpPr/>
            <p:nvPr/>
          </p:nvSpPr>
          <p:spPr>
            <a:xfrm>
              <a:off x="15597742" y="9095775"/>
              <a:ext cx="1357630" cy="783590"/>
            </a:xfrm>
            <a:custGeom>
              <a:rect b="b" l="l" r="r" t="t"/>
              <a:pathLst>
                <a:path extrusionOk="0" h="783590" w="1357630">
                  <a:moveTo>
                    <a:pt x="1017780" y="0"/>
                  </a:moveTo>
                  <a:lnTo>
                    <a:pt x="0" y="587615"/>
                  </a:lnTo>
                  <a:lnTo>
                    <a:pt x="339267" y="783483"/>
                  </a:lnTo>
                  <a:lnTo>
                    <a:pt x="1357037" y="195868"/>
                  </a:lnTo>
                  <a:lnTo>
                    <a:pt x="1017780"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576" name="Google Shape;576;p12"/>
            <p:cNvSpPr/>
            <p:nvPr/>
          </p:nvSpPr>
          <p:spPr>
            <a:xfrm>
              <a:off x="15566331" y="9064362"/>
              <a:ext cx="1419859" cy="846454"/>
            </a:xfrm>
            <a:custGeom>
              <a:rect b="b" l="l" r="r" t="t"/>
              <a:pathLst>
                <a:path extrusionOk="0" h="846454" w="1419859">
                  <a:moveTo>
                    <a:pt x="1049189" y="0"/>
                  </a:moveTo>
                  <a:lnTo>
                    <a:pt x="15706" y="591824"/>
                  </a:lnTo>
                  <a:lnTo>
                    <a:pt x="0" y="619028"/>
                  </a:lnTo>
                  <a:lnTo>
                    <a:pt x="1087" y="627225"/>
                  </a:lnTo>
                  <a:lnTo>
                    <a:pt x="359831" y="844906"/>
                  </a:lnTo>
                  <a:lnTo>
                    <a:pt x="365245" y="846309"/>
                  </a:lnTo>
                  <a:lnTo>
                    <a:pt x="376093" y="846309"/>
                  </a:lnTo>
                  <a:lnTo>
                    <a:pt x="381527" y="844906"/>
                  </a:lnTo>
                  <a:lnTo>
                    <a:pt x="496327" y="778625"/>
                  </a:lnTo>
                  <a:lnTo>
                    <a:pt x="370669" y="778625"/>
                  </a:lnTo>
                  <a:lnTo>
                    <a:pt x="94237" y="619028"/>
                  </a:lnTo>
                  <a:lnTo>
                    <a:pt x="1049193" y="67683"/>
                  </a:lnTo>
                  <a:lnTo>
                    <a:pt x="1174841" y="67683"/>
                  </a:lnTo>
                  <a:lnTo>
                    <a:pt x="1064899" y="4209"/>
                  </a:lnTo>
                  <a:lnTo>
                    <a:pt x="1057256" y="1052"/>
                  </a:lnTo>
                  <a:lnTo>
                    <a:pt x="1049189" y="0"/>
                  </a:lnTo>
                  <a:close/>
                </a:path>
                <a:path extrusionOk="0" h="846454" w="1419859">
                  <a:moveTo>
                    <a:pt x="1174841" y="67683"/>
                  </a:moveTo>
                  <a:lnTo>
                    <a:pt x="1049193" y="67683"/>
                  </a:lnTo>
                  <a:lnTo>
                    <a:pt x="1325624" y="227281"/>
                  </a:lnTo>
                  <a:lnTo>
                    <a:pt x="370669" y="778625"/>
                  </a:lnTo>
                  <a:lnTo>
                    <a:pt x="496327" y="778625"/>
                  </a:lnTo>
                  <a:lnTo>
                    <a:pt x="1404156" y="254484"/>
                  </a:lnTo>
                  <a:lnTo>
                    <a:pt x="1419862" y="227281"/>
                  </a:lnTo>
                  <a:lnTo>
                    <a:pt x="1418774" y="219084"/>
                  </a:lnTo>
                  <a:lnTo>
                    <a:pt x="1415653" y="211574"/>
                  </a:lnTo>
                  <a:lnTo>
                    <a:pt x="1410709" y="205117"/>
                  </a:lnTo>
                  <a:lnTo>
                    <a:pt x="1404156" y="200077"/>
                  </a:lnTo>
                  <a:lnTo>
                    <a:pt x="1174841" y="67683"/>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577" name="Google Shape;577;p12"/>
            <p:cNvSpPr/>
            <p:nvPr/>
          </p:nvSpPr>
          <p:spPr>
            <a:xfrm>
              <a:off x="15597738" y="8704035"/>
              <a:ext cx="1017905" cy="979804"/>
            </a:xfrm>
            <a:custGeom>
              <a:rect b="b" l="l" r="r" t="t"/>
              <a:pathLst>
                <a:path extrusionOk="0" h="979804" w="1017905">
                  <a:moveTo>
                    <a:pt x="1017780" y="0"/>
                  </a:moveTo>
                  <a:lnTo>
                    <a:pt x="0" y="587605"/>
                  </a:lnTo>
                  <a:lnTo>
                    <a:pt x="0" y="979352"/>
                  </a:lnTo>
                  <a:lnTo>
                    <a:pt x="1017780" y="391736"/>
                  </a:lnTo>
                  <a:lnTo>
                    <a:pt x="1017780" y="0"/>
                  </a:lnTo>
                  <a:close/>
                </a:path>
              </a:pathLst>
            </a:custGeom>
            <a:solidFill>
              <a:srgbClr val="00852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578" name="Google Shape;578;p12"/>
            <p:cNvSpPr/>
            <p:nvPr/>
          </p:nvSpPr>
          <p:spPr>
            <a:xfrm>
              <a:off x="15566331" y="8672624"/>
              <a:ext cx="1080769" cy="1042670"/>
            </a:xfrm>
            <a:custGeom>
              <a:rect b="b" l="l" r="r" t="t"/>
              <a:pathLst>
                <a:path extrusionOk="0" h="1042670" w="1080769">
                  <a:moveTo>
                    <a:pt x="1049193" y="0"/>
                  </a:moveTo>
                  <a:lnTo>
                    <a:pt x="15706" y="591814"/>
                  </a:lnTo>
                  <a:lnTo>
                    <a:pt x="0" y="619017"/>
                  </a:lnTo>
                  <a:lnTo>
                    <a:pt x="0" y="1010765"/>
                  </a:lnTo>
                  <a:lnTo>
                    <a:pt x="25988" y="1042177"/>
                  </a:lnTo>
                  <a:lnTo>
                    <a:pt x="36836" y="1042177"/>
                  </a:lnTo>
                  <a:lnTo>
                    <a:pt x="42260" y="1040774"/>
                  </a:lnTo>
                  <a:lnTo>
                    <a:pt x="188473" y="956358"/>
                  </a:lnTo>
                  <a:lnTo>
                    <a:pt x="62825" y="956358"/>
                  </a:lnTo>
                  <a:lnTo>
                    <a:pt x="62825" y="637153"/>
                  </a:lnTo>
                  <a:lnTo>
                    <a:pt x="1017780" y="85819"/>
                  </a:lnTo>
                  <a:lnTo>
                    <a:pt x="1080605" y="85819"/>
                  </a:lnTo>
                  <a:lnTo>
                    <a:pt x="1080605" y="31412"/>
                  </a:lnTo>
                  <a:lnTo>
                    <a:pt x="1057258" y="1052"/>
                  </a:lnTo>
                  <a:lnTo>
                    <a:pt x="1049193" y="0"/>
                  </a:lnTo>
                  <a:close/>
                </a:path>
                <a:path extrusionOk="0" h="1042670" w="1080769">
                  <a:moveTo>
                    <a:pt x="1080605" y="85819"/>
                  </a:moveTo>
                  <a:lnTo>
                    <a:pt x="1017780" y="85819"/>
                  </a:lnTo>
                  <a:lnTo>
                    <a:pt x="1017780" y="405013"/>
                  </a:lnTo>
                  <a:lnTo>
                    <a:pt x="62825" y="956358"/>
                  </a:lnTo>
                  <a:lnTo>
                    <a:pt x="188473" y="956358"/>
                  </a:lnTo>
                  <a:lnTo>
                    <a:pt x="1064899" y="450352"/>
                  </a:lnTo>
                  <a:lnTo>
                    <a:pt x="1071452" y="445313"/>
                  </a:lnTo>
                  <a:lnTo>
                    <a:pt x="1076396" y="438855"/>
                  </a:lnTo>
                  <a:lnTo>
                    <a:pt x="1079518" y="431346"/>
                  </a:lnTo>
                  <a:lnTo>
                    <a:pt x="1080605" y="423149"/>
                  </a:lnTo>
                  <a:lnTo>
                    <a:pt x="1080605" y="85819"/>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grpSp>
      <p:grpSp>
        <p:nvGrpSpPr>
          <p:cNvPr id="579" name="Google Shape;579;p12"/>
          <p:cNvGrpSpPr/>
          <p:nvPr/>
        </p:nvGrpSpPr>
        <p:grpSpPr>
          <a:xfrm rot="10800000">
            <a:off x="6939759" y="2660724"/>
            <a:ext cx="645830" cy="562591"/>
            <a:chOff x="16509052" y="1189173"/>
            <a:chExt cx="1420030" cy="1237008"/>
          </a:xfrm>
        </p:grpSpPr>
        <p:sp>
          <p:nvSpPr>
            <p:cNvPr id="580" name="Google Shape;580;p12"/>
            <p:cNvSpPr/>
            <p:nvPr/>
          </p:nvSpPr>
          <p:spPr>
            <a:xfrm>
              <a:off x="16540466" y="1611140"/>
              <a:ext cx="1357630" cy="783589"/>
            </a:xfrm>
            <a:custGeom>
              <a:rect b="b" l="l" r="r" t="t"/>
              <a:pathLst>
                <a:path extrusionOk="0" h="783589" w="1357630">
                  <a:moveTo>
                    <a:pt x="339256" y="0"/>
                  </a:moveTo>
                  <a:lnTo>
                    <a:pt x="0" y="195868"/>
                  </a:lnTo>
                  <a:lnTo>
                    <a:pt x="1017770" y="783483"/>
                  </a:lnTo>
                  <a:lnTo>
                    <a:pt x="1357026" y="587605"/>
                  </a:lnTo>
                  <a:lnTo>
                    <a:pt x="339256"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581" name="Google Shape;581;p12"/>
            <p:cNvSpPr/>
            <p:nvPr/>
          </p:nvSpPr>
          <p:spPr>
            <a:xfrm>
              <a:off x="16509052" y="1579726"/>
              <a:ext cx="1419859" cy="846455"/>
            </a:xfrm>
            <a:custGeom>
              <a:rect b="b" l="l" r="r" t="t"/>
              <a:pathLst>
                <a:path extrusionOk="0" h="846455" w="1419859">
                  <a:moveTo>
                    <a:pt x="370669" y="0"/>
                  </a:moveTo>
                  <a:lnTo>
                    <a:pt x="15706" y="200077"/>
                  </a:lnTo>
                  <a:lnTo>
                    <a:pt x="0" y="227281"/>
                  </a:lnTo>
                  <a:lnTo>
                    <a:pt x="1087" y="235477"/>
                  </a:lnTo>
                  <a:lnTo>
                    <a:pt x="1038345" y="844906"/>
                  </a:lnTo>
                  <a:lnTo>
                    <a:pt x="1043769" y="846309"/>
                  </a:lnTo>
                  <a:lnTo>
                    <a:pt x="1054617" y="846309"/>
                  </a:lnTo>
                  <a:lnTo>
                    <a:pt x="1060041" y="844906"/>
                  </a:lnTo>
                  <a:lnTo>
                    <a:pt x="1174836" y="778625"/>
                  </a:lnTo>
                  <a:lnTo>
                    <a:pt x="1049193" y="778625"/>
                  </a:lnTo>
                  <a:lnTo>
                    <a:pt x="94237" y="227281"/>
                  </a:lnTo>
                  <a:lnTo>
                    <a:pt x="370669" y="67683"/>
                  </a:lnTo>
                  <a:lnTo>
                    <a:pt x="496318" y="67683"/>
                  </a:lnTo>
                  <a:lnTo>
                    <a:pt x="386375" y="4209"/>
                  </a:lnTo>
                  <a:lnTo>
                    <a:pt x="378734" y="1052"/>
                  </a:lnTo>
                  <a:lnTo>
                    <a:pt x="370669" y="0"/>
                  </a:lnTo>
                  <a:close/>
                </a:path>
                <a:path extrusionOk="0" h="846455" w="1419859">
                  <a:moveTo>
                    <a:pt x="496318" y="67683"/>
                  </a:moveTo>
                  <a:lnTo>
                    <a:pt x="370669" y="67683"/>
                  </a:lnTo>
                  <a:lnTo>
                    <a:pt x="1325624" y="619017"/>
                  </a:lnTo>
                  <a:lnTo>
                    <a:pt x="1049193" y="778625"/>
                  </a:lnTo>
                  <a:lnTo>
                    <a:pt x="1174836" y="778625"/>
                  </a:lnTo>
                  <a:lnTo>
                    <a:pt x="1404156" y="646221"/>
                  </a:lnTo>
                  <a:lnTo>
                    <a:pt x="1410709" y="641181"/>
                  </a:lnTo>
                  <a:lnTo>
                    <a:pt x="1415653" y="634724"/>
                  </a:lnTo>
                  <a:lnTo>
                    <a:pt x="1418774" y="627214"/>
                  </a:lnTo>
                  <a:lnTo>
                    <a:pt x="1419862" y="619017"/>
                  </a:lnTo>
                  <a:lnTo>
                    <a:pt x="1418774" y="610825"/>
                  </a:lnTo>
                  <a:lnTo>
                    <a:pt x="1415653" y="603315"/>
                  </a:lnTo>
                  <a:lnTo>
                    <a:pt x="1410709" y="596855"/>
                  </a:lnTo>
                  <a:lnTo>
                    <a:pt x="1404156" y="591814"/>
                  </a:lnTo>
                  <a:lnTo>
                    <a:pt x="496318" y="67683"/>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582" name="Google Shape;582;p12"/>
            <p:cNvSpPr/>
            <p:nvPr/>
          </p:nvSpPr>
          <p:spPr>
            <a:xfrm>
              <a:off x="16879727" y="1220585"/>
              <a:ext cx="1017905" cy="978535"/>
            </a:xfrm>
            <a:custGeom>
              <a:rect b="b" l="l" r="r" t="t"/>
              <a:pathLst>
                <a:path extrusionOk="0" h="978535" w="1017905">
                  <a:moveTo>
                    <a:pt x="0" y="0"/>
                  </a:moveTo>
                  <a:lnTo>
                    <a:pt x="0" y="390553"/>
                  </a:lnTo>
                  <a:lnTo>
                    <a:pt x="1017770" y="978158"/>
                  </a:lnTo>
                  <a:lnTo>
                    <a:pt x="1017770" y="586421"/>
                  </a:lnTo>
                  <a:lnTo>
                    <a:pt x="0" y="0"/>
                  </a:lnTo>
                  <a:close/>
                </a:path>
              </a:pathLst>
            </a:custGeom>
            <a:solidFill>
              <a:srgbClr val="F9C80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583" name="Google Shape;583;p12"/>
            <p:cNvSpPr/>
            <p:nvPr/>
          </p:nvSpPr>
          <p:spPr>
            <a:xfrm>
              <a:off x="16848313" y="1189173"/>
              <a:ext cx="1080769" cy="1041400"/>
            </a:xfrm>
            <a:custGeom>
              <a:rect b="b" l="l" r="r" t="t"/>
              <a:pathLst>
                <a:path extrusionOk="0" h="1041400" w="1080769">
                  <a:moveTo>
                    <a:pt x="31389" y="0"/>
                  </a:moveTo>
                  <a:lnTo>
                    <a:pt x="1086" y="23218"/>
                  </a:lnTo>
                  <a:lnTo>
                    <a:pt x="0" y="31408"/>
                  </a:lnTo>
                  <a:lnTo>
                    <a:pt x="0" y="421962"/>
                  </a:lnTo>
                  <a:lnTo>
                    <a:pt x="1038334" y="1039587"/>
                  </a:lnTo>
                  <a:lnTo>
                    <a:pt x="1043758" y="1040990"/>
                  </a:lnTo>
                  <a:lnTo>
                    <a:pt x="1054606" y="1040990"/>
                  </a:lnTo>
                  <a:lnTo>
                    <a:pt x="1080595" y="1009577"/>
                  </a:lnTo>
                  <a:lnTo>
                    <a:pt x="1080595" y="955171"/>
                  </a:lnTo>
                  <a:lnTo>
                    <a:pt x="1017770" y="955171"/>
                  </a:lnTo>
                  <a:lnTo>
                    <a:pt x="62825" y="403826"/>
                  </a:lnTo>
                  <a:lnTo>
                    <a:pt x="62825" y="85763"/>
                  </a:lnTo>
                  <a:lnTo>
                    <a:pt x="188664" y="85763"/>
                  </a:lnTo>
                  <a:lnTo>
                    <a:pt x="47098" y="4194"/>
                  </a:lnTo>
                  <a:lnTo>
                    <a:pt x="39452" y="1045"/>
                  </a:lnTo>
                  <a:lnTo>
                    <a:pt x="31389" y="0"/>
                  </a:lnTo>
                  <a:close/>
                </a:path>
                <a:path extrusionOk="0" h="1041400" w="1080769">
                  <a:moveTo>
                    <a:pt x="188664" y="85763"/>
                  </a:moveTo>
                  <a:lnTo>
                    <a:pt x="62825" y="85763"/>
                  </a:lnTo>
                  <a:lnTo>
                    <a:pt x="1017770" y="635987"/>
                  </a:lnTo>
                  <a:lnTo>
                    <a:pt x="1017770" y="955171"/>
                  </a:lnTo>
                  <a:lnTo>
                    <a:pt x="1080595" y="955171"/>
                  </a:lnTo>
                  <a:lnTo>
                    <a:pt x="1080595" y="617830"/>
                  </a:lnTo>
                  <a:lnTo>
                    <a:pt x="1079505" y="609627"/>
                  </a:lnTo>
                  <a:lnTo>
                    <a:pt x="1076379" y="602115"/>
                  </a:lnTo>
                  <a:lnTo>
                    <a:pt x="1071429" y="595656"/>
                  </a:lnTo>
                  <a:lnTo>
                    <a:pt x="1064868" y="590616"/>
                  </a:lnTo>
                  <a:lnTo>
                    <a:pt x="188664" y="85763"/>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584" name="Google Shape;584;p12"/>
            <p:cNvSpPr/>
            <p:nvPr/>
          </p:nvSpPr>
          <p:spPr>
            <a:xfrm>
              <a:off x="16540466" y="1220586"/>
              <a:ext cx="339725" cy="586739"/>
            </a:xfrm>
            <a:custGeom>
              <a:rect b="b" l="l" r="r" t="t"/>
              <a:pathLst>
                <a:path extrusionOk="0" h="586739" w="339725">
                  <a:moveTo>
                    <a:pt x="339256" y="0"/>
                  </a:moveTo>
                  <a:lnTo>
                    <a:pt x="0" y="194685"/>
                  </a:lnTo>
                  <a:lnTo>
                    <a:pt x="0" y="586421"/>
                  </a:lnTo>
                  <a:lnTo>
                    <a:pt x="339256" y="390553"/>
                  </a:lnTo>
                  <a:lnTo>
                    <a:pt x="339256"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585" name="Google Shape;585;p12"/>
            <p:cNvSpPr/>
            <p:nvPr/>
          </p:nvSpPr>
          <p:spPr>
            <a:xfrm>
              <a:off x="16509052" y="1189173"/>
              <a:ext cx="402590" cy="649605"/>
            </a:xfrm>
            <a:custGeom>
              <a:rect b="b" l="l" r="r" t="t"/>
              <a:pathLst>
                <a:path extrusionOk="0" h="649605" w="402590">
                  <a:moveTo>
                    <a:pt x="370742" y="0"/>
                  </a:moveTo>
                  <a:lnTo>
                    <a:pt x="15779" y="198851"/>
                  </a:lnTo>
                  <a:lnTo>
                    <a:pt x="0" y="226096"/>
                  </a:lnTo>
                  <a:lnTo>
                    <a:pt x="0" y="617833"/>
                  </a:lnTo>
                  <a:lnTo>
                    <a:pt x="25988" y="649245"/>
                  </a:lnTo>
                  <a:lnTo>
                    <a:pt x="36836" y="649245"/>
                  </a:lnTo>
                  <a:lnTo>
                    <a:pt x="42260" y="647842"/>
                  </a:lnTo>
                  <a:lnTo>
                    <a:pt x="188474" y="563426"/>
                  </a:lnTo>
                  <a:lnTo>
                    <a:pt x="62825" y="563426"/>
                  </a:lnTo>
                  <a:lnTo>
                    <a:pt x="62825" y="244284"/>
                  </a:lnTo>
                  <a:lnTo>
                    <a:pt x="339256" y="85661"/>
                  </a:lnTo>
                  <a:lnTo>
                    <a:pt x="402081" y="85661"/>
                  </a:lnTo>
                  <a:lnTo>
                    <a:pt x="402081" y="31411"/>
                  </a:lnTo>
                  <a:lnTo>
                    <a:pt x="378796" y="1066"/>
                  </a:lnTo>
                  <a:lnTo>
                    <a:pt x="370742" y="0"/>
                  </a:lnTo>
                  <a:close/>
                </a:path>
                <a:path extrusionOk="0" h="649605" w="402590">
                  <a:moveTo>
                    <a:pt x="402081" y="85661"/>
                  </a:moveTo>
                  <a:lnTo>
                    <a:pt x="339256" y="85661"/>
                  </a:lnTo>
                  <a:lnTo>
                    <a:pt x="339256" y="403829"/>
                  </a:lnTo>
                  <a:lnTo>
                    <a:pt x="62825" y="563426"/>
                  </a:lnTo>
                  <a:lnTo>
                    <a:pt x="188474" y="563426"/>
                  </a:lnTo>
                  <a:lnTo>
                    <a:pt x="386375" y="449168"/>
                  </a:lnTo>
                  <a:lnTo>
                    <a:pt x="392933" y="444128"/>
                  </a:lnTo>
                  <a:lnTo>
                    <a:pt x="397876" y="437671"/>
                  </a:lnTo>
                  <a:lnTo>
                    <a:pt x="400995" y="430161"/>
                  </a:lnTo>
                  <a:lnTo>
                    <a:pt x="402081" y="421964"/>
                  </a:lnTo>
                  <a:lnTo>
                    <a:pt x="402081" y="85661"/>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grpSp>
      <p:grpSp>
        <p:nvGrpSpPr>
          <p:cNvPr id="586" name="Google Shape;586;p12"/>
          <p:cNvGrpSpPr/>
          <p:nvPr/>
        </p:nvGrpSpPr>
        <p:grpSpPr>
          <a:xfrm>
            <a:off x="7329703" y="805049"/>
            <a:ext cx="645827" cy="563289"/>
            <a:chOff x="13685533" y="9174368"/>
            <a:chExt cx="1420025" cy="1238543"/>
          </a:xfrm>
        </p:grpSpPr>
        <p:sp>
          <p:nvSpPr>
            <p:cNvPr id="587" name="Google Shape;587;p12"/>
            <p:cNvSpPr/>
            <p:nvPr/>
          </p:nvSpPr>
          <p:spPr>
            <a:xfrm>
              <a:off x="13716947" y="9205784"/>
              <a:ext cx="1357630" cy="783590"/>
            </a:xfrm>
            <a:custGeom>
              <a:rect b="b" l="l" r="r" t="t"/>
              <a:pathLst>
                <a:path extrusionOk="0" h="783590" w="1357630">
                  <a:moveTo>
                    <a:pt x="1017770" y="0"/>
                  </a:moveTo>
                  <a:lnTo>
                    <a:pt x="0" y="587615"/>
                  </a:lnTo>
                  <a:lnTo>
                    <a:pt x="339256" y="783483"/>
                  </a:lnTo>
                  <a:lnTo>
                    <a:pt x="1357026" y="195868"/>
                  </a:lnTo>
                  <a:lnTo>
                    <a:pt x="1017770"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588" name="Google Shape;588;p12"/>
            <p:cNvSpPr/>
            <p:nvPr/>
          </p:nvSpPr>
          <p:spPr>
            <a:xfrm>
              <a:off x="13685533" y="9174368"/>
              <a:ext cx="1419859" cy="846454"/>
            </a:xfrm>
            <a:custGeom>
              <a:rect b="b" l="l" r="r" t="t"/>
              <a:pathLst>
                <a:path extrusionOk="0" h="846454" w="1419859">
                  <a:moveTo>
                    <a:pt x="1049182" y="0"/>
                  </a:moveTo>
                  <a:lnTo>
                    <a:pt x="15706" y="591824"/>
                  </a:lnTo>
                  <a:lnTo>
                    <a:pt x="0" y="619028"/>
                  </a:lnTo>
                  <a:lnTo>
                    <a:pt x="1087" y="627225"/>
                  </a:lnTo>
                  <a:lnTo>
                    <a:pt x="359821" y="844916"/>
                  </a:lnTo>
                  <a:lnTo>
                    <a:pt x="365245" y="846319"/>
                  </a:lnTo>
                  <a:lnTo>
                    <a:pt x="376093" y="846319"/>
                  </a:lnTo>
                  <a:lnTo>
                    <a:pt x="381517" y="844916"/>
                  </a:lnTo>
                  <a:lnTo>
                    <a:pt x="496335" y="778625"/>
                  </a:lnTo>
                  <a:lnTo>
                    <a:pt x="370669" y="778625"/>
                  </a:lnTo>
                  <a:lnTo>
                    <a:pt x="94237" y="619028"/>
                  </a:lnTo>
                  <a:lnTo>
                    <a:pt x="1049182" y="67683"/>
                  </a:lnTo>
                  <a:lnTo>
                    <a:pt x="1174830" y="67683"/>
                  </a:lnTo>
                  <a:lnTo>
                    <a:pt x="1064889" y="4209"/>
                  </a:lnTo>
                  <a:lnTo>
                    <a:pt x="1057247" y="1052"/>
                  </a:lnTo>
                  <a:lnTo>
                    <a:pt x="1049182" y="0"/>
                  </a:lnTo>
                  <a:close/>
                </a:path>
                <a:path extrusionOk="0" h="846454" w="1419859">
                  <a:moveTo>
                    <a:pt x="1174830" y="67683"/>
                  </a:moveTo>
                  <a:lnTo>
                    <a:pt x="1049182" y="67683"/>
                  </a:lnTo>
                  <a:lnTo>
                    <a:pt x="1325614" y="227281"/>
                  </a:lnTo>
                  <a:lnTo>
                    <a:pt x="370669" y="778625"/>
                  </a:lnTo>
                  <a:lnTo>
                    <a:pt x="496335" y="778625"/>
                  </a:lnTo>
                  <a:lnTo>
                    <a:pt x="1404145" y="254494"/>
                  </a:lnTo>
                  <a:lnTo>
                    <a:pt x="1410699" y="249449"/>
                  </a:lnTo>
                  <a:lnTo>
                    <a:pt x="1415642" y="242988"/>
                  </a:lnTo>
                  <a:lnTo>
                    <a:pt x="1418764" y="235477"/>
                  </a:lnTo>
                  <a:lnTo>
                    <a:pt x="1419852" y="227281"/>
                  </a:lnTo>
                  <a:lnTo>
                    <a:pt x="1418764" y="219088"/>
                  </a:lnTo>
                  <a:lnTo>
                    <a:pt x="1415642" y="211578"/>
                  </a:lnTo>
                  <a:lnTo>
                    <a:pt x="1410699" y="205118"/>
                  </a:lnTo>
                  <a:lnTo>
                    <a:pt x="1404145" y="200077"/>
                  </a:lnTo>
                  <a:lnTo>
                    <a:pt x="1174830" y="67683"/>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589" name="Google Shape;589;p12"/>
            <p:cNvSpPr/>
            <p:nvPr/>
          </p:nvSpPr>
          <p:spPr>
            <a:xfrm>
              <a:off x="14056202" y="9401652"/>
              <a:ext cx="1017905" cy="979804"/>
            </a:xfrm>
            <a:custGeom>
              <a:rect b="b" l="l" r="r" t="t"/>
              <a:pathLst>
                <a:path extrusionOk="0" h="979804" w="1017905">
                  <a:moveTo>
                    <a:pt x="1017770" y="0"/>
                  </a:moveTo>
                  <a:lnTo>
                    <a:pt x="0" y="587615"/>
                  </a:lnTo>
                  <a:lnTo>
                    <a:pt x="0" y="979352"/>
                  </a:lnTo>
                  <a:lnTo>
                    <a:pt x="1017770" y="391747"/>
                  </a:lnTo>
                  <a:lnTo>
                    <a:pt x="1017770" y="0"/>
                  </a:lnTo>
                  <a:close/>
                </a:path>
              </a:pathLst>
            </a:custGeom>
            <a:solidFill>
              <a:srgbClr val="CC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590" name="Google Shape;590;p12"/>
            <p:cNvSpPr/>
            <p:nvPr/>
          </p:nvSpPr>
          <p:spPr>
            <a:xfrm>
              <a:off x="14024789" y="9370241"/>
              <a:ext cx="1080769" cy="1042670"/>
            </a:xfrm>
            <a:custGeom>
              <a:rect b="b" l="l" r="r" t="t"/>
              <a:pathLst>
                <a:path extrusionOk="0" h="1042670" w="1080769">
                  <a:moveTo>
                    <a:pt x="1049182" y="0"/>
                  </a:moveTo>
                  <a:lnTo>
                    <a:pt x="15706" y="591824"/>
                  </a:lnTo>
                  <a:lnTo>
                    <a:pt x="0" y="619028"/>
                  </a:lnTo>
                  <a:lnTo>
                    <a:pt x="0" y="1010765"/>
                  </a:lnTo>
                  <a:lnTo>
                    <a:pt x="25988" y="1042177"/>
                  </a:lnTo>
                  <a:lnTo>
                    <a:pt x="36836" y="1042177"/>
                  </a:lnTo>
                  <a:lnTo>
                    <a:pt x="42260" y="1040774"/>
                  </a:lnTo>
                  <a:lnTo>
                    <a:pt x="188474" y="956358"/>
                  </a:lnTo>
                  <a:lnTo>
                    <a:pt x="62825" y="956358"/>
                  </a:lnTo>
                  <a:lnTo>
                    <a:pt x="62825" y="637163"/>
                  </a:lnTo>
                  <a:lnTo>
                    <a:pt x="1017770" y="85819"/>
                  </a:lnTo>
                  <a:lnTo>
                    <a:pt x="1080595" y="85819"/>
                  </a:lnTo>
                  <a:lnTo>
                    <a:pt x="1080595" y="31412"/>
                  </a:lnTo>
                  <a:lnTo>
                    <a:pt x="1057247" y="1052"/>
                  </a:lnTo>
                  <a:lnTo>
                    <a:pt x="1049182" y="0"/>
                  </a:lnTo>
                  <a:close/>
                </a:path>
                <a:path extrusionOk="0" h="1042670" w="1080769">
                  <a:moveTo>
                    <a:pt x="1080595" y="85819"/>
                  </a:moveTo>
                  <a:lnTo>
                    <a:pt x="1017770" y="85819"/>
                  </a:lnTo>
                  <a:lnTo>
                    <a:pt x="1017770" y="405024"/>
                  </a:lnTo>
                  <a:lnTo>
                    <a:pt x="62825" y="956358"/>
                  </a:lnTo>
                  <a:lnTo>
                    <a:pt x="188474" y="956358"/>
                  </a:lnTo>
                  <a:lnTo>
                    <a:pt x="1064889" y="450363"/>
                  </a:lnTo>
                  <a:lnTo>
                    <a:pt x="1071442" y="445322"/>
                  </a:lnTo>
                  <a:lnTo>
                    <a:pt x="1076386" y="438862"/>
                  </a:lnTo>
                  <a:lnTo>
                    <a:pt x="1079507" y="431352"/>
                  </a:lnTo>
                  <a:lnTo>
                    <a:pt x="1080595" y="423159"/>
                  </a:lnTo>
                  <a:lnTo>
                    <a:pt x="1080595" y="85819"/>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591" name="Google Shape;591;p12"/>
            <p:cNvSpPr/>
            <p:nvPr/>
          </p:nvSpPr>
          <p:spPr>
            <a:xfrm>
              <a:off x="13716945" y="9793395"/>
              <a:ext cx="339725" cy="588009"/>
            </a:xfrm>
            <a:custGeom>
              <a:rect b="b" l="l" r="r" t="t"/>
              <a:pathLst>
                <a:path extrusionOk="0" h="588009" w="339725">
                  <a:moveTo>
                    <a:pt x="0" y="0"/>
                  </a:moveTo>
                  <a:lnTo>
                    <a:pt x="0" y="391747"/>
                  </a:lnTo>
                  <a:lnTo>
                    <a:pt x="339256" y="587615"/>
                  </a:lnTo>
                  <a:lnTo>
                    <a:pt x="339256" y="195868"/>
                  </a:lnTo>
                  <a:lnTo>
                    <a:pt x="0"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592" name="Google Shape;592;p12"/>
            <p:cNvSpPr/>
            <p:nvPr/>
          </p:nvSpPr>
          <p:spPr>
            <a:xfrm>
              <a:off x="13685533" y="9761980"/>
              <a:ext cx="402590" cy="650875"/>
            </a:xfrm>
            <a:custGeom>
              <a:rect b="b" l="l" r="r" t="t"/>
              <a:pathLst>
                <a:path extrusionOk="0" h="650875" w="402590">
                  <a:moveTo>
                    <a:pt x="31412" y="0"/>
                  </a:moveTo>
                  <a:lnTo>
                    <a:pt x="1087" y="23220"/>
                  </a:lnTo>
                  <a:lnTo>
                    <a:pt x="0" y="31412"/>
                  </a:lnTo>
                  <a:lnTo>
                    <a:pt x="0" y="423159"/>
                  </a:lnTo>
                  <a:lnTo>
                    <a:pt x="359821" y="649037"/>
                  </a:lnTo>
                  <a:lnTo>
                    <a:pt x="365245" y="650440"/>
                  </a:lnTo>
                  <a:lnTo>
                    <a:pt x="376093" y="650440"/>
                  </a:lnTo>
                  <a:lnTo>
                    <a:pt x="402081" y="619028"/>
                  </a:lnTo>
                  <a:lnTo>
                    <a:pt x="402081" y="564621"/>
                  </a:lnTo>
                  <a:lnTo>
                    <a:pt x="339256" y="564621"/>
                  </a:lnTo>
                  <a:lnTo>
                    <a:pt x="62825" y="405024"/>
                  </a:lnTo>
                  <a:lnTo>
                    <a:pt x="62825" y="85829"/>
                  </a:lnTo>
                  <a:lnTo>
                    <a:pt x="188483" y="85829"/>
                  </a:lnTo>
                  <a:lnTo>
                    <a:pt x="47118" y="4209"/>
                  </a:lnTo>
                  <a:lnTo>
                    <a:pt x="39477" y="1052"/>
                  </a:lnTo>
                  <a:lnTo>
                    <a:pt x="31412" y="0"/>
                  </a:lnTo>
                  <a:close/>
                </a:path>
                <a:path extrusionOk="0" h="650875" w="402590">
                  <a:moveTo>
                    <a:pt x="188483" y="85829"/>
                  </a:moveTo>
                  <a:lnTo>
                    <a:pt x="62825" y="85829"/>
                  </a:lnTo>
                  <a:lnTo>
                    <a:pt x="339256" y="245427"/>
                  </a:lnTo>
                  <a:lnTo>
                    <a:pt x="339256" y="564621"/>
                  </a:lnTo>
                  <a:lnTo>
                    <a:pt x="402081" y="564621"/>
                  </a:lnTo>
                  <a:lnTo>
                    <a:pt x="402081" y="227291"/>
                  </a:lnTo>
                  <a:lnTo>
                    <a:pt x="400994" y="219094"/>
                  </a:lnTo>
                  <a:lnTo>
                    <a:pt x="397872" y="211585"/>
                  </a:lnTo>
                  <a:lnTo>
                    <a:pt x="392929" y="205127"/>
                  </a:lnTo>
                  <a:lnTo>
                    <a:pt x="386375" y="200088"/>
                  </a:lnTo>
                  <a:lnTo>
                    <a:pt x="188483" y="85829"/>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grpSp>
      <p:grpSp>
        <p:nvGrpSpPr>
          <p:cNvPr id="593" name="Google Shape;593;p12"/>
          <p:cNvGrpSpPr/>
          <p:nvPr/>
        </p:nvGrpSpPr>
        <p:grpSpPr>
          <a:xfrm rot="10800000">
            <a:off x="8082903" y="1967604"/>
            <a:ext cx="337392" cy="384967"/>
            <a:chOff x="17271100" y="6064393"/>
            <a:chExt cx="741846" cy="846454"/>
          </a:xfrm>
        </p:grpSpPr>
        <p:sp>
          <p:nvSpPr>
            <p:cNvPr id="594" name="Google Shape;594;p12"/>
            <p:cNvSpPr/>
            <p:nvPr/>
          </p:nvSpPr>
          <p:spPr>
            <a:xfrm>
              <a:off x="17302513" y="6095813"/>
              <a:ext cx="678815" cy="783590"/>
            </a:xfrm>
            <a:custGeom>
              <a:rect b="b" l="l" r="r" t="t"/>
              <a:pathLst>
                <a:path extrusionOk="0" h="783590" w="678815">
                  <a:moveTo>
                    <a:pt x="339256" y="0"/>
                  </a:moveTo>
                  <a:lnTo>
                    <a:pt x="0" y="195868"/>
                  </a:lnTo>
                  <a:lnTo>
                    <a:pt x="0" y="587605"/>
                  </a:lnTo>
                  <a:lnTo>
                    <a:pt x="339256" y="783483"/>
                  </a:lnTo>
                  <a:lnTo>
                    <a:pt x="678513" y="587605"/>
                  </a:lnTo>
                  <a:lnTo>
                    <a:pt x="678513" y="195868"/>
                  </a:lnTo>
                  <a:lnTo>
                    <a:pt x="339256"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595" name="Google Shape;595;p12"/>
            <p:cNvSpPr/>
            <p:nvPr/>
          </p:nvSpPr>
          <p:spPr>
            <a:xfrm>
              <a:off x="17271100" y="6064393"/>
              <a:ext cx="741680" cy="846454"/>
            </a:xfrm>
            <a:custGeom>
              <a:rect b="b" l="l" r="r" t="t"/>
              <a:pathLst>
                <a:path extrusionOk="0" h="846454" w="741680">
                  <a:moveTo>
                    <a:pt x="370669" y="0"/>
                  </a:moveTo>
                  <a:lnTo>
                    <a:pt x="15706" y="200088"/>
                  </a:lnTo>
                  <a:lnTo>
                    <a:pt x="0" y="227291"/>
                  </a:lnTo>
                  <a:lnTo>
                    <a:pt x="0" y="619028"/>
                  </a:lnTo>
                  <a:lnTo>
                    <a:pt x="359821" y="844916"/>
                  </a:lnTo>
                  <a:lnTo>
                    <a:pt x="365245" y="846309"/>
                  </a:lnTo>
                  <a:lnTo>
                    <a:pt x="376093" y="846309"/>
                  </a:lnTo>
                  <a:lnTo>
                    <a:pt x="381517" y="844916"/>
                  </a:lnTo>
                  <a:lnTo>
                    <a:pt x="496331" y="778625"/>
                  </a:lnTo>
                  <a:lnTo>
                    <a:pt x="370669" y="778625"/>
                  </a:lnTo>
                  <a:lnTo>
                    <a:pt x="62825" y="600892"/>
                  </a:lnTo>
                  <a:lnTo>
                    <a:pt x="62825" y="245427"/>
                  </a:lnTo>
                  <a:lnTo>
                    <a:pt x="370669" y="67694"/>
                  </a:lnTo>
                  <a:lnTo>
                    <a:pt x="496329" y="67694"/>
                  </a:lnTo>
                  <a:lnTo>
                    <a:pt x="386375" y="4209"/>
                  </a:lnTo>
                  <a:lnTo>
                    <a:pt x="378734" y="1052"/>
                  </a:lnTo>
                  <a:lnTo>
                    <a:pt x="370669" y="0"/>
                  </a:lnTo>
                  <a:close/>
                </a:path>
                <a:path extrusionOk="0" h="846454" w="741680">
                  <a:moveTo>
                    <a:pt x="496329" y="67694"/>
                  </a:moveTo>
                  <a:lnTo>
                    <a:pt x="370669" y="67694"/>
                  </a:lnTo>
                  <a:lnTo>
                    <a:pt x="678513" y="245427"/>
                  </a:lnTo>
                  <a:lnTo>
                    <a:pt x="678513" y="600892"/>
                  </a:lnTo>
                  <a:lnTo>
                    <a:pt x="370669" y="778625"/>
                  </a:lnTo>
                  <a:lnTo>
                    <a:pt x="496331" y="778625"/>
                  </a:lnTo>
                  <a:lnTo>
                    <a:pt x="725632" y="646231"/>
                  </a:lnTo>
                  <a:lnTo>
                    <a:pt x="741338" y="619028"/>
                  </a:lnTo>
                  <a:lnTo>
                    <a:pt x="741338" y="227291"/>
                  </a:lnTo>
                  <a:lnTo>
                    <a:pt x="740251" y="219094"/>
                  </a:lnTo>
                  <a:lnTo>
                    <a:pt x="737129" y="211585"/>
                  </a:lnTo>
                  <a:lnTo>
                    <a:pt x="732185" y="205127"/>
                  </a:lnTo>
                  <a:lnTo>
                    <a:pt x="725632" y="200088"/>
                  </a:lnTo>
                  <a:lnTo>
                    <a:pt x="496329" y="67694"/>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596" name="Google Shape;596;p12"/>
            <p:cNvSpPr/>
            <p:nvPr/>
          </p:nvSpPr>
          <p:spPr>
            <a:xfrm>
              <a:off x="17641770" y="6095807"/>
              <a:ext cx="339725" cy="588009"/>
            </a:xfrm>
            <a:custGeom>
              <a:rect b="b" l="l" r="r" t="t"/>
              <a:pathLst>
                <a:path extrusionOk="0" h="588009" w="339725">
                  <a:moveTo>
                    <a:pt x="0" y="0"/>
                  </a:moveTo>
                  <a:lnTo>
                    <a:pt x="0" y="391747"/>
                  </a:lnTo>
                  <a:lnTo>
                    <a:pt x="339256" y="587615"/>
                  </a:lnTo>
                  <a:lnTo>
                    <a:pt x="339256" y="195878"/>
                  </a:lnTo>
                  <a:lnTo>
                    <a:pt x="0"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597" name="Google Shape;597;p12"/>
            <p:cNvSpPr/>
            <p:nvPr/>
          </p:nvSpPr>
          <p:spPr>
            <a:xfrm>
              <a:off x="17610356" y="6064402"/>
              <a:ext cx="402590" cy="650875"/>
            </a:xfrm>
            <a:custGeom>
              <a:rect b="b" l="l" r="r" t="t"/>
              <a:pathLst>
                <a:path extrusionOk="0" h="650875" w="402590">
                  <a:moveTo>
                    <a:pt x="31412" y="0"/>
                  </a:moveTo>
                  <a:lnTo>
                    <a:pt x="1087" y="23215"/>
                  </a:lnTo>
                  <a:lnTo>
                    <a:pt x="0" y="31412"/>
                  </a:lnTo>
                  <a:lnTo>
                    <a:pt x="0" y="423149"/>
                  </a:lnTo>
                  <a:lnTo>
                    <a:pt x="359821" y="649027"/>
                  </a:lnTo>
                  <a:lnTo>
                    <a:pt x="365245" y="650430"/>
                  </a:lnTo>
                  <a:lnTo>
                    <a:pt x="376093" y="650430"/>
                  </a:lnTo>
                  <a:lnTo>
                    <a:pt x="402081" y="619017"/>
                  </a:lnTo>
                  <a:lnTo>
                    <a:pt x="402081" y="564611"/>
                  </a:lnTo>
                  <a:lnTo>
                    <a:pt x="339256" y="564611"/>
                  </a:lnTo>
                  <a:lnTo>
                    <a:pt x="62825" y="405013"/>
                  </a:lnTo>
                  <a:lnTo>
                    <a:pt x="62825" y="85819"/>
                  </a:lnTo>
                  <a:lnTo>
                    <a:pt x="188472" y="85819"/>
                  </a:lnTo>
                  <a:lnTo>
                    <a:pt x="47118" y="4209"/>
                  </a:lnTo>
                  <a:lnTo>
                    <a:pt x="39477" y="1052"/>
                  </a:lnTo>
                  <a:lnTo>
                    <a:pt x="31412" y="0"/>
                  </a:lnTo>
                  <a:close/>
                </a:path>
                <a:path extrusionOk="0" h="650875" w="402590">
                  <a:moveTo>
                    <a:pt x="188472" y="85819"/>
                  </a:moveTo>
                  <a:lnTo>
                    <a:pt x="62825" y="85819"/>
                  </a:lnTo>
                  <a:lnTo>
                    <a:pt x="339256" y="245416"/>
                  </a:lnTo>
                  <a:lnTo>
                    <a:pt x="339256" y="564611"/>
                  </a:lnTo>
                  <a:lnTo>
                    <a:pt x="402081" y="564611"/>
                  </a:lnTo>
                  <a:lnTo>
                    <a:pt x="402081" y="227281"/>
                  </a:lnTo>
                  <a:lnTo>
                    <a:pt x="400994" y="219084"/>
                  </a:lnTo>
                  <a:lnTo>
                    <a:pt x="397872" y="211574"/>
                  </a:lnTo>
                  <a:lnTo>
                    <a:pt x="392929" y="205117"/>
                  </a:lnTo>
                  <a:lnTo>
                    <a:pt x="386375" y="200077"/>
                  </a:lnTo>
                  <a:lnTo>
                    <a:pt x="188472" y="85819"/>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598" name="Google Shape;598;p12"/>
            <p:cNvSpPr/>
            <p:nvPr/>
          </p:nvSpPr>
          <p:spPr>
            <a:xfrm>
              <a:off x="17302513" y="6095813"/>
              <a:ext cx="339725" cy="588009"/>
            </a:xfrm>
            <a:custGeom>
              <a:rect b="b" l="l" r="r" t="t"/>
              <a:pathLst>
                <a:path extrusionOk="0" h="588009" w="339725">
                  <a:moveTo>
                    <a:pt x="339256" y="0"/>
                  </a:moveTo>
                  <a:lnTo>
                    <a:pt x="0" y="195868"/>
                  </a:lnTo>
                  <a:lnTo>
                    <a:pt x="0" y="587605"/>
                  </a:lnTo>
                  <a:lnTo>
                    <a:pt x="339256" y="391736"/>
                  </a:lnTo>
                  <a:lnTo>
                    <a:pt x="339256" y="0"/>
                  </a:lnTo>
                  <a:close/>
                </a:path>
              </a:pathLst>
            </a:custGeom>
            <a:solidFill>
              <a:schemeClr val="accent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599" name="Google Shape;599;p12"/>
            <p:cNvSpPr/>
            <p:nvPr/>
          </p:nvSpPr>
          <p:spPr>
            <a:xfrm>
              <a:off x="17271100" y="6064401"/>
              <a:ext cx="402590" cy="650875"/>
            </a:xfrm>
            <a:custGeom>
              <a:rect b="b" l="l" r="r" t="t"/>
              <a:pathLst>
                <a:path extrusionOk="0" h="650875" w="402590">
                  <a:moveTo>
                    <a:pt x="370669" y="0"/>
                  </a:moveTo>
                  <a:lnTo>
                    <a:pt x="15706" y="200077"/>
                  </a:lnTo>
                  <a:lnTo>
                    <a:pt x="0" y="227281"/>
                  </a:lnTo>
                  <a:lnTo>
                    <a:pt x="0" y="619017"/>
                  </a:lnTo>
                  <a:lnTo>
                    <a:pt x="25988" y="650430"/>
                  </a:lnTo>
                  <a:lnTo>
                    <a:pt x="36836" y="650430"/>
                  </a:lnTo>
                  <a:lnTo>
                    <a:pt x="42260" y="649027"/>
                  </a:lnTo>
                  <a:lnTo>
                    <a:pt x="188474" y="564611"/>
                  </a:lnTo>
                  <a:lnTo>
                    <a:pt x="62825" y="564611"/>
                  </a:lnTo>
                  <a:lnTo>
                    <a:pt x="62825" y="245416"/>
                  </a:lnTo>
                  <a:lnTo>
                    <a:pt x="339256" y="85819"/>
                  </a:lnTo>
                  <a:lnTo>
                    <a:pt x="402081" y="85819"/>
                  </a:lnTo>
                  <a:lnTo>
                    <a:pt x="402081" y="31412"/>
                  </a:lnTo>
                  <a:lnTo>
                    <a:pt x="378734" y="1052"/>
                  </a:lnTo>
                  <a:lnTo>
                    <a:pt x="370669" y="0"/>
                  </a:lnTo>
                  <a:close/>
                </a:path>
                <a:path extrusionOk="0" h="650875" w="402590">
                  <a:moveTo>
                    <a:pt x="402081" y="85819"/>
                  </a:moveTo>
                  <a:lnTo>
                    <a:pt x="339256" y="85819"/>
                  </a:lnTo>
                  <a:lnTo>
                    <a:pt x="339256" y="405013"/>
                  </a:lnTo>
                  <a:lnTo>
                    <a:pt x="62825" y="564611"/>
                  </a:lnTo>
                  <a:lnTo>
                    <a:pt x="188474" y="564611"/>
                  </a:lnTo>
                  <a:lnTo>
                    <a:pt x="386375" y="450352"/>
                  </a:lnTo>
                  <a:lnTo>
                    <a:pt x="392929" y="445313"/>
                  </a:lnTo>
                  <a:lnTo>
                    <a:pt x="397872" y="438855"/>
                  </a:lnTo>
                  <a:lnTo>
                    <a:pt x="400994" y="431346"/>
                  </a:lnTo>
                  <a:lnTo>
                    <a:pt x="402081" y="423149"/>
                  </a:lnTo>
                  <a:lnTo>
                    <a:pt x="402081" y="85819"/>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1">
  <p:cSld name="Text 1">
    <p:spTree>
      <p:nvGrpSpPr>
        <p:cNvPr id="600" name="Shape 600"/>
        <p:cNvGrpSpPr/>
        <p:nvPr/>
      </p:nvGrpSpPr>
      <p:grpSpPr>
        <a:xfrm>
          <a:off x="0" y="0"/>
          <a:ext cx="0" cy="0"/>
          <a:chOff x="0" y="0"/>
          <a:chExt cx="0" cy="0"/>
        </a:xfrm>
      </p:grpSpPr>
      <p:sp>
        <p:nvSpPr>
          <p:cNvPr id="601" name="Google Shape;601;p13"/>
          <p:cNvSpPr txBox="1"/>
          <p:nvPr>
            <p:ph type="title"/>
          </p:nvPr>
        </p:nvSpPr>
        <p:spPr>
          <a:xfrm>
            <a:off x="452425" y="351725"/>
            <a:ext cx="7276554" cy="344700"/>
          </a:xfrm>
          <a:prstGeom prst="rect">
            <a:avLst/>
          </a:prstGeom>
          <a:noFill/>
          <a:ln>
            <a:noFill/>
          </a:ln>
        </p:spPr>
        <p:txBody>
          <a:bodyPr anchorCtr="0" anchor="t" bIns="0" lIns="0" spcFirstLastPara="1" rIns="0" wrap="square" tIns="0">
            <a:noAutofit/>
          </a:bodyPr>
          <a:lstStyle>
            <a:lvl1pPr lvl="0" marR="0" rtl="0" algn="l">
              <a:lnSpc>
                <a:spcPct val="80000"/>
              </a:lnSpc>
              <a:spcBef>
                <a:spcPts val="0"/>
              </a:spcBef>
              <a:spcAft>
                <a:spcPts val="0"/>
              </a:spcAft>
              <a:buClr>
                <a:srgbClr val="000000"/>
              </a:buClr>
              <a:buSzPts val="2800"/>
              <a:buFont typeface="Proxima Nova"/>
              <a:buNone/>
              <a:defRPr b="1" i="0" sz="2800" u="none" cap="none" strike="noStrike">
                <a:solidFill>
                  <a:srgbClr val="000000"/>
                </a:solidFill>
                <a:latin typeface="Proxima Nova"/>
                <a:ea typeface="Proxima Nova"/>
                <a:cs typeface="Proxima Nova"/>
                <a:sym typeface="Proxima Nova"/>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grpSp>
        <p:nvGrpSpPr>
          <p:cNvPr id="602" name="Google Shape;602;p13"/>
          <p:cNvGrpSpPr/>
          <p:nvPr/>
        </p:nvGrpSpPr>
        <p:grpSpPr>
          <a:xfrm>
            <a:off x="5572781" y="1063899"/>
            <a:ext cx="2969916" cy="3053382"/>
            <a:chOff x="12405667" y="2339266"/>
            <a:chExt cx="6530156" cy="6713681"/>
          </a:xfrm>
        </p:grpSpPr>
        <p:grpSp>
          <p:nvGrpSpPr>
            <p:cNvPr id="603" name="Google Shape;603;p13"/>
            <p:cNvGrpSpPr/>
            <p:nvPr/>
          </p:nvGrpSpPr>
          <p:grpSpPr>
            <a:xfrm>
              <a:off x="14973990" y="5599255"/>
              <a:ext cx="3961833" cy="3453692"/>
              <a:chOff x="15566331" y="8672624"/>
              <a:chExt cx="1420368" cy="1238192"/>
            </a:xfrm>
          </p:grpSpPr>
          <p:sp>
            <p:nvSpPr>
              <p:cNvPr id="604" name="Google Shape;604;p13"/>
              <p:cNvSpPr/>
              <p:nvPr/>
            </p:nvSpPr>
            <p:spPr>
              <a:xfrm>
                <a:off x="16615519" y="8704035"/>
                <a:ext cx="339725" cy="588009"/>
              </a:xfrm>
              <a:custGeom>
                <a:rect b="b" l="l" r="r" t="t"/>
                <a:pathLst>
                  <a:path extrusionOk="0" h="588009" w="339725">
                    <a:moveTo>
                      <a:pt x="0" y="0"/>
                    </a:moveTo>
                    <a:lnTo>
                      <a:pt x="0" y="391736"/>
                    </a:lnTo>
                    <a:lnTo>
                      <a:pt x="339256" y="587605"/>
                    </a:lnTo>
                    <a:lnTo>
                      <a:pt x="339256" y="195868"/>
                    </a:lnTo>
                    <a:lnTo>
                      <a:pt x="0"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605" name="Google Shape;605;p13"/>
              <p:cNvSpPr/>
              <p:nvPr/>
            </p:nvSpPr>
            <p:spPr>
              <a:xfrm>
                <a:off x="16584109" y="8672625"/>
                <a:ext cx="402590" cy="650875"/>
              </a:xfrm>
              <a:custGeom>
                <a:rect b="b" l="l" r="r" t="t"/>
                <a:pathLst>
                  <a:path extrusionOk="0" h="650875" w="402590">
                    <a:moveTo>
                      <a:pt x="31412" y="0"/>
                    </a:moveTo>
                    <a:lnTo>
                      <a:pt x="1087" y="23215"/>
                    </a:lnTo>
                    <a:lnTo>
                      <a:pt x="0" y="31412"/>
                    </a:lnTo>
                    <a:lnTo>
                      <a:pt x="0" y="423149"/>
                    </a:lnTo>
                    <a:lnTo>
                      <a:pt x="359821" y="649027"/>
                    </a:lnTo>
                    <a:lnTo>
                      <a:pt x="365245" y="650430"/>
                    </a:lnTo>
                    <a:lnTo>
                      <a:pt x="376093" y="650430"/>
                    </a:lnTo>
                    <a:lnTo>
                      <a:pt x="402081" y="619017"/>
                    </a:lnTo>
                    <a:lnTo>
                      <a:pt x="402081" y="564611"/>
                    </a:lnTo>
                    <a:lnTo>
                      <a:pt x="339256" y="564611"/>
                    </a:lnTo>
                    <a:lnTo>
                      <a:pt x="62825" y="405013"/>
                    </a:lnTo>
                    <a:lnTo>
                      <a:pt x="62825" y="85819"/>
                    </a:lnTo>
                    <a:lnTo>
                      <a:pt x="188472" y="85819"/>
                    </a:lnTo>
                    <a:lnTo>
                      <a:pt x="47118" y="4209"/>
                    </a:lnTo>
                    <a:lnTo>
                      <a:pt x="39477" y="1052"/>
                    </a:lnTo>
                    <a:lnTo>
                      <a:pt x="31412" y="0"/>
                    </a:lnTo>
                    <a:close/>
                  </a:path>
                  <a:path extrusionOk="0" h="650875" w="402590">
                    <a:moveTo>
                      <a:pt x="188472" y="85819"/>
                    </a:moveTo>
                    <a:lnTo>
                      <a:pt x="62825" y="85819"/>
                    </a:lnTo>
                    <a:lnTo>
                      <a:pt x="339256" y="245416"/>
                    </a:lnTo>
                    <a:lnTo>
                      <a:pt x="339256" y="564611"/>
                    </a:lnTo>
                    <a:lnTo>
                      <a:pt x="402081" y="564611"/>
                    </a:lnTo>
                    <a:lnTo>
                      <a:pt x="402081" y="227281"/>
                    </a:lnTo>
                    <a:lnTo>
                      <a:pt x="400994" y="219084"/>
                    </a:lnTo>
                    <a:lnTo>
                      <a:pt x="397872" y="211574"/>
                    </a:lnTo>
                    <a:lnTo>
                      <a:pt x="392929" y="205117"/>
                    </a:lnTo>
                    <a:lnTo>
                      <a:pt x="386375" y="200077"/>
                    </a:lnTo>
                    <a:lnTo>
                      <a:pt x="188472" y="85819"/>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606" name="Google Shape;606;p13"/>
              <p:cNvSpPr/>
              <p:nvPr/>
            </p:nvSpPr>
            <p:spPr>
              <a:xfrm>
                <a:off x="15597742" y="9095775"/>
                <a:ext cx="1357630" cy="783590"/>
              </a:xfrm>
              <a:custGeom>
                <a:rect b="b" l="l" r="r" t="t"/>
                <a:pathLst>
                  <a:path extrusionOk="0" h="783590" w="1357630">
                    <a:moveTo>
                      <a:pt x="1017780" y="0"/>
                    </a:moveTo>
                    <a:lnTo>
                      <a:pt x="0" y="587615"/>
                    </a:lnTo>
                    <a:lnTo>
                      <a:pt x="339267" y="783483"/>
                    </a:lnTo>
                    <a:lnTo>
                      <a:pt x="1357037" y="195868"/>
                    </a:lnTo>
                    <a:lnTo>
                      <a:pt x="1017780" y="0"/>
                    </a:lnTo>
                    <a:close/>
                  </a:path>
                </a:pathLst>
              </a:custGeom>
              <a:solidFill>
                <a:srgbClr val="F9C80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607" name="Google Shape;607;p13"/>
              <p:cNvSpPr/>
              <p:nvPr/>
            </p:nvSpPr>
            <p:spPr>
              <a:xfrm>
                <a:off x="15566331" y="9064362"/>
                <a:ext cx="1419859" cy="846454"/>
              </a:xfrm>
              <a:custGeom>
                <a:rect b="b" l="l" r="r" t="t"/>
                <a:pathLst>
                  <a:path extrusionOk="0" h="846454" w="1419859">
                    <a:moveTo>
                      <a:pt x="1049189" y="0"/>
                    </a:moveTo>
                    <a:lnTo>
                      <a:pt x="15706" y="591824"/>
                    </a:lnTo>
                    <a:lnTo>
                      <a:pt x="0" y="619028"/>
                    </a:lnTo>
                    <a:lnTo>
                      <a:pt x="1087" y="627225"/>
                    </a:lnTo>
                    <a:lnTo>
                      <a:pt x="359831" y="844906"/>
                    </a:lnTo>
                    <a:lnTo>
                      <a:pt x="365245" y="846309"/>
                    </a:lnTo>
                    <a:lnTo>
                      <a:pt x="376093" y="846309"/>
                    </a:lnTo>
                    <a:lnTo>
                      <a:pt x="381527" y="844906"/>
                    </a:lnTo>
                    <a:lnTo>
                      <a:pt x="496327" y="778625"/>
                    </a:lnTo>
                    <a:lnTo>
                      <a:pt x="370669" y="778625"/>
                    </a:lnTo>
                    <a:lnTo>
                      <a:pt x="94237" y="619028"/>
                    </a:lnTo>
                    <a:lnTo>
                      <a:pt x="1049193" y="67683"/>
                    </a:lnTo>
                    <a:lnTo>
                      <a:pt x="1174841" y="67683"/>
                    </a:lnTo>
                    <a:lnTo>
                      <a:pt x="1064899" y="4209"/>
                    </a:lnTo>
                    <a:lnTo>
                      <a:pt x="1057256" y="1052"/>
                    </a:lnTo>
                    <a:lnTo>
                      <a:pt x="1049189" y="0"/>
                    </a:lnTo>
                    <a:close/>
                  </a:path>
                  <a:path extrusionOk="0" h="846454" w="1419859">
                    <a:moveTo>
                      <a:pt x="1174841" y="67683"/>
                    </a:moveTo>
                    <a:lnTo>
                      <a:pt x="1049193" y="67683"/>
                    </a:lnTo>
                    <a:lnTo>
                      <a:pt x="1325624" y="227281"/>
                    </a:lnTo>
                    <a:lnTo>
                      <a:pt x="370669" y="778625"/>
                    </a:lnTo>
                    <a:lnTo>
                      <a:pt x="496327" y="778625"/>
                    </a:lnTo>
                    <a:lnTo>
                      <a:pt x="1404156" y="254484"/>
                    </a:lnTo>
                    <a:lnTo>
                      <a:pt x="1419862" y="227281"/>
                    </a:lnTo>
                    <a:lnTo>
                      <a:pt x="1418774" y="219084"/>
                    </a:lnTo>
                    <a:lnTo>
                      <a:pt x="1415653" y="211574"/>
                    </a:lnTo>
                    <a:lnTo>
                      <a:pt x="1410709" y="205117"/>
                    </a:lnTo>
                    <a:lnTo>
                      <a:pt x="1404156" y="200077"/>
                    </a:lnTo>
                    <a:lnTo>
                      <a:pt x="1174841" y="67683"/>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608" name="Google Shape;608;p13"/>
              <p:cNvSpPr/>
              <p:nvPr/>
            </p:nvSpPr>
            <p:spPr>
              <a:xfrm>
                <a:off x="15597738" y="8704035"/>
                <a:ext cx="1017905" cy="979804"/>
              </a:xfrm>
              <a:custGeom>
                <a:rect b="b" l="l" r="r" t="t"/>
                <a:pathLst>
                  <a:path extrusionOk="0" h="979804" w="1017905">
                    <a:moveTo>
                      <a:pt x="1017780" y="0"/>
                    </a:moveTo>
                    <a:lnTo>
                      <a:pt x="0" y="587605"/>
                    </a:lnTo>
                    <a:lnTo>
                      <a:pt x="0" y="979352"/>
                    </a:lnTo>
                    <a:lnTo>
                      <a:pt x="1017780" y="391736"/>
                    </a:lnTo>
                    <a:lnTo>
                      <a:pt x="1017780"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609" name="Google Shape;609;p13"/>
              <p:cNvSpPr/>
              <p:nvPr/>
            </p:nvSpPr>
            <p:spPr>
              <a:xfrm>
                <a:off x="15566331" y="8672624"/>
                <a:ext cx="1080769" cy="1042670"/>
              </a:xfrm>
              <a:custGeom>
                <a:rect b="b" l="l" r="r" t="t"/>
                <a:pathLst>
                  <a:path extrusionOk="0" h="1042670" w="1080769">
                    <a:moveTo>
                      <a:pt x="1049193" y="0"/>
                    </a:moveTo>
                    <a:lnTo>
                      <a:pt x="15706" y="591814"/>
                    </a:lnTo>
                    <a:lnTo>
                      <a:pt x="0" y="619017"/>
                    </a:lnTo>
                    <a:lnTo>
                      <a:pt x="0" y="1010765"/>
                    </a:lnTo>
                    <a:lnTo>
                      <a:pt x="25988" y="1042177"/>
                    </a:lnTo>
                    <a:lnTo>
                      <a:pt x="36836" y="1042177"/>
                    </a:lnTo>
                    <a:lnTo>
                      <a:pt x="42260" y="1040774"/>
                    </a:lnTo>
                    <a:lnTo>
                      <a:pt x="188473" y="956358"/>
                    </a:lnTo>
                    <a:lnTo>
                      <a:pt x="62825" y="956358"/>
                    </a:lnTo>
                    <a:lnTo>
                      <a:pt x="62825" y="637153"/>
                    </a:lnTo>
                    <a:lnTo>
                      <a:pt x="1017780" y="85819"/>
                    </a:lnTo>
                    <a:lnTo>
                      <a:pt x="1080605" y="85819"/>
                    </a:lnTo>
                    <a:lnTo>
                      <a:pt x="1080605" y="31412"/>
                    </a:lnTo>
                    <a:lnTo>
                      <a:pt x="1057258" y="1052"/>
                    </a:lnTo>
                    <a:lnTo>
                      <a:pt x="1049193" y="0"/>
                    </a:lnTo>
                    <a:close/>
                  </a:path>
                  <a:path extrusionOk="0" h="1042670" w="1080769">
                    <a:moveTo>
                      <a:pt x="1080605" y="85819"/>
                    </a:moveTo>
                    <a:lnTo>
                      <a:pt x="1017780" y="85819"/>
                    </a:lnTo>
                    <a:lnTo>
                      <a:pt x="1017780" y="405013"/>
                    </a:lnTo>
                    <a:lnTo>
                      <a:pt x="62825" y="956358"/>
                    </a:lnTo>
                    <a:lnTo>
                      <a:pt x="188473" y="956358"/>
                    </a:lnTo>
                    <a:lnTo>
                      <a:pt x="1064899" y="450352"/>
                    </a:lnTo>
                    <a:lnTo>
                      <a:pt x="1071452" y="445313"/>
                    </a:lnTo>
                    <a:lnTo>
                      <a:pt x="1076396" y="438855"/>
                    </a:lnTo>
                    <a:lnTo>
                      <a:pt x="1079518" y="431346"/>
                    </a:lnTo>
                    <a:lnTo>
                      <a:pt x="1080605" y="423149"/>
                    </a:lnTo>
                    <a:lnTo>
                      <a:pt x="1080605" y="85819"/>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grpSp>
        <p:grpSp>
          <p:nvGrpSpPr>
            <p:cNvPr id="610" name="Google Shape;610;p13"/>
            <p:cNvGrpSpPr/>
            <p:nvPr/>
          </p:nvGrpSpPr>
          <p:grpSpPr>
            <a:xfrm>
              <a:off x="12405667" y="2785948"/>
              <a:ext cx="3960890" cy="3450386"/>
              <a:chOff x="16509052" y="1189173"/>
              <a:chExt cx="1420030" cy="1237008"/>
            </a:xfrm>
          </p:grpSpPr>
          <p:sp>
            <p:nvSpPr>
              <p:cNvPr id="611" name="Google Shape;611;p13"/>
              <p:cNvSpPr/>
              <p:nvPr/>
            </p:nvSpPr>
            <p:spPr>
              <a:xfrm>
                <a:off x="16540466" y="1611140"/>
                <a:ext cx="1357630" cy="783589"/>
              </a:xfrm>
              <a:custGeom>
                <a:rect b="b" l="l" r="r" t="t"/>
                <a:pathLst>
                  <a:path extrusionOk="0" h="783589" w="1357630">
                    <a:moveTo>
                      <a:pt x="339256" y="0"/>
                    </a:moveTo>
                    <a:lnTo>
                      <a:pt x="0" y="195868"/>
                    </a:lnTo>
                    <a:lnTo>
                      <a:pt x="1017770" y="783483"/>
                    </a:lnTo>
                    <a:lnTo>
                      <a:pt x="1357026" y="587605"/>
                    </a:lnTo>
                    <a:lnTo>
                      <a:pt x="339256" y="0"/>
                    </a:lnTo>
                    <a:close/>
                  </a:path>
                </a:pathLst>
              </a:custGeom>
              <a:solidFill>
                <a:srgbClr val="00852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612" name="Google Shape;612;p13"/>
              <p:cNvSpPr/>
              <p:nvPr/>
            </p:nvSpPr>
            <p:spPr>
              <a:xfrm>
                <a:off x="16509052" y="1579726"/>
                <a:ext cx="1419859" cy="846455"/>
              </a:xfrm>
              <a:custGeom>
                <a:rect b="b" l="l" r="r" t="t"/>
                <a:pathLst>
                  <a:path extrusionOk="0" h="846455" w="1419859">
                    <a:moveTo>
                      <a:pt x="370669" y="0"/>
                    </a:moveTo>
                    <a:lnTo>
                      <a:pt x="15706" y="200077"/>
                    </a:lnTo>
                    <a:lnTo>
                      <a:pt x="0" y="227281"/>
                    </a:lnTo>
                    <a:lnTo>
                      <a:pt x="1087" y="235477"/>
                    </a:lnTo>
                    <a:lnTo>
                      <a:pt x="1038345" y="844906"/>
                    </a:lnTo>
                    <a:lnTo>
                      <a:pt x="1043769" y="846309"/>
                    </a:lnTo>
                    <a:lnTo>
                      <a:pt x="1054617" y="846309"/>
                    </a:lnTo>
                    <a:lnTo>
                      <a:pt x="1060041" y="844906"/>
                    </a:lnTo>
                    <a:lnTo>
                      <a:pt x="1174836" y="778625"/>
                    </a:lnTo>
                    <a:lnTo>
                      <a:pt x="1049193" y="778625"/>
                    </a:lnTo>
                    <a:lnTo>
                      <a:pt x="94237" y="227281"/>
                    </a:lnTo>
                    <a:lnTo>
                      <a:pt x="370669" y="67683"/>
                    </a:lnTo>
                    <a:lnTo>
                      <a:pt x="496318" y="67683"/>
                    </a:lnTo>
                    <a:lnTo>
                      <a:pt x="386375" y="4209"/>
                    </a:lnTo>
                    <a:lnTo>
                      <a:pt x="378734" y="1052"/>
                    </a:lnTo>
                    <a:lnTo>
                      <a:pt x="370669" y="0"/>
                    </a:lnTo>
                    <a:close/>
                  </a:path>
                  <a:path extrusionOk="0" h="846455" w="1419859">
                    <a:moveTo>
                      <a:pt x="496318" y="67683"/>
                    </a:moveTo>
                    <a:lnTo>
                      <a:pt x="370669" y="67683"/>
                    </a:lnTo>
                    <a:lnTo>
                      <a:pt x="1325624" y="619017"/>
                    </a:lnTo>
                    <a:lnTo>
                      <a:pt x="1049193" y="778625"/>
                    </a:lnTo>
                    <a:lnTo>
                      <a:pt x="1174836" y="778625"/>
                    </a:lnTo>
                    <a:lnTo>
                      <a:pt x="1404156" y="646221"/>
                    </a:lnTo>
                    <a:lnTo>
                      <a:pt x="1410709" y="641181"/>
                    </a:lnTo>
                    <a:lnTo>
                      <a:pt x="1415653" y="634724"/>
                    </a:lnTo>
                    <a:lnTo>
                      <a:pt x="1418774" y="627214"/>
                    </a:lnTo>
                    <a:lnTo>
                      <a:pt x="1419862" y="619017"/>
                    </a:lnTo>
                    <a:lnTo>
                      <a:pt x="1418774" y="610825"/>
                    </a:lnTo>
                    <a:lnTo>
                      <a:pt x="1415653" y="603315"/>
                    </a:lnTo>
                    <a:lnTo>
                      <a:pt x="1410709" y="596855"/>
                    </a:lnTo>
                    <a:lnTo>
                      <a:pt x="1404156" y="591814"/>
                    </a:lnTo>
                    <a:lnTo>
                      <a:pt x="496318" y="67683"/>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613" name="Google Shape;613;p13"/>
              <p:cNvSpPr/>
              <p:nvPr/>
            </p:nvSpPr>
            <p:spPr>
              <a:xfrm>
                <a:off x="16879727" y="1220585"/>
                <a:ext cx="1017905" cy="978535"/>
              </a:xfrm>
              <a:custGeom>
                <a:rect b="b" l="l" r="r" t="t"/>
                <a:pathLst>
                  <a:path extrusionOk="0" h="978535" w="1017905">
                    <a:moveTo>
                      <a:pt x="0" y="0"/>
                    </a:moveTo>
                    <a:lnTo>
                      <a:pt x="0" y="390553"/>
                    </a:lnTo>
                    <a:lnTo>
                      <a:pt x="1017770" y="978158"/>
                    </a:lnTo>
                    <a:lnTo>
                      <a:pt x="1017770" y="586421"/>
                    </a:lnTo>
                    <a:lnTo>
                      <a:pt x="0"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614" name="Google Shape;614;p13"/>
              <p:cNvSpPr/>
              <p:nvPr/>
            </p:nvSpPr>
            <p:spPr>
              <a:xfrm>
                <a:off x="16848313" y="1189173"/>
                <a:ext cx="1080769" cy="1041400"/>
              </a:xfrm>
              <a:custGeom>
                <a:rect b="b" l="l" r="r" t="t"/>
                <a:pathLst>
                  <a:path extrusionOk="0" h="1041400" w="1080769">
                    <a:moveTo>
                      <a:pt x="31389" y="0"/>
                    </a:moveTo>
                    <a:lnTo>
                      <a:pt x="1086" y="23218"/>
                    </a:lnTo>
                    <a:lnTo>
                      <a:pt x="0" y="31408"/>
                    </a:lnTo>
                    <a:lnTo>
                      <a:pt x="0" y="421962"/>
                    </a:lnTo>
                    <a:lnTo>
                      <a:pt x="1038334" y="1039587"/>
                    </a:lnTo>
                    <a:lnTo>
                      <a:pt x="1043758" y="1040990"/>
                    </a:lnTo>
                    <a:lnTo>
                      <a:pt x="1054606" y="1040990"/>
                    </a:lnTo>
                    <a:lnTo>
                      <a:pt x="1080595" y="1009577"/>
                    </a:lnTo>
                    <a:lnTo>
                      <a:pt x="1080595" y="955171"/>
                    </a:lnTo>
                    <a:lnTo>
                      <a:pt x="1017770" y="955171"/>
                    </a:lnTo>
                    <a:lnTo>
                      <a:pt x="62825" y="403826"/>
                    </a:lnTo>
                    <a:lnTo>
                      <a:pt x="62825" y="85763"/>
                    </a:lnTo>
                    <a:lnTo>
                      <a:pt x="188664" y="85763"/>
                    </a:lnTo>
                    <a:lnTo>
                      <a:pt x="47098" y="4194"/>
                    </a:lnTo>
                    <a:lnTo>
                      <a:pt x="39452" y="1045"/>
                    </a:lnTo>
                    <a:lnTo>
                      <a:pt x="31389" y="0"/>
                    </a:lnTo>
                    <a:close/>
                  </a:path>
                  <a:path extrusionOk="0" h="1041400" w="1080769">
                    <a:moveTo>
                      <a:pt x="188664" y="85763"/>
                    </a:moveTo>
                    <a:lnTo>
                      <a:pt x="62825" y="85763"/>
                    </a:lnTo>
                    <a:lnTo>
                      <a:pt x="1017770" y="635987"/>
                    </a:lnTo>
                    <a:lnTo>
                      <a:pt x="1017770" y="955171"/>
                    </a:lnTo>
                    <a:lnTo>
                      <a:pt x="1080595" y="955171"/>
                    </a:lnTo>
                    <a:lnTo>
                      <a:pt x="1080595" y="617830"/>
                    </a:lnTo>
                    <a:lnTo>
                      <a:pt x="1079505" y="609627"/>
                    </a:lnTo>
                    <a:lnTo>
                      <a:pt x="1076379" y="602115"/>
                    </a:lnTo>
                    <a:lnTo>
                      <a:pt x="1071429" y="595656"/>
                    </a:lnTo>
                    <a:lnTo>
                      <a:pt x="1064868" y="590616"/>
                    </a:lnTo>
                    <a:lnTo>
                      <a:pt x="188664" y="85763"/>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615" name="Google Shape;615;p13"/>
              <p:cNvSpPr/>
              <p:nvPr/>
            </p:nvSpPr>
            <p:spPr>
              <a:xfrm>
                <a:off x="16540466" y="1220586"/>
                <a:ext cx="339725" cy="586739"/>
              </a:xfrm>
              <a:custGeom>
                <a:rect b="b" l="l" r="r" t="t"/>
                <a:pathLst>
                  <a:path extrusionOk="0" h="586739" w="339725">
                    <a:moveTo>
                      <a:pt x="339256" y="0"/>
                    </a:moveTo>
                    <a:lnTo>
                      <a:pt x="0" y="194685"/>
                    </a:lnTo>
                    <a:lnTo>
                      <a:pt x="0" y="586421"/>
                    </a:lnTo>
                    <a:lnTo>
                      <a:pt x="339256" y="390553"/>
                    </a:lnTo>
                    <a:lnTo>
                      <a:pt x="339256"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616" name="Google Shape;616;p13"/>
              <p:cNvSpPr/>
              <p:nvPr/>
            </p:nvSpPr>
            <p:spPr>
              <a:xfrm>
                <a:off x="16509052" y="1189173"/>
                <a:ext cx="402590" cy="649605"/>
              </a:xfrm>
              <a:custGeom>
                <a:rect b="b" l="l" r="r" t="t"/>
                <a:pathLst>
                  <a:path extrusionOk="0" h="649605" w="402590">
                    <a:moveTo>
                      <a:pt x="370742" y="0"/>
                    </a:moveTo>
                    <a:lnTo>
                      <a:pt x="15779" y="198851"/>
                    </a:lnTo>
                    <a:lnTo>
                      <a:pt x="0" y="226096"/>
                    </a:lnTo>
                    <a:lnTo>
                      <a:pt x="0" y="617833"/>
                    </a:lnTo>
                    <a:lnTo>
                      <a:pt x="25988" y="649245"/>
                    </a:lnTo>
                    <a:lnTo>
                      <a:pt x="36836" y="649245"/>
                    </a:lnTo>
                    <a:lnTo>
                      <a:pt x="42260" y="647842"/>
                    </a:lnTo>
                    <a:lnTo>
                      <a:pt x="188474" y="563426"/>
                    </a:lnTo>
                    <a:lnTo>
                      <a:pt x="62825" y="563426"/>
                    </a:lnTo>
                    <a:lnTo>
                      <a:pt x="62825" y="244284"/>
                    </a:lnTo>
                    <a:lnTo>
                      <a:pt x="339256" y="85661"/>
                    </a:lnTo>
                    <a:lnTo>
                      <a:pt x="402081" y="85661"/>
                    </a:lnTo>
                    <a:lnTo>
                      <a:pt x="402081" y="31411"/>
                    </a:lnTo>
                    <a:lnTo>
                      <a:pt x="378796" y="1066"/>
                    </a:lnTo>
                    <a:lnTo>
                      <a:pt x="370742" y="0"/>
                    </a:lnTo>
                    <a:close/>
                  </a:path>
                  <a:path extrusionOk="0" h="649605" w="402590">
                    <a:moveTo>
                      <a:pt x="402081" y="85661"/>
                    </a:moveTo>
                    <a:lnTo>
                      <a:pt x="339256" y="85661"/>
                    </a:lnTo>
                    <a:lnTo>
                      <a:pt x="339256" y="403829"/>
                    </a:lnTo>
                    <a:lnTo>
                      <a:pt x="62825" y="563426"/>
                    </a:lnTo>
                    <a:lnTo>
                      <a:pt x="188474" y="563426"/>
                    </a:lnTo>
                    <a:lnTo>
                      <a:pt x="386375" y="449168"/>
                    </a:lnTo>
                    <a:lnTo>
                      <a:pt x="392933" y="444128"/>
                    </a:lnTo>
                    <a:lnTo>
                      <a:pt x="397876" y="437671"/>
                    </a:lnTo>
                    <a:lnTo>
                      <a:pt x="400995" y="430161"/>
                    </a:lnTo>
                    <a:lnTo>
                      <a:pt x="402081" y="421964"/>
                    </a:lnTo>
                    <a:lnTo>
                      <a:pt x="402081" y="85661"/>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grpSp>
        <p:grpSp>
          <p:nvGrpSpPr>
            <p:cNvPr id="617" name="Google Shape;617;p13"/>
            <p:cNvGrpSpPr/>
            <p:nvPr/>
          </p:nvGrpSpPr>
          <p:grpSpPr>
            <a:xfrm>
              <a:off x="16515592" y="2339266"/>
              <a:ext cx="2069236" cy="2361843"/>
              <a:chOff x="15610653" y="5745872"/>
              <a:chExt cx="741848" cy="846751"/>
            </a:xfrm>
          </p:grpSpPr>
          <p:sp>
            <p:nvSpPr>
              <p:cNvPr id="618" name="Google Shape;618;p13"/>
              <p:cNvSpPr/>
              <p:nvPr/>
            </p:nvSpPr>
            <p:spPr>
              <a:xfrm>
                <a:off x="15642069" y="5777283"/>
                <a:ext cx="678815" cy="783590"/>
              </a:xfrm>
              <a:custGeom>
                <a:rect b="b" l="l" r="r" t="t"/>
                <a:pathLst>
                  <a:path extrusionOk="0" h="783590" w="678815">
                    <a:moveTo>
                      <a:pt x="339256" y="0"/>
                    </a:moveTo>
                    <a:lnTo>
                      <a:pt x="0" y="195878"/>
                    </a:lnTo>
                    <a:lnTo>
                      <a:pt x="0" y="587615"/>
                    </a:lnTo>
                    <a:lnTo>
                      <a:pt x="339256" y="783483"/>
                    </a:lnTo>
                    <a:lnTo>
                      <a:pt x="678513" y="587615"/>
                    </a:lnTo>
                    <a:lnTo>
                      <a:pt x="678513" y="195878"/>
                    </a:lnTo>
                    <a:lnTo>
                      <a:pt x="339256"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619" name="Google Shape;619;p13"/>
              <p:cNvSpPr/>
              <p:nvPr/>
            </p:nvSpPr>
            <p:spPr>
              <a:xfrm>
                <a:off x="15610653" y="5745872"/>
                <a:ext cx="741680" cy="846454"/>
              </a:xfrm>
              <a:custGeom>
                <a:rect b="b" l="l" r="r" t="t"/>
                <a:pathLst>
                  <a:path extrusionOk="0" h="846454" w="741680">
                    <a:moveTo>
                      <a:pt x="370669" y="0"/>
                    </a:moveTo>
                    <a:lnTo>
                      <a:pt x="15706" y="200085"/>
                    </a:lnTo>
                    <a:lnTo>
                      <a:pt x="0" y="227288"/>
                    </a:lnTo>
                    <a:lnTo>
                      <a:pt x="0" y="619025"/>
                    </a:lnTo>
                    <a:lnTo>
                      <a:pt x="359821" y="844914"/>
                    </a:lnTo>
                    <a:lnTo>
                      <a:pt x="365245" y="846306"/>
                    </a:lnTo>
                    <a:lnTo>
                      <a:pt x="376093" y="846306"/>
                    </a:lnTo>
                    <a:lnTo>
                      <a:pt x="381517" y="844914"/>
                    </a:lnTo>
                    <a:lnTo>
                      <a:pt x="496331" y="778622"/>
                    </a:lnTo>
                    <a:lnTo>
                      <a:pt x="370669" y="778622"/>
                    </a:lnTo>
                    <a:lnTo>
                      <a:pt x="62825" y="600890"/>
                    </a:lnTo>
                    <a:lnTo>
                      <a:pt x="62825" y="245424"/>
                    </a:lnTo>
                    <a:lnTo>
                      <a:pt x="370669" y="67691"/>
                    </a:lnTo>
                    <a:lnTo>
                      <a:pt x="496317" y="67691"/>
                    </a:lnTo>
                    <a:lnTo>
                      <a:pt x="386375" y="4217"/>
                    </a:lnTo>
                    <a:lnTo>
                      <a:pt x="378734" y="1054"/>
                    </a:lnTo>
                    <a:lnTo>
                      <a:pt x="370669" y="0"/>
                    </a:lnTo>
                    <a:close/>
                  </a:path>
                  <a:path extrusionOk="0" h="846454" w="741680">
                    <a:moveTo>
                      <a:pt x="496317" y="67691"/>
                    </a:moveTo>
                    <a:lnTo>
                      <a:pt x="370669" y="67691"/>
                    </a:lnTo>
                    <a:lnTo>
                      <a:pt x="678513" y="245424"/>
                    </a:lnTo>
                    <a:lnTo>
                      <a:pt x="678513" y="600890"/>
                    </a:lnTo>
                    <a:lnTo>
                      <a:pt x="370669" y="778622"/>
                    </a:lnTo>
                    <a:lnTo>
                      <a:pt x="496331" y="778622"/>
                    </a:lnTo>
                    <a:lnTo>
                      <a:pt x="725632" y="646229"/>
                    </a:lnTo>
                    <a:lnTo>
                      <a:pt x="741338" y="619025"/>
                    </a:lnTo>
                    <a:lnTo>
                      <a:pt x="741338" y="227288"/>
                    </a:lnTo>
                    <a:lnTo>
                      <a:pt x="740251" y="219092"/>
                    </a:lnTo>
                    <a:lnTo>
                      <a:pt x="737129" y="211582"/>
                    </a:lnTo>
                    <a:lnTo>
                      <a:pt x="732185" y="205125"/>
                    </a:lnTo>
                    <a:lnTo>
                      <a:pt x="725632" y="200085"/>
                    </a:lnTo>
                    <a:lnTo>
                      <a:pt x="496317" y="67691"/>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620" name="Google Shape;620;p13"/>
              <p:cNvSpPr/>
              <p:nvPr/>
            </p:nvSpPr>
            <p:spPr>
              <a:xfrm>
                <a:off x="15642066" y="5973158"/>
                <a:ext cx="339725" cy="588009"/>
              </a:xfrm>
              <a:custGeom>
                <a:rect b="b" l="l" r="r" t="t"/>
                <a:pathLst>
                  <a:path extrusionOk="0" h="588009" w="339725">
                    <a:moveTo>
                      <a:pt x="0" y="0"/>
                    </a:moveTo>
                    <a:lnTo>
                      <a:pt x="0" y="391736"/>
                    </a:lnTo>
                    <a:lnTo>
                      <a:pt x="339256" y="587615"/>
                    </a:lnTo>
                    <a:lnTo>
                      <a:pt x="339256" y="195868"/>
                    </a:lnTo>
                    <a:lnTo>
                      <a:pt x="0"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621" name="Google Shape;621;p13"/>
              <p:cNvSpPr/>
              <p:nvPr/>
            </p:nvSpPr>
            <p:spPr>
              <a:xfrm>
                <a:off x="15610653" y="5941748"/>
                <a:ext cx="402590" cy="650875"/>
              </a:xfrm>
              <a:custGeom>
                <a:rect b="b" l="l" r="r" t="t"/>
                <a:pathLst>
                  <a:path extrusionOk="0" h="650875" w="402590">
                    <a:moveTo>
                      <a:pt x="31412" y="0"/>
                    </a:moveTo>
                    <a:lnTo>
                      <a:pt x="1087" y="23215"/>
                    </a:lnTo>
                    <a:lnTo>
                      <a:pt x="0" y="31412"/>
                    </a:lnTo>
                    <a:lnTo>
                      <a:pt x="0" y="423149"/>
                    </a:lnTo>
                    <a:lnTo>
                      <a:pt x="359821" y="649037"/>
                    </a:lnTo>
                    <a:lnTo>
                      <a:pt x="365245" y="650430"/>
                    </a:lnTo>
                    <a:lnTo>
                      <a:pt x="376093" y="650430"/>
                    </a:lnTo>
                    <a:lnTo>
                      <a:pt x="402081" y="619017"/>
                    </a:lnTo>
                    <a:lnTo>
                      <a:pt x="402081" y="564611"/>
                    </a:lnTo>
                    <a:lnTo>
                      <a:pt x="339256" y="564611"/>
                    </a:lnTo>
                    <a:lnTo>
                      <a:pt x="62825" y="405013"/>
                    </a:lnTo>
                    <a:lnTo>
                      <a:pt x="62825" y="85819"/>
                    </a:lnTo>
                    <a:lnTo>
                      <a:pt x="188472" y="85819"/>
                    </a:lnTo>
                    <a:lnTo>
                      <a:pt x="47118" y="4209"/>
                    </a:lnTo>
                    <a:lnTo>
                      <a:pt x="39477" y="1052"/>
                    </a:lnTo>
                    <a:lnTo>
                      <a:pt x="31412" y="0"/>
                    </a:lnTo>
                    <a:close/>
                  </a:path>
                  <a:path extrusionOk="0" h="650875" w="402590">
                    <a:moveTo>
                      <a:pt x="188472" y="85819"/>
                    </a:moveTo>
                    <a:lnTo>
                      <a:pt x="62825" y="85819"/>
                    </a:lnTo>
                    <a:lnTo>
                      <a:pt x="339256" y="245416"/>
                    </a:lnTo>
                    <a:lnTo>
                      <a:pt x="339256" y="564611"/>
                    </a:lnTo>
                    <a:lnTo>
                      <a:pt x="402081" y="564611"/>
                    </a:lnTo>
                    <a:lnTo>
                      <a:pt x="402081" y="227281"/>
                    </a:lnTo>
                    <a:lnTo>
                      <a:pt x="400994" y="219084"/>
                    </a:lnTo>
                    <a:lnTo>
                      <a:pt x="397872" y="211574"/>
                    </a:lnTo>
                    <a:lnTo>
                      <a:pt x="392929" y="205117"/>
                    </a:lnTo>
                    <a:lnTo>
                      <a:pt x="386375" y="200077"/>
                    </a:lnTo>
                    <a:lnTo>
                      <a:pt x="188472" y="85819"/>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622" name="Google Shape;622;p13"/>
              <p:cNvSpPr/>
              <p:nvPr/>
            </p:nvSpPr>
            <p:spPr>
              <a:xfrm>
                <a:off x="15981323" y="5973161"/>
                <a:ext cx="339725" cy="588009"/>
              </a:xfrm>
              <a:custGeom>
                <a:rect b="b" l="l" r="r" t="t"/>
                <a:pathLst>
                  <a:path extrusionOk="0" h="588009" w="339725">
                    <a:moveTo>
                      <a:pt x="339256" y="0"/>
                    </a:moveTo>
                    <a:lnTo>
                      <a:pt x="0" y="195868"/>
                    </a:lnTo>
                    <a:lnTo>
                      <a:pt x="0" y="587605"/>
                    </a:lnTo>
                    <a:lnTo>
                      <a:pt x="339256" y="391736"/>
                    </a:lnTo>
                    <a:lnTo>
                      <a:pt x="339256" y="0"/>
                    </a:lnTo>
                    <a:close/>
                  </a:path>
                </a:pathLst>
              </a:custGeom>
              <a:solidFill>
                <a:srgbClr val="1D59A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623" name="Google Shape;623;p13"/>
              <p:cNvSpPr/>
              <p:nvPr/>
            </p:nvSpPr>
            <p:spPr>
              <a:xfrm>
                <a:off x="15949911" y="5941746"/>
                <a:ext cx="402590" cy="650875"/>
              </a:xfrm>
              <a:custGeom>
                <a:rect b="b" l="l" r="r" t="t"/>
                <a:pathLst>
                  <a:path extrusionOk="0" h="650875" w="402590">
                    <a:moveTo>
                      <a:pt x="370669" y="0"/>
                    </a:moveTo>
                    <a:lnTo>
                      <a:pt x="15706" y="200077"/>
                    </a:lnTo>
                    <a:lnTo>
                      <a:pt x="0" y="227281"/>
                    </a:lnTo>
                    <a:lnTo>
                      <a:pt x="0" y="619017"/>
                    </a:lnTo>
                    <a:lnTo>
                      <a:pt x="25988" y="650430"/>
                    </a:lnTo>
                    <a:lnTo>
                      <a:pt x="36836" y="650430"/>
                    </a:lnTo>
                    <a:lnTo>
                      <a:pt x="42260" y="649027"/>
                    </a:lnTo>
                    <a:lnTo>
                      <a:pt x="188474" y="564611"/>
                    </a:lnTo>
                    <a:lnTo>
                      <a:pt x="62825" y="564611"/>
                    </a:lnTo>
                    <a:lnTo>
                      <a:pt x="62825" y="245416"/>
                    </a:lnTo>
                    <a:lnTo>
                      <a:pt x="339256" y="85819"/>
                    </a:lnTo>
                    <a:lnTo>
                      <a:pt x="402081" y="85819"/>
                    </a:lnTo>
                    <a:lnTo>
                      <a:pt x="402081" y="31412"/>
                    </a:lnTo>
                    <a:lnTo>
                      <a:pt x="378734" y="1052"/>
                    </a:lnTo>
                    <a:lnTo>
                      <a:pt x="370669" y="0"/>
                    </a:lnTo>
                    <a:close/>
                  </a:path>
                  <a:path extrusionOk="0" h="650875" w="402590">
                    <a:moveTo>
                      <a:pt x="402081" y="85819"/>
                    </a:moveTo>
                    <a:lnTo>
                      <a:pt x="339256" y="85819"/>
                    </a:lnTo>
                    <a:lnTo>
                      <a:pt x="339256" y="405013"/>
                    </a:lnTo>
                    <a:lnTo>
                      <a:pt x="62825" y="564611"/>
                    </a:lnTo>
                    <a:lnTo>
                      <a:pt x="188474" y="564611"/>
                    </a:lnTo>
                    <a:lnTo>
                      <a:pt x="386375" y="450352"/>
                    </a:lnTo>
                    <a:lnTo>
                      <a:pt x="392929" y="445313"/>
                    </a:lnTo>
                    <a:lnTo>
                      <a:pt x="397872" y="438855"/>
                    </a:lnTo>
                    <a:lnTo>
                      <a:pt x="400994" y="431346"/>
                    </a:lnTo>
                    <a:lnTo>
                      <a:pt x="402081" y="423149"/>
                    </a:lnTo>
                    <a:lnTo>
                      <a:pt x="402081" y="85819"/>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grpSp>
      </p:grpSp>
      <p:sp>
        <p:nvSpPr>
          <p:cNvPr id="624" name="Google Shape;624;p13"/>
          <p:cNvSpPr/>
          <p:nvPr/>
        </p:nvSpPr>
        <p:spPr>
          <a:xfrm>
            <a:off x="452437" y="728934"/>
            <a:ext cx="571782" cy="76276"/>
          </a:xfrm>
          <a:custGeom>
            <a:rect b="b" l="l" r="r" t="t"/>
            <a:pathLst>
              <a:path extrusionOk="0" h="167639" w="1256664">
                <a:moveTo>
                  <a:pt x="1256506" y="0"/>
                </a:moveTo>
                <a:lnTo>
                  <a:pt x="0" y="0"/>
                </a:lnTo>
                <a:lnTo>
                  <a:pt x="0" y="167534"/>
                </a:lnTo>
                <a:lnTo>
                  <a:pt x="1256506" y="167534"/>
                </a:lnTo>
                <a:lnTo>
                  <a:pt x="1256506" y="0"/>
                </a:lnTo>
                <a:close/>
              </a:path>
            </a:pathLst>
          </a:custGeom>
          <a:solidFill>
            <a:schemeClr val="accent1"/>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chemeClr val="dk1"/>
              </a:solidFill>
              <a:latin typeface="Calibri"/>
              <a:ea typeface="Calibri"/>
              <a:cs typeface="Calibri"/>
              <a:sym typeface="Calibri"/>
            </a:endParaRPr>
          </a:p>
        </p:txBody>
      </p:sp>
      <p:sp>
        <p:nvSpPr>
          <p:cNvPr id="625" name="Google Shape;625;p13"/>
          <p:cNvSpPr txBox="1"/>
          <p:nvPr>
            <p:ph idx="1" type="body"/>
          </p:nvPr>
        </p:nvSpPr>
        <p:spPr>
          <a:xfrm>
            <a:off x="322117" y="2122847"/>
            <a:ext cx="4249800" cy="768600"/>
          </a:xfrm>
          <a:prstGeom prst="rect">
            <a:avLst/>
          </a:prstGeom>
          <a:noFill/>
          <a:ln>
            <a:noFill/>
          </a:ln>
        </p:spPr>
        <p:txBody>
          <a:bodyPr anchorCtr="0" anchor="t" bIns="0" lIns="0" spcFirstLastPara="1" rIns="0" wrap="square" tIns="0">
            <a:noAutofit/>
          </a:bodyPr>
          <a:lstStyle>
            <a:lvl1pPr indent="-228600" lvl="0" marL="457200" marR="0" rtl="0">
              <a:lnSpc>
                <a:spcPct val="100000"/>
              </a:lnSpc>
              <a:spcBef>
                <a:spcPts val="0"/>
              </a:spcBef>
              <a:spcAft>
                <a:spcPts val="0"/>
              </a:spcAft>
              <a:buClr>
                <a:srgbClr val="000000"/>
              </a:buClr>
              <a:buSzPts val="1400"/>
              <a:buFont typeface="Proxima Nova"/>
              <a:buNone/>
              <a:defRPr b="1" i="0" sz="5600" u="none" cap="none" strike="noStrike">
                <a:solidFill>
                  <a:srgbClr val="000000"/>
                </a:solidFill>
                <a:latin typeface="Proxima Nova"/>
                <a:ea typeface="Proxima Nova"/>
                <a:cs typeface="Proxima Nova"/>
                <a:sym typeface="Proxima Nova"/>
              </a:defRPr>
            </a:lvl1pPr>
            <a:lvl2pPr indent="-317500" lvl="1" marL="914400" marR="0" rtl="0">
              <a:lnSpc>
                <a:spcPct val="100000"/>
              </a:lnSpc>
              <a:spcBef>
                <a:spcPts val="0"/>
              </a:spcBef>
              <a:spcAft>
                <a:spcPts val="0"/>
              </a:spcAft>
              <a:buClr>
                <a:srgbClr val="000000"/>
              </a:buClr>
              <a:buSzPts val="1400"/>
              <a:buFont typeface="Proxima Nova"/>
              <a:buChar char="○"/>
              <a:defRPr b="0" i="0" sz="1400" u="none" cap="none" strike="noStrike">
                <a:solidFill>
                  <a:srgbClr val="000000"/>
                </a:solidFill>
                <a:latin typeface="Proxima Nova"/>
                <a:ea typeface="Proxima Nova"/>
                <a:cs typeface="Proxima Nova"/>
                <a:sym typeface="Proxima Nova"/>
              </a:defRPr>
            </a:lvl2pPr>
            <a:lvl3pPr indent="-317500" lvl="2" marL="1371600" marR="0" rtl="0">
              <a:lnSpc>
                <a:spcPct val="100000"/>
              </a:lnSpc>
              <a:spcBef>
                <a:spcPts val="0"/>
              </a:spcBef>
              <a:spcAft>
                <a:spcPts val="0"/>
              </a:spcAft>
              <a:buClr>
                <a:srgbClr val="000000"/>
              </a:buClr>
              <a:buSzPts val="1400"/>
              <a:buFont typeface="Proxima Nova"/>
              <a:buChar char="■"/>
              <a:defRPr b="0" i="0" sz="1400" u="none" cap="none" strike="noStrike">
                <a:solidFill>
                  <a:srgbClr val="000000"/>
                </a:solidFill>
                <a:latin typeface="Proxima Nova"/>
                <a:ea typeface="Proxima Nova"/>
                <a:cs typeface="Proxima Nova"/>
                <a:sym typeface="Proxima Nova"/>
              </a:defRPr>
            </a:lvl3pPr>
            <a:lvl4pPr indent="-317500" lvl="3" marL="1828800" marR="0" rtl="0">
              <a:lnSpc>
                <a:spcPct val="100000"/>
              </a:lnSpc>
              <a:spcBef>
                <a:spcPts val="0"/>
              </a:spcBef>
              <a:spcAft>
                <a:spcPts val="0"/>
              </a:spcAft>
              <a:buClr>
                <a:srgbClr val="000000"/>
              </a:buClr>
              <a:buSzPts val="1400"/>
              <a:buFont typeface="Proxima Nova"/>
              <a:buChar char="●"/>
              <a:defRPr b="0" i="0" sz="1400" u="none" cap="none" strike="noStrike">
                <a:solidFill>
                  <a:srgbClr val="000000"/>
                </a:solidFill>
                <a:latin typeface="Proxima Nova"/>
                <a:ea typeface="Proxima Nova"/>
                <a:cs typeface="Proxima Nova"/>
                <a:sym typeface="Proxima Nova"/>
              </a:defRPr>
            </a:lvl4pPr>
            <a:lvl5pPr indent="-317500" lvl="4" marL="2286000" marR="0" rtl="0">
              <a:lnSpc>
                <a:spcPct val="100000"/>
              </a:lnSpc>
              <a:spcBef>
                <a:spcPts val="0"/>
              </a:spcBef>
              <a:spcAft>
                <a:spcPts val="0"/>
              </a:spcAft>
              <a:buClr>
                <a:srgbClr val="000000"/>
              </a:buClr>
              <a:buSzPts val="1400"/>
              <a:buFont typeface="Proxima Nova"/>
              <a:buChar char="○"/>
              <a:defRPr b="0" i="0" sz="1400" u="none" cap="none" strike="noStrike">
                <a:solidFill>
                  <a:srgbClr val="000000"/>
                </a:solidFill>
                <a:latin typeface="Proxima Nova"/>
                <a:ea typeface="Proxima Nova"/>
                <a:cs typeface="Proxima Nova"/>
                <a:sym typeface="Proxima Nova"/>
              </a:defRPr>
            </a:lvl5pPr>
            <a:lvl6pPr indent="-317500" lvl="5" marL="2743200" marR="0" rtl="0">
              <a:lnSpc>
                <a:spcPct val="100000"/>
              </a:lnSpc>
              <a:spcBef>
                <a:spcPts val="0"/>
              </a:spcBef>
              <a:spcAft>
                <a:spcPts val="0"/>
              </a:spcAft>
              <a:buClr>
                <a:srgbClr val="000000"/>
              </a:buClr>
              <a:buSzPts val="1400"/>
              <a:buFont typeface="Proxima Nova"/>
              <a:buChar char="■"/>
              <a:defRPr b="0" i="0" sz="1400" u="none" cap="none" strike="noStrike">
                <a:solidFill>
                  <a:srgbClr val="000000"/>
                </a:solidFill>
                <a:latin typeface="Proxima Nova"/>
                <a:ea typeface="Proxima Nova"/>
                <a:cs typeface="Proxima Nova"/>
                <a:sym typeface="Proxima Nova"/>
              </a:defRPr>
            </a:lvl6pPr>
            <a:lvl7pPr indent="-317500" lvl="6" marL="3200400" marR="0" rtl="0">
              <a:lnSpc>
                <a:spcPct val="100000"/>
              </a:lnSpc>
              <a:spcBef>
                <a:spcPts val="0"/>
              </a:spcBef>
              <a:spcAft>
                <a:spcPts val="0"/>
              </a:spcAft>
              <a:buClr>
                <a:srgbClr val="000000"/>
              </a:buClr>
              <a:buSzPts val="1400"/>
              <a:buFont typeface="Proxima Nova"/>
              <a:buChar char="●"/>
              <a:defRPr b="0" i="0" sz="1400" u="none" cap="none" strike="noStrike">
                <a:solidFill>
                  <a:srgbClr val="000000"/>
                </a:solidFill>
                <a:latin typeface="Proxima Nova"/>
                <a:ea typeface="Proxima Nova"/>
                <a:cs typeface="Proxima Nova"/>
                <a:sym typeface="Proxima Nova"/>
              </a:defRPr>
            </a:lvl7pPr>
            <a:lvl8pPr indent="-317500" lvl="7" marL="3657600" marR="0" rtl="0">
              <a:lnSpc>
                <a:spcPct val="100000"/>
              </a:lnSpc>
              <a:spcBef>
                <a:spcPts val="0"/>
              </a:spcBef>
              <a:spcAft>
                <a:spcPts val="0"/>
              </a:spcAft>
              <a:buClr>
                <a:srgbClr val="000000"/>
              </a:buClr>
              <a:buSzPts val="1400"/>
              <a:buFont typeface="Proxima Nova"/>
              <a:buChar char="○"/>
              <a:defRPr b="0" i="0" sz="1400" u="none" cap="none" strike="noStrike">
                <a:solidFill>
                  <a:srgbClr val="000000"/>
                </a:solidFill>
                <a:latin typeface="Proxima Nova"/>
                <a:ea typeface="Proxima Nova"/>
                <a:cs typeface="Proxima Nova"/>
                <a:sym typeface="Proxima Nova"/>
              </a:defRPr>
            </a:lvl8pPr>
            <a:lvl9pPr indent="-317500" lvl="8" marL="4114800" marR="0" rtl="0" algn="l">
              <a:lnSpc>
                <a:spcPct val="100000"/>
              </a:lnSpc>
              <a:spcBef>
                <a:spcPts val="0"/>
              </a:spcBef>
              <a:spcAft>
                <a:spcPts val="0"/>
              </a:spcAft>
              <a:buClr>
                <a:srgbClr val="000000"/>
              </a:buClr>
              <a:buSzPts val="1400"/>
              <a:buFont typeface="Proxima Nova"/>
              <a:buChar char="■"/>
              <a:defRPr b="0" i="0" sz="1400" u="none" cap="none" strike="noStrike">
                <a:solidFill>
                  <a:srgbClr val="000000"/>
                </a:solidFill>
                <a:latin typeface="Proxima Nova"/>
                <a:ea typeface="Proxima Nova"/>
                <a:cs typeface="Proxima Nova"/>
                <a:sym typeface="Proxima Nova"/>
              </a:defRPr>
            </a:lvl9pPr>
          </a:lstStyle>
          <a:p/>
        </p:txBody>
      </p:sp>
      <p:sp>
        <p:nvSpPr>
          <p:cNvPr id="626" name="Google Shape;626;p13"/>
          <p:cNvSpPr txBox="1"/>
          <p:nvPr>
            <p:ph idx="2" type="body"/>
          </p:nvPr>
        </p:nvSpPr>
        <p:spPr>
          <a:xfrm>
            <a:off x="351855" y="3229996"/>
            <a:ext cx="4971300" cy="768600"/>
          </a:xfrm>
          <a:prstGeom prst="rect">
            <a:avLst/>
          </a:prstGeom>
          <a:noFill/>
          <a:ln>
            <a:noFill/>
          </a:ln>
        </p:spPr>
        <p:txBody>
          <a:bodyPr anchorCtr="0" anchor="t" bIns="0" lIns="0" spcFirstLastPara="1" rIns="0" wrap="square" tIns="0">
            <a:noAutofit/>
          </a:bodyPr>
          <a:lstStyle>
            <a:lvl1pPr indent="-228600" lvl="0" marL="457200" marR="0" rtl="0" algn="l">
              <a:lnSpc>
                <a:spcPct val="100000"/>
              </a:lnSpc>
              <a:spcBef>
                <a:spcPts val="0"/>
              </a:spcBef>
              <a:spcAft>
                <a:spcPts val="0"/>
              </a:spcAft>
              <a:buClr>
                <a:srgbClr val="000000"/>
              </a:buClr>
              <a:buSzPts val="1400"/>
              <a:buFont typeface="Proxima Nova"/>
              <a:buNone/>
              <a:defRPr b="0" i="0" sz="2000" u="none" cap="none" strike="noStrike">
                <a:solidFill>
                  <a:srgbClr val="000000"/>
                </a:solidFill>
                <a:latin typeface="Proxima Nova"/>
                <a:ea typeface="Proxima Nova"/>
                <a:cs typeface="Proxima Nova"/>
                <a:sym typeface="Proxima Nova"/>
              </a:defRPr>
            </a:lvl1pPr>
            <a:lvl2pPr indent="-317500" lvl="1" marL="914400" marR="0" rtl="0" algn="l">
              <a:lnSpc>
                <a:spcPct val="100000"/>
              </a:lnSpc>
              <a:spcBef>
                <a:spcPts val="0"/>
              </a:spcBef>
              <a:spcAft>
                <a:spcPts val="0"/>
              </a:spcAft>
              <a:buClr>
                <a:srgbClr val="000000"/>
              </a:buClr>
              <a:buSzPts val="1400"/>
              <a:buFont typeface="Proxima Nova"/>
              <a:buChar char="○"/>
              <a:defRPr b="0" i="0" sz="1400" u="none" cap="none" strike="noStrike">
                <a:solidFill>
                  <a:srgbClr val="000000"/>
                </a:solidFill>
                <a:latin typeface="Proxima Nova"/>
                <a:ea typeface="Proxima Nova"/>
                <a:cs typeface="Proxima Nova"/>
                <a:sym typeface="Proxima Nova"/>
              </a:defRPr>
            </a:lvl2pPr>
            <a:lvl3pPr indent="-317500" lvl="2" marL="1371600" marR="0" rtl="0" algn="l">
              <a:lnSpc>
                <a:spcPct val="100000"/>
              </a:lnSpc>
              <a:spcBef>
                <a:spcPts val="0"/>
              </a:spcBef>
              <a:spcAft>
                <a:spcPts val="0"/>
              </a:spcAft>
              <a:buClr>
                <a:srgbClr val="000000"/>
              </a:buClr>
              <a:buSzPts val="1400"/>
              <a:buFont typeface="Proxima Nova"/>
              <a:buChar char="■"/>
              <a:defRPr b="0" i="0" sz="1400" u="none" cap="none" strike="noStrike">
                <a:solidFill>
                  <a:srgbClr val="000000"/>
                </a:solidFill>
                <a:latin typeface="Proxima Nova"/>
                <a:ea typeface="Proxima Nova"/>
                <a:cs typeface="Proxima Nova"/>
                <a:sym typeface="Proxima Nova"/>
              </a:defRPr>
            </a:lvl3pPr>
            <a:lvl4pPr indent="-317500" lvl="3" marL="1828800" marR="0" rtl="0" algn="l">
              <a:lnSpc>
                <a:spcPct val="100000"/>
              </a:lnSpc>
              <a:spcBef>
                <a:spcPts val="0"/>
              </a:spcBef>
              <a:spcAft>
                <a:spcPts val="0"/>
              </a:spcAft>
              <a:buClr>
                <a:srgbClr val="000000"/>
              </a:buClr>
              <a:buSzPts val="1400"/>
              <a:buFont typeface="Proxima Nova"/>
              <a:buChar char="●"/>
              <a:defRPr b="0" i="0" sz="1400" u="none" cap="none" strike="noStrike">
                <a:solidFill>
                  <a:srgbClr val="000000"/>
                </a:solidFill>
                <a:latin typeface="Proxima Nova"/>
                <a:ea typeface="Proxima Nova"/>
                <a:cs typeface="Proxima Nova"/>
                <a:sym typeface="Proxima Nova"/>
              </a:defRPr>
            </a:lvl4pPr>
            <a:lvl5pPr indent="-317500" lvl="4" marL="2286000" marR="0" rtl="0" algn="l">
              <a:lnSpc>
                <a:spcPct val="100000"/>
              </a:lnSpc>
              <a:spcBef>
                <a:spcPts val="0"/>
              </a:spcBef>
              <a:spcAft>
                <a:spcPts val="0"/>
              </a:spcAft>
              <a:buClr>
                <a:srgbClr val="000000"/>
              </a:buClr>
              <a:buSzPts val="1400"/>
              <a:buFont typeface="Proxima Nova"/>
              <a:buChar char="○"/>
              <a:defRPr b="0" i="0" sz="1400" u="none" cap="none" strike="noStrike">
                <a:solidFill>
                  <a:srgbClr val="000000"/>
                </a:solidFill>
                <a:latin typeface="Proxima Nova"/>
                <a:ea typeface="Proxima Nova"/>
                <a:cs typeface="Proxima Nova"/>
                <a:sym typeface="Proxima Nova"/>
              </a:defRPr>
            </a:lvl5pPr>
            <a:lvl6pPr indent="-317500" lvl="5" marL="2743200" marR="0" rtl="0" algn="l">
              <a:lnSpc>
                <a:spcPct val="100000"/>
              </a:lnSpc>
              <a:spcBef>
                <a:spcPts val="0"/>
              </a:spcBef>
              <a:spcAft>
                <a:spcPts val="0"/>
              </a:spcAft>
              <a:buClr>
                <a:srgbClr val="000000"/>
              </a:buClr>
              <a:buSzPts val="1400"/>
              <a:buFont typeface="Proxima Nova"/>
              <a:buChar char="■"/>
              <a:defRPr b="0" i="0" sz="1400" u="none" cap="none" strike="noStrike">
                <a:solidFill>
                  <a:srgbClr val="000000"/>
                </a:solidFill>
                <a:latin typeface="Proxima Nova"/>
                <a:ea typeface="Proxima Nova"/>
                <a:cs typeface="Proxima Nova"/>
                <a:sym typeface="Proxima Nova"/>
              </a:defRPr>
            </a:lvl6pPr>
            <a:lvl7pPr indent="-317500" lvl="6" marL="3200400" marR="0" rtl="0" algn="l">
              <a:lnSpc>
                <a:spcPct val="100000"/>
              </a:lnSpc>
              <a:spcBef>
                <a:spcPts val="0"/>
              </a:spcBef>
              <a:spcAft>
                <a:spcPts val="0"/>
              </a:spcAft>
              <a:buClr>
                <a:srgbClr val="000000"/>
              </a:buClr>
              <a:buSzPts val="1400"/>
              <a:buFont typeface="Proxima Nova"/>
              <a:buChar char="●"/>
              <a:defRPr b="0" i="0" sz="1400" u="none" cap="none" strike="noStrike">
                <a:solidFill>
                  <a:srgbClr val="000000"/>
                </a:solidFill>
                <a:latin typeface="Proxima Nova"/>
                <a:ea typeface="Proxima Nova"/>
                <a:cs typeface="Proxima Nova"/>
                <a:sym typeface="Proxima Nova"/>
              </a:defRPr>
            </a:lvl7pPr>
            <a:lvl8pPr indent="-317500" lvl="7" marL="3657600" marR="0" rtl="0" algn="l">
              <a:lnSpc>
                <a:spcPct val="100000"/>
              </a:lnSpc>
              <a:spcBef>
                <a:spcPts val="0"/>
              </a:spcBef>
              <a:spcAft>
                <a:spcPts val="0"/>
              </a:spcAft>
              <a:buClr>
                <a:srgbClr val="000000"/>
              </a:buClr>
              <a:buSzPts val="1400"/>
              <a:buFont typeface="Proxima Nova"/>
              <a:buChar char="○"/>
              <a:defRPr b="0" i="0" sz="1400" u="none" cap="none" strike="noStrike">
                <a:solidFill>
                  <a:srgbClr val="000000"/>
                </a:solidFill>
                <a:latin typeface="Proxima Nova"/>
                <a:ea typeface="Proxima Nova"/>
                <a:cs typeface="Proxima Nova"/>
                <a:sym typeface="Proxima Nova"/>
              </a:defRPr>
            </a:lvl8pPr>
            <a:lvl9pPr indent="-317500" lvl="8" marL="4114800" marR="0" rtl="0" algn="l">
              <a:lnSpc>
                <a:spcPct val="100000"/>
              </a:lnSpc>
              <a:spcBef>
                <a:spcPts val="0"/>
              </a:spcBef>
              <a:spcAft>
                <a:spcPts val="0"/>
              </a:spcAft>
              <a:buClr>
                <a:srgbClr val="000000"/>
              </a:buClr>
              <a:buSzPts val="1400"/>
              <a:buFont typeface="Proxima Nova"/>
              <a:buChar char="■"/>
              <a:defRPr b="0" i="0" sz="1400" u="none" cap="none" strike="noStrike">
                <a:solidFill>
                  <a:srgbClr val="000000"/>
                </a:solidFill>
                <a:latin typeface="Proxima Nova"/>
                <a:ea typeface="Proxima Nova"/>
                <a:cs typeface="Proxima Nova"/>
                <a:sym typeface="Proxima Nova"/>
              </a:defRPr>
            </a:lvl9pPr>
          </a:lstStyle>
          <a:p/>
        </p:txBody>
      </p:sp>
      <p:pic>
        <p:nvPicPr>
          <p:cNvPr id="627" name="Google Shape;627;p13"/>
          <p:cNvPicPr preferRelativeResize="0"/>
          <p:nvPr/>
        </p:nvPicPr>
        <p:blipFill rotWithShape="1">
          <a:blip r:embed="rId2">
            <a:alphaModFix/>
          </a:blip>
          <a:srcRect b="0" l="0" r="0" t="0"/>
          <a:stretch/>
        </p:blipFill>
        <p:spPr>
          <a:xfrm>
            <a:off x="8439003" y="4352324"/>
            <a:ext cx="389777" cy="514799"/>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2">
  <p:cSld name="Text 2">
    <p:spTree>
      <p:nvGrpSpPr>
        <p:cNvPr id="628" name="Shape 628"/>
        <p:cNvGrpSpPr/>
        <p:nvPr/>
      </p:nvGrpSpPr>
      <p:grpSpPr>
        <a:xfrm>
          <a:off x="0" y="0"/>
          <a:ext cx="0" cy="0"/>
          <a:chOff x="0" y="0"/>
          <a:chExt cx="0" cy="0"/>
        </a:xfrm>
      </p:grpSpPr>
      <p:sp>
        <p:nvSpPr>
          <p:cNvPr id="629" name="Google Shape;629;p14"/>
          <p:cNvSpPr txBox="1"/>
          <p:nvPr>
            <p:ph type="title"/>
          </p:nvPr>
        </p:nvSpPr>
        <p:spPr>
          <a:xfrm>
            <a:off x="452425" y="351725"/>
            <a:ext cx="7143300" cy="344700"/>
          </a:xfrm>
          <a:prstGeom prst="rect">
            <a:avLst/>
          </a:prstGeom>
          <a:noFill/>
          <a:ln>
            <a:noFill/>
          </a:ln>
        </p:spPr>
        <p:txBody>
          <a:bodyPr anchorCtr="0" anchor="t" bIns="0" lIns="0" spcFirstLastPara="1" rIns="0" wrap="square" tIns="0">
            <a:noAutofit/>
          </a:bodyPr>
          <a:lstStyle>
            <a:lvl1pPr lvl="0" marR="0" rtl="0" algn="l">
              <a:lnSpc>
                <a:spcPct val="80000"/>
              </a:lnSpc>
              <a:spcBef>
                <a:spcPts val="0"/>
              </a:spcBef>
              <a:spcAft>
                <a:spcPts val="0"/>
              </a:spcAft>
              <a:buClr>
                <a:srgbClr val="000000"/>
              </a:buClr>
              <a:buSzPts val="2800"/>
              <a:buFont typeface="Proxima Nova"/>
              <a:buNone/>
              <a:defRPr b="1" i="0" sz="2800" u="none" cap="none" strike="noStrike">
                <a:solidFill>
                  <a:srgbClr val="000000"/>
                </a:solidFill>
                <a:latin typeface="Proxima Nova"/>
                <a:ea typeface="Proxima Nova"/>
                <a:cs typeface="Proxima Nova"/>
                <a:sym typeface="Proxima Nova"/>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630" name="Google Shape;630;p14"/>
          <p:cNvSpPr txBox="1"/>
          <p:nvPr>
            <p:ph idx="1" type="body"/>
          </p:nvPr>
        </p:nvSpPr>
        <p:spPr>
          <a:xfrm>
            <a:off x="302400" y="1246774"/>
            <a:ext cx="7985700" cy="3076200"/>
          </a:xfrm>
          <a:prstGeom prst="rect">
            <a:avLst/>
          </a:prstGeom>
          <a:noFill/>
          <a:ln>
            <a:noFill/>
          </a:ln>
        </p:spPr>
        <p:txBody>
          <a:bodyPr anchorCtr="0" anchor="t" bIns="0" lIns="0" spcFirstLastPara="1" rIns="0" wrap="square" tIns="0">
            <a:noAutofit/>
          </a:bodyPr>
          <a:lstStyle>
            <a:lvl1pPr indent="-228600" lvl="0" marL="457200" marR="0" rtl="0" algn="l">
              <a:lnSpc>
                <a:spcPct val="100000"/>
              </a:lnSpc>
              <a:spcBef>
                <a:spcPts val="0"/>
              </a:spcBef>
              <a:spcAft>
                <a:spcPts val="0"/>
              </a:spcAft>
              <a:buClr>
                <a:srgbClr val="000000"/>
              </a:buClr>
              <a:buSzPts val="1400"/>
              <a:buFont typeface="Proxima Nova"/>
              <a:buNone/>
              <a:defRPr b="0" i="0" sz="1400" u="none" cap="none" strike="noStrike">
                <a:solidFill>
                  <a:srgbClr val="000000"/>
                </a:solidFill>
                <a:latin typeface="Proxima Nova"/>
                <a:ea typeface="Proxima Nova"/>
                <a:cs typeface="Proxima Nova"/>
                <a:sym typeface="Proxima Nova"/>
              </a:defRPr>
            </a:lvl1pPr>
            <a:lvl2pPr indent="-317500" lvl="1" marL="914400" marR="0" rtl="0" algn="l">
              <a:lnSpc>
                <a:spcPct val="100000"/>
              </a:lnSpc>
              <a:spcBef>
                <a:spcPts val="0"/>
              </a:spcBef>
              <a:spcAft>
                <a:spcPts val="0"/>
              </a:spcAft>
              <a:buClr>
                <a:srgbClr val="000000"/>
              </a:buClr>
              <a:buSzPts val="1400"/>
              <a:buFont typeface="Proxima Nova"/>
              <a:buChar char="○"/>
              <a:defRPr b="0" i="0" sz="1400" u="none" cap="none" strike="noStrike">
                <a:solidFill>
                  <a:srgbClr val="000000"/>
                </a:solidFill>
                <a:latin typeface="Proxima Nova"/>
                <a:ea typeface="Proxima Nova"/>
                <a:cs typeface="Proxima Nova"/>
                <a:sym typeface="Proxima Nova"/>
              </a:defRPr>
            </a:lvl2pPr>
            <a:lvl3pPr indent="-317500" lvl="2" marL="1371600" marR="0" rtl="0" algn="l">
              <a:lnSpc>
                <a:spcPct val="100000"/>
              </a:lnSpc>
              <a:spcBef>
                <a:spcPts val="0"/>
              </a:spcBef>
              <a:spcAft>
                <a:spcPts val="0"/>
              </a:spcAft>
              <a:buClr>
                <a:srgbClr val="000000"/>
              </a:buClr>
              <a:buSzPts val="1400"/>
              <a:buFont typeface="Proxima Nova"/>
              <a:buChar char="■"/>
              <a:defRPr b="0" i="0" sz="1400" u="none" cap="none" strike="noStrike">
                <a:solidFill>
                  <a:srgbClr val="000000"/>
                </a:solidFill>
                <a:latin typeface="Proxima Nova"/>
                <a:ea typeface="Proxima Nova"/>
                <a:cs typeface="Proxima Nova"/>
                <a:sym typeface="Proxima Nova"/>
              </a:defRPr>
            </a:lvl3pPr>
            <a:lvl4pPr indent="-317500" lvl="3" marL="1828800" marR="0" rtl="0" algn="l">
              <a:lnSpc>
                <a:spcPct val="100000"/>
              </a:lnSpc>
              <a:spcBef>
                <a:spcPts val="0"/>
              </a:spcBef>
              <a:spcAft>
                <a:spcPts val="0"/>
              </a:spcAft>
              <a:buClr>
                <a:srgbClr val="000000"/>
              </a:buClr>
              <a:buSzPts val="1400"/>
              <a:buFont typeface="Proxima Nova"/>
              <a:buChar char="●"/>
              <a:defRPr b="0" i="0" sz="1400" u="none" cap="none" strike="noStrike">
                <a:solidFill>
                  <a:srgbClr val="000000"/>
                </a:solidFill>
                <a:latin typeface="Proxima Nova"/>
                <a:ea typeface="Proxima Nova"/>
                <a:cs typeface="Proxima Nova"/>
                <a:sym typeface="Proxima Nova"/>
              </a:defRPr>
            </a:lvl4pPr>
            <a:lvl5pPr indent="-317500" lvl="4" marL="2286000" marR="0" rtl="0" algn="l">
              <a:lnSpc>
                <a:spcPct val="100000"/>
              </a:lnSpc>
              <a:spcBef>
                <a:spcPts val="0"/>
              </a:spcBef>
              <a:spcAft>
                <a:spcPts val="0"/>
              </a:spcAft>
              <a:buClr>
                <a:srgbClr val="000000"/>
              </a:buClr>
              <a:buSzPts val="1400"/>
              <a:buFont typeface="Proxima Nova"/>
              <a:buChar char="○"/>
              <a:defRPr b="0" i="0" sz="1400" u="none" cap="none" strike="noStrike">
                <a:solidFill>
                  <a:srgbClr val="000000"/>
                </a:solidFill>
                <a:latin typeface="Proxima Nova"/>
                <a:ea typeface="Proxima Nova"/>
                <a:cs typeface="Proxima Nova"/>
                <a:sym typeface="Proxima Nova"/>
              </a:defRPr>
            </a:lvl5pPr>
            <a:lvl6pPr indent="-317500" lvl="5" marL="2743200" marR="0" rtl="0" algn="l">
              <a:lnSpc>
                <a:spcPct val="100000"/>
              </a:lnSpc>
              <a:spcBef>
                <a:spcPts val="0"/>
              </a:spcBef>
              <a:spcAft>
                <a:spcPts val="0"/>
              </a:spcAft>
              <a:buClr>
                <a:srgbClr val="000000"/>
              </a:buClr>
              <a:buSzPts val="1400"/>
              <a:buFont typeface="Proxima Nova"/>
              <a:buChar char="■"/>
              <a:defRPr b="0" i="0" sz="1400" u="none" cap="none" strike="noStrike">
                <a:solidFill>
                  <a:srgbClr val="000000"/>
                </a:solidFill>
                <a:latin typeface="Proxima Nova"/>
                <a:ea typeface="Proxima Nova"/>
                <a:cs typeface="Proxima Nova"/>
                <a:sym typeface="Proxima Nova"/>
              </a:defRPr>
            </a:lvl6pPr>
            <a:lvl7pPr indent="-317500" lvl="6" marL="3200400" marR="0" rtl="0" algn="l">
              <a:lnSpc>
                <a:spcPct val="100000"/>
              </a:lnSpc>
              <a:spcBef>
                <a:spcPts val="0"/>
              </a:spcBef>
              <a:spcAft>
                <a:spcPts val="0"/>
              </a:spcAft>
              <a:buClr>
                <a:srgbClr val="000000"/>
              </a:buClr>
              <a:buSzPts val="1400"/>
              <a:buFont typeface="Proxima Nova"/>
              <a:buChar char="●"/>
              <a:defRPr b="0" i="0" sz="1400" u="none" cap="none" strike="noStrike">
                <a:solidFill>
                  <a:srgbClr val="000000"/>
                </a:solidFill>
                <a:latin typeface="Proxima Nova"/>
                <a:ea typeface="Proxima Nova"/>
                <a:cs typeface="Proxima Nova"/>
                <a:sym typeface="Proxima Nova"/>
              </a:defRPr>
            </a:lvl7pPr>
            <a:lvl8pPr indent="-317500" lvl="7" marL="3657600" marR="0" rtl="0" algn="l">
              <a:lnSpc>
                <a:spcPct val="100000"/>
              </a:lnSpc>
              <a:spcBef>
                <a:spcPts val="0"/>
              </a:spcBef>
              <a:spcAft>
                <a:spcPts val="0"/>
              </a:spcAft>
              <a:buClr>
                <a:srgbClr val="000000"/>
              </a:buClr>
              <a:buSzPts val="1400"/>
              <a:buFont typeface="Proxima Nova"/>
              <a:buChar char="○"/>
              <a:defRPr b="0" i="0" sz="1400" u="none" cap="none" strike="noStrike">
                <a:solidFill>
                  <a:srgbClr val="000000"/>
                </a:solidFill>
                <a:latin typeface="Proxima Nova"/>
                <a:ea typeface="Proxima Nova"/>
                <a:cs typeface="Proxima Nova"/>
                <a:sym typeface="Proxima Nova"/>
              </a:defRPr>
            </a:lvl8pPr>
            <a:lvl9pPr indent="-317500" lvl="8" marL="4114800" marR="0" rtl="0" algn="l">
              <a:lnSpc>
                <a:spcPct val="100000"/>
              </a:lnSpc>
              <a:spcBef>
                <a:spcPts val="0"/>
              </a:spcBef>
              <a:spcAft>
                <a:spcPts val="0"/>
              </a:spcAft>
              <a:buClr>
                <a:srgbClr val="000000"/>
              </a:buClr>
              <a:buSzPts val="1400"/>
              <a:buFont typeface="Proxima Nova"/>
              <a:buChar char="■"/>
              <a:defRPr b="0" i="0" sz="1400" u="none" cap="none" strike="noStrike">
                <a:solidFill>
                  <a:srgbClr val="000000"/>
                </a:solidFill>
                <a:latin typeface="Proxima Nova"/>
                <a:ea typeface="Proxima Nova"/>
                <a:cs typeface="Proxima Nova"/>
                <a:sym typeface="Proxima Nova"/>
              </a:defRPr>
            </a:lvl9pPr>
          </a:lstStyle>
          <a:p/>
        </p:txBody>
      </p:sp>
      <p:sp>
        <p:nvSpPr>
          <p:cNvPr id="631" name="Google Shape;631;p14"/>
          <p:cNvSpPr/>
          <p:nvPr/>
        </p:nvSpPr>
        <p:spPr>
          <a:xfrm>
            <a:off x="452437" y="728934"/>
            <a:ext cx="571782" cy="76276"/>
          </a:xfrm>
          <a:custGeom>
            <a:rect b="b" l="l" r="r" t="t"/>
            <a:pathLst>
              <a:path extrusionOk="0" h="167639" w="1256664">
                <a:moveTo>
                  <a:pt x="1256506" y="0"/>
                </a:moveTo>
                <a:lnTo>
                  <a:pt x="0" y="0"/>
                </a:lnTo>
                <a:lnTo>
                  <a:pt x="0" y="167534"/>
                </a:lnTo>
                <a:lnTo>
                  <a:pt x="1256506" y="167534"/>
                </a:lnTo>
                <a:lnTo>
                  <a:pt x="1256506" y="0"/>
                </a:lnTo>
                <a:close/>
              </a:path>
            </a:pathLst>
          </a:custGeom>
          <a:solidFill>
            <a:schemeClr val="accent1"/>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chemeClr val="dk1"/>
              </a:solidFill>
              <a:latin typeface="Calibri"/>
              <a:ea typeface="Calibri"/>
              <a:cs typeface="Calibri"/>
              <a:sym typeface="Calibri"/>
            </a:endParaRPr>
          </a:p>
        </p:txBody>
      </p:sp>
      <p:grpSp>
        <p:nvGrpSpPr>
          <p:cNvPr id="632" name="Google Shape;632;p14"/>
          <p:cNvGrpSpPr/>
          <p:nvPr/>
        </p:nvGrpSpPr>
        <p:grpSpPr>
          <a:xfrm>
            <a:off x="8557760" y="307017"/>
            <a:ext cx="242955" cy="278663"/>
            <a:chOff x="18292080" y="1008720"/>
            <a:chExt cx="741846" cy="846743"/>
          </a:xfrm>
        </p:grpSpPr>
        <p:sp>
          <p:nvSpPr>
            <p:cNvPr id="633" name="Google Shape;633;p14"/>
            <p:cNvSpPr/>
            <p:nvPr/>
          </p:nvSpPr>
          <p:spPr>
            <a:xfrm>
              <a:off x="18292080" y="1008720"/>
              <a:ext cx="741680" cy="846455"/>
            </a:xfrm>
            <a:custGeom>
              <a:rect b="b" l="l" r="r" t="t"/>
              <a:pathLst>
                <a:path extrusionOk="0" h="846455" w="741680">
                  <a:moveTo>
                    <a:pt x="370669" y="0"/>
                  </a:moveTo>
                  <a:lnTo>
                    <a:pt x="15706" y="200077"/>
                  </a:lnTo>
                  <a:lnTo>
                    <a:pt x="0" y="227281"/>
                  </a:lnTo>
                  <a:lnTo>
                    <a:pt x="0" y="619017"/>
                  </a:lnTo>
                  <a:lnTo>
                    <a:pt x="359821" y="844906"/>
                  </a:lnTo>
                  <a:lnTo>
                    <a:pt x="365245" y="846298"/>
                  </a:lnTo>
                  <a:lnTo>
                    <a:pt x="376093" y="846298"/>
                  </a:lnTo>
                  <a:lnTo>
                    <a:pt x="381517" y="844906"/>
                  </a:lnTo>
                  <a:lnTo>
                    <a:pt x="496331" y="778615"/>
                  </a:lnTo>
                  <a:lnTo>
                    <a:pt x="370669" y="778615"/>
                  </a:lnTo>
                  <a:lnTo>
                    <a:pt x="62825" y="600882"/>
                  </a:lnTo>
                  <a:lnTo>
                    <a:pt x="62825" y="245416"/>
                  </a:lnTo>
                  <a:lnTo>
                    <a:pt x="370669" y="67683"/>
                  </a:lnTo>
                  <a:lnTo>
                    <a:pt x="496317" y="67683"/>
                  </a:lnTo>
                  <a:lnTo>
                    <a:pt x="386375" y="4209"/>
                  </a:lnTo>
                  <a:lnTo>
                    <a:pt x="378734" y="1052"/>
                  </a:lnTo>
                  <a:lnTo>
                    <a:pt x="370669" y="0"/>
                  </a:lnTo>
                  <a:close/>
                </a:path>
                <a:path extrusionOk="0" h="846455" w="741680">
                  <a:moveTo>
                    <a:pt x="496317" y="67683"/>
                  </a:moveTo>
                  <a:lnTo>
                    <a:pt x="370669" y="67683"/>
                  </a:lnTo>
                  <a:lnTo>
                    <a:pt x="678513" y="245416"/>
                  </a:lnTo>
                  <a:lnTo>
                    <a:pt x="678513" y="600882"/>
                  </a:lnTo>
                  <a:lnTo>
                    <a:pt x="370669" y="778615"/>
                  </a:lnTo>
                  <a:lnTo>
                    <a:pt x="496331" y="778615"/>
                  </a:lnTo>
                  <a:lnTo>
                    <a:pt x="725632" y="646221"/>
                  </a:lnTo>
                  <a:lnTo>
                    <a:pt x="741338" y="619017"/>
                  </a:lnTo>
                  <a:lnTo>
                    <a:pt x="741338" y="227281"/>
                  </a:lnTo>
                  <a:lnTo>
                    <a:pt x="740251" y="219084"/>
                  </a:lnTo>
                  <a:lnTo>
                    <a:pt x="737129" y="211574"/>
                  </a:lnTo>
                  <a:lnTo>
                    <a:pt x="732185" y="205117"/>
                  </a:lnTo>
                  <a:lnTo>
                    <a:pt x="725632" y="200077"/>
                  </a:lnTo>
                  <a:lnTo>
                    <a:pt x="496317" y="67683"/>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634" name="Google Shape;634;p14"/>
            <p:cNvSpPr/>
            <p:nvPr/>
          </p:nvSpPr>
          <p:spPr>
            <a:xfrm>
              <a:off x="18323491" y="1235998"/>
              <a:ext cx="339725" cy="588010"/>
            </a:xfrm>
            <a:custGeom>
              <a:rect b="b" l="l" r="r" t="t"/>
              <a:pathLst>
                <a:path extrusionOk="0" h="588010" w="339725">
                  <a:moveTo>
                    <a:pt x="0" y="0"/>
                  </a:moveTo>
                  <a:lnTo>
                    <a:pt x="0" y="391736"/>
                  </a:lnTo>
                  <a:lnTo>
                    <a:pt x="339256" y="587615"/>
                  </a:lnTo>
                  <a:lnTo>
                    <a:pt x="339256" y="195868"/>
                  </a:lnTo>
                  <a:lnTo>
                    <a:pt x="0" y="0"/>
                  </a:lnTo>
                  <a:close/>
                </a:path>
              </a:pathLst>
            </a:custGeom>
            <a:solidFill>
              <a:srgbClr val="901F7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635" name="Google Shape;635;p14"/>
            <p:cNvSpPr/>
            <p:nvPr/>
          </p:nvSpPr>
          <p:spPr>
            <a:xfrm>
              <a:off x="18292080" y="1204588"/>
              <a:ext cx="402590" cy="650875"/>
            </a:xfrm>
            <a:custGeom>
              <a:rect b="b" l="l" r="r" t="t"/>
              <a:pathLst>
                <a:path extrusionOk="0" h="650875" w="402590">
                  <a:moveTo>
                    <a:pt x="31412" y="0"/>
                  </a:moveTo>
                  <a:lnTo>
                    <a:pt x="1087" y="23215"/>
                  </a:lnTo>
                  <a:lnTo>
                    <a:pt x="0" y="31412"/>
                  </a:lnTo>
                  <a:lnTo>
                    <a:pt x="0" y="423149"/>
                  </a:lnTo>
                  <a:lnTo>
                    <a:pt x="359821" y="649037"/>
                  </a:lnTo>
                  <a:lnTo>
                    <a:pt x="365245" y="650430"/>
                  </a:lnTo>
                  <a:lnTo>
                    <a:pt x="376093" y="650430"/>
                  </a:lnTo>
                  <a:lnTo>
                    <a:pt x="402081" y="619017"/>
                  </a:lnTo>
                  <a:lnTo>
                    <a:pt x="402081" y="564611"/>
                  </a:lnTo>
                  <a:lnTo>
                    <a:pt x="339256" y="564611"/>
                  </a:lnTo>
                  <a:lnTo>
                    <a:pt x="62825" y="405013"/>
                  </a:lnTo>
                  <a:lnTo>
                    <a:pt x="62825" y="85819"/>
                  </a:lnTo>
                  <a:lnTo>
                    <a:pt x="188472" y="85819"/>
                  </a:lnTo>
                  <a:lnTo>
                    <a:pt x="47118" y="4209"/>
                  </a:lnTo>
                  <a:lnTo>
                    <a:pt x="39477" y="1052"/>
                  </a:lnTo>
                  <a:lnTo>
                    <a:pt x="31412" y="0"/>
                  </a:lnTo>
                  <a:close/>
                </a:path>
                <a:path extrusionOk="0" h="650875" w="402590">
                  <a:moveTo>
                    <a:pt x="188472" y="85819"/>
                  </a:moveTo>
                  <a:lnTo>
                    <a:pt x="62825" y="85819"/>
                  </a:lnTo>
                  <a:lnTo>
                    <a:pt x="339256" y="245416"/>
                  </a:lnTo>
                  <a:lnTo>
                    <a:pt x="339256" y="564611"/>
                  </a:lnTo>
                  <a:lnTo>
                    <a:pt x="402081" y="564611"/>
                  </a:lnTo>
                  <a:lnTo>
                    <a:pt x="402081" y="227281"/>
                  </a:lnTo>
                  <a:lnTo>
                    <a:pt x="400994" y="219084"/>
                  </a:lnTo>
                  <a:lnTo>
                    <a:pt x="397872" y="211574"/>
                  </a:lnTo>
                  <a:lnTo>
                    <a:pt x="392929" y="205117"/>
                  </a:lnTo>
                  <a:lnTo>
                    <a:pt x="386375" y="200077"/>
                  </a:lnTo>
                  <a:lnTo>
                    <a:pt x="188472" y="85819"/>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636" name="Google Shape;636;p14"/>
            <p:cNvSpPr/>
            <p:nvPr/>
          </p:nvSpPr>
          <p:spPr>
            <a:xfrm>
              <a:off x="18662748" y="1236001"/>
              <a:ext cx="339725" cy="588010"/>
            </a:xfrm>
            <a:custGeom>
              <a:rect b="b" l="l" r="r" t="t"/>
              <a:pathLst>
                <a:path extrusionOk="0" h="588010" w="339725">
                  <a:moveTo>
                    <a:pt x="339256" y="0"/>
                  </a:moveTo>
                  <a:lnTo>
                    <a:pt x="0" y="195868"/>
                  </a:lnTo>
                  <a:lnTo>
                    <a:pt x="0" y="587605"/>
                  </a:lnTo>
                  <a:lnTo>
                    <a:pt x="339256" y="391736"/>
                  </a:lnTo>
                  <a:lnTo>
                    <a:pt x="339256"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637" name="Google Shape;637;p14"/>
            <p:cNvSpPr/>
            <p:nvPr/>
          </p:nvSpPr>
          <p:spPr>
            <a:xfrm>
              <a:off x="18631336" y="1204582"/>
              <a:ext cx="402590" cy="650875"/>
            </a:xfrm>
            <a:custGeom>
              <a:rect b="b" l="l" r="r" t="t"/>
              <a:pathLst>
                <a:path extrusionOk="0" h="650875" w="402590">
                  <a:moveTo>
                    <a:pt x="370669" y="0"/>
                  </a:moveTo>
                  <a:lnTo>
                    <a:pt x="15706" y="200081"/>
                  </a:lnTo>
                  <a:lnTo>
                    <a:pt x="0" y="227284"/>
                  </a:lnTo>
                  <a:lnTo>
                    <a:pt x="0" y="619032"/>
                  </a:lnTo>
                  <a:lnTo>
                    <a:pt x="25988" y="650444"/>
                  </a:lnTo>
                  <a:lnTo>
                    <a:pt x="36836" y="650444"/>
                  </a:lnTo>
                  <a:lnTo>
                    <a:pt x="42260" y="649041"/>
                  </a:lnTo>
                  <a:lnTo>
                    <a:pt x="188484" y="564615"/>
                  </a:lnTo>
                  <a:lnTo>
                    <a:pt x="62825" y="564615"/>
                  </a:lnTo>
                  <a:lnTo>
                    <a:pt x="62825" y="245420"/>
                  </a:lnTo>
                  <a:lnTo>
                    <a:pt x="339256" y="85823"/>
                  </a:lnTo>
                  <a:lnTo>
                    <a:pt x="402081" y="85823"/>
                  </a:lnTo>
                  <a:lnTo>
                    <a:pt x="402081" y="31416"/>
                  </a:lnTo>
                  <a:lnTo>
                    <a:pt x="378712" y="1051"/>
                  </a:lnTo>
                  <a:lnTo>
                    <a:pt x="370669" y="0"/>
                  </a:lnTo>
                  <a:close/>
                </a:path>
                <a:path extrusionOk="0" h="650875" w="402590">
                  <a:moveTo>
                    <a:pt x="402081" y="85823"/>
                  </a:moveTo>
                  <a:lnTo>
                    <a:pt x="339256" y="85823"/>
                  </a:lnTo>
                  <a:lnTo>
                    <a:pt x="339256" y="405017"/>
                  </a:lnTo>
                  <a:lnTo>
                    <a:pt x="62825" y="564615"/>
                  </a:lnTo>
                  <a:lnTo>
                    <a:pt x="188484" y="564615"/>
                  </a:lnTo>
                  <a:lnTo>
                    <a:pt x="386375" y="450356"/>
                  </a:lnTo>
                  <a:lnTo>
                    <a:pt x="392929" y="445316"/>
                  </a:lnTo>
                  <a:lnTo>
                    <a:pt x="397872" y="438859"/>
                  </a:lnTo>
                  <a:lnTo>
                    <a:pt x="400994" y="431350"/>
                  </a:lnTo>
                  <a:lnTo>
                    <a:pt x="402081" y="423153"/>
                  </a:lnTo>
                  <a:lnTo>
                    <a:pt x="402081" y="85823"/>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grpSp>
      <p:grpSp>
        <p:nvGrpSpPr>
          <p:cNvPr id="638" name="Google Shape;638;p14"/>
          <p:cNvGrpSpPr/>
          <p:nvPr/>
        </p:nvGrpSpPr>
        <p:grpSpPr>
          <a:xfrm>
            <a:off x="7821761" y="325795"/>
            <a:ext cx="465059" cy="407604"/>
            <a:chOff x="15817545" y="812840"/>
            <a:chExt cx="1420027" cy="1238541"/>
          </a:xfrm>
        </p:grpSpPr>
        <p:sp>
          <p:nvSpPr>
            <p:cNvPr id="639" name="Google Shape;639;p14"/>
            <p:cNvSpPr/>
            <p:nvPr/>
          </p:nvSpPr>
          <p:spPr>
            <a:xfrm>
              <a:off x="15817545" y="812840"/>
              <a:ext cx="1419859" cy="846455"/>
            </a:xfrm>
            <a:custGeom>
              <a:rect b="b" l="l" r="r" t="t"/>
              <a:pathLst>
                <a:path extrusionOk="0" h="846455" w="1419859">
                  <a:moveTo>
                    <a:pt x="1049182" y="0"/>
                  </a:moveTo>
                  <a:lnTo>
                    <a:pt x="15706" y="591824"/>
                  </a:lnTo>
                  <a:lnTo>
                    <a:pt x="0" y="619028"/>
                  </a:lnTo>
                  <a:lnTo>
                    <a:pt x="1087" y="627225"/>
                  </a:lnTo>
                  <a:lnTo>
                    <a:pt x="359821" y="844916"/>
                  </a:lnTo>
                  <a:lnTo>
                    <a:pt x="365245" y="846319"/>
                  </a:lnTo>
                  <a:lnTo>
                    <a:pt x="376093" y="846319"/>
                  </a:lnTo>
                  <a:lnTo>
                    <a:pt x="381517" y="844916"/>
                  </a:lnTo>
                  <a:lnTo>
                    <a:pt x="496335" y="778625"/>
                  </a:lnTo>
                  <a:lnTo>
                    <a:pt x="370669" y="778625"/>
                  </a:lnTo>
                  <a:lnTo>
                    <a:pt x="94237" y="619028"/>
                  </a:lnTo>
                  <a:lnTo>
                    <a:pt x="1049182" y="67683"/>
                  </a:lnTo>
                  <a:lnTo>
                    <a:pt x="1174830" y="67683"/>
                  </a:lnTo>
                  <a:lnTo>
                    <a:pt x="1064889" y="4209"/>
                  </a:lnTo>
                  <a:lnTo>
                    <a:pt x="1057247" y="1052"/>
                  </a:lnTo>
                  <a:lnTo>
                    <a:pt x="1049182" y="0"/>
                  </a:lnTo>
                  <a:close/>
                </a:path>
                <a:path extrusionOk="0" h="846455" w="1419859">
                  <a:moveTo>
                    <a:pt x="1174830" y="67683"/>
                  </a:moveTo>
                  <a:lnTo>
                    <a:pt x="1049182" y="67683"/>
                  </a:lnTo>
                  <a:lnTo>
                    <a:pt x="1325614" y="227281"/>
                  </a:lnTo>
                  <a:lnTo>
                    <a:pt x="370669" y="778625"/>
                  </a:lnTo>
                  <a:lnTo>
                    <a:pt x="496335" y="778625"/>
                  </a:lnTo>
                  <a:lnTo>
                    <a:pt x="1404145" y="254494"/>
                  </a:lnTo>
                  <a:lnTo>
                    <a:pt x="1410699" y="249449"/>
                  </a:lnTo>
                  <a:lnTo>
                    <a:pt x="1415642" y="242988"/>
                  </a:lnTo>
                  <a:lnTo>
                    <a:pt x="1418764" y="235477"/>
                  </a:lnTo>
                  <a:lnTo>
                    <a:pt x="1419852" y="227281"/>
                  </a:lnTo>
                  <a:lnTo>
                    <a:pt x="1418764" y="219088"/>
                  </a:lnTo>
                  <a:lnTo>
                    <a:pt x="1415642" y="211578"/>
                  </a:lnTo>
                  <a:lnTo>
                    <a:pt x="1410699" y="205118"/>
                  </a:lnTo>
                  <a:lnTo>
                    <a:pt x="1404145" y="200077"/>
                  </a:lnTo>
                  <a:lnTo>
                    <a:pt x="1174830" y="67683"/>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640" name="Google Shape;640;p14"/>
            <p:cNvSpPr/>
            <p:nvPr/>
          </p:nvSpPr>
          <p:spPr>
            <a:xfrm>
              <a:off x="16188216" y="1040125"/>
              <a:ext cx="1017905" cy="979805"/>
            </a:xfrm>
            <a:custGeom>
              <a:rect b="b" l="l" r="r" t="t"/>
              <a:pathLst>
                <a:path extrusionOk="0" h="979805" w="1017905">
                  <a:moveTo>
                    <a:pt x="1017770" y="0"/>
                  </a:moveTo>
                  <a:lnTo>
                    <a:pt x="0" y="587615"/>
                  </a:lnTo>
                  <a:lnTo>
                    <a:pt x="0" y="979352"/>
                  </a:lnTo>
                  <a:lnTo>
                    <a:pt x="1017770" y="391747"/>
                  </a:lnTo>
                  <a:lnTo>
                    <a:pt x="1017770" y="0"/>
                  </a:lnTo>
                  <a:close/>
                </a:path>
              </a:pathLst>
            </a:custGeom>
            <a:solidFill>
              <a:srgbClr val="CC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641" name="Google Shape;641;p14"/>
            <p:cNvSpPr/>
            <p:nvPr/>
          </p:nvSpPr>
          <p:spPr>
            <a:xfrm>
              <a:off x="16156803" y="1008712"/>
              <a:ext cx="1080769" cy="1042669"/>
            </a:xfrm>
            <a:custGeom>
              <a:rect b="b" l="l" r="r" t="t"/>
              <a:pathLst>
                <a:path extrusionOk="0" h="1042669" w="1080769">
                  <a:moveTo>
                    <a:pt x="1049182" y="0"/>
                  </a:moveTo>
                  <a:lnTo>
                    <a:pt x="15706" y="591824"/>
                  </a:lnTo>
                  <a:lnTo>
                    <a:pt x="0" y="619028"/>
                  </a:lnTo>
                  <a:lnTo>
                    <a:pt x="0" y="1010765"/>
                  </a:lnTo>
                  <a:lnTo>
                    <a:pt x="25988" y="1042177"/>
                  </a:lnTo>
                  <a:lnTo>
                    <a:pt x="36836" y="1042177"/>
                  </a:lnTo>
                  <a:lnTo>
                    <a:pt x="42260" y="1040774"/>
                  </a:lnTo>
                  <a:lnTo>
                    <a:pt x="188474" y="956358"/>
                  </a:lnTo>
                  <a:lnTo>
                    <a:pt x="62825" y="956358"/>
                  </a:lnTo>
                  <a:lnTo>
                    <a:pt x="62825" y="637163"/>
                  </a:lnTo>
                  <a:lnTo>
                    <a:pt x="1017770" y="85819"/>
                  </a:lnTo>
                  <a:lnTo>
                    <a:pt x="1080595" y="85819"/>
                  </a:lnTo>
                  <a:lnTo>
                    <a:pt x="1080595" y="31412"/>
                  </a:lnTo>
                  <a:lnTo>
                    <a:pt x="1057247" y="1052"/>
                  </a:lnTo>
                  <a:lnTo>
                    <a:pt x="1049182" y="0"/>
                  </a:lnTo>
                  <a:close/>
                </a:path>
                <a:path extrusionOk="0" h="1042669" w="1080769">
                  <a:moveTo>
                    <a:pt x="1080595" y="85819"/>
                  </a:moveTo>
                  <a:lnTo>
                    <a:pt x="1017770" y="85819"/>
                  </a:lnTo>
                  <a:lnTo>
                    <a:pt x="1017770" y="405024"/>
                  </a:lnTo>
                  <a:lnTo>
                    <a:pt x="62825" y="956358"/>
                  </a:lnTo>
                  <a:lnTo>
                    <a:pt x="188474" y="956358"/>
                  </a:lnTo>
                  <a:lnTo>
                    <a:pt x="1064889" y="450363"/>
                  </a:lnTo>
                  <a:lnTo>
                    <a:pt x="1071442" y="445322"/>
                  </a:lnTo>
                  <a:lnTo>
                    <a:pt x="1076386" y="438862"/>
                  </a:lnTo>
                  <a:lnTo>
                    <a:pt x="1079507" y="431352"/>
                  </a:lnTo>
                  <a:lnTo>
                    <a:pt x="1080595" y="423159"/>
                  </a:lnTo>
                  <a:lnTo>
                    <a:pt x="1080595" y="85819"/>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642" name="Google Shape;642;p14"/>
            <p:cNvSpPr/>
            <p:nvPr/>
          </p:nvSpPr>
          <p:spPr>
            <a:xfrm>
              <a:off x="15848959" y="1431868"/>
              <a:ext cx="339725" cy="588010"/>
            </a:xfrm>
            <a:custGeom>
              <a:rect b="b" l="l" r="r" t="t"/>
              <a:pathLst>
                <a:path extrusionOk="0" h="588010" w="339725">
                  <a:moveTo>
                    <a:pt x="0" y="0"/>
                  </a:moveTo>
                  <a:lnTo>
                    <a:pt x="0" y="391747"/>
                  </a:lnTo>
                  <a:lnTo>
                    <a:pt x="339256" y="587615"/>
                  </a:lnTo>
                  <a:lnTo>
                    <a:pt x="339256" y="195868"/>
                  </a:lnTo>
                  <a:lnTo>
                    <a:pt x="0"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643" name="Google Shape;643;p14"/>
            <p:cNvSpPr/>
            <p:nvPr/>
          </p:nvSpPr>
          <p:spPr>
            <a:xfrm>
              <a:off x="15817545" y="1400451"/>
              <a:ext cx="402590" cy="650875"/>
            </a:xfrm>
            <a:custGeom>
              <a:rect b="b" l="l" r="r" t="t"/>
              <a:pathLst>
                <a:path extrusionOk="0" h="650875" w="402590">
                  <a:moveTo>
                    <a:pt x="31412" y="0"/>
                  </a:moveTo>
                  <a:lnTo>
                    <a:pt x="1087" y="23220"/>
                  </a:lnTo>
                  <a:lnTo>
                    <a:pt x="0" y="31412"/>
                  </a:lnTo>
                  <a:lnTo>
                    <a:pt x="0" y="423159"/>
                  </a:lnTo>
                  <a:lnTo>
                    <a:pt x="359821" y="649037"/>
                  </a:lnTo>
                  <a:lnTo>
                    <a:pt x="365245" y="650440"/>
                  </a:lnTo>
                  <a:lnTo>
                    <a:pt x="376093" y="650440"/>
                  </a:lnTo>
                  <a:lnTo>
                    <a:pt x="402081" y="619028"/>
                  </a:lnTo>
                  <a:lnTo>
                    <a:pt x="402081" y="564621"/>
                  </a:lnTo>
                  <a:lnTo>
                    <a:pt x="339256" y="564621"/>
                  </a:lnTo>
                  <a:lnTo>
                    <a:pt x="62825" y="405024"/>
                  </a:lnTo>
                  <a:lnTo>
                    <a:pt x="62825" y="85829"/>
                  </a:lnTo>
                  <a:lnTo>
                    <a:pt x="188483" y="85829"/>
                  </a:lnTo>
                  <a:lnTo>
                    <a:pt x="47118" y="4209"/>
                  </a:lnTo>
                  <a:lnTo>
                    <a:pt x="39477" y="1052"/>
                  </a:lnTo>
                  <a:lnTo>
                    <a:pt x="31412" y="0"/>
                  </a:lnTo>
                  <a:close/>
                </a:path>
                <a:path extrusionOk="0" h="650875" w="402590">
                  <a:moveTo>
                    <a:pt x="188483" y="85829"/>
                  </a:moveTo>
                  <a:lnTo>
                    <a:pt x="62825" y="85829"/>
                  </a:lnTo>
                  <a:lnTo>
                    <a:pt x="339256" y="245427"/>
                  </a:lnTo>
                  <a:lnTo>
                    <a:pt x="339256" y="564621"/>
                  </a:lnTo>
                  <a:lnTo>
                    <a:pt x="402081" y="564621"/>
                  </a:lnTo>
                  <a:lnTo>
                    <a:pt x="402081" y="227291"/>
                  </a:lnTo>
                  <a:lnTo>
                    <a:pt x="400994" y="219094"/>
                  </a:lnTo>
                  <a:lnTo>
                    <a:pt x="397872" y="211585"/>
                  </a:lnTo>
                  <a:lnTo>
                    <a:pt x="392929" y="205127"/>
                  </a:lnTo>
                  <a:lnTo>
                    <a:pt x="386375" y="200088"/>
                  </a:lnTo>
                  <a:lnTo>
                    <a:pt x="188483" y="85829"/>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grpSp>
      <p:grpSp>
        <p:nvGrpSpPr>
          <p:cNvPr id="644" name="Google Shape;644;p14"/>
          <p:cNvGrpSpPr/>
          <p:nvPr/>
        </p:nvGrpSpPr>
        <p:grpSpPr>
          <a:xfrm>
            <a:off x="8355530" y="733401"/>
            <a:ext cx="465060" cy="407491"/>
            <a:chOff x="17674542" y="2138203"/>
            <a:chExt cx="1420032" cy="1238197"/>
          </a:xfrm>
        </p:grpSpPr>
        <p:sp>
          <p:nvSpPr>
            <p:cNvPr id="645" name="Google Shape;645;p14"/>
            <p:cNvSpPr/>
            <p:nvPr/>
          </p:nvSpPr>
          <p:spPr>
            <a:xfrm>
              <a:off x="17674542" y="2138203"/>
              <a:ext cx="402590" cy="650875"/>
            </a:xfrm>
            <a:custGeom>
              <a:rect b="b" l="l" r="r" t="t"/>
              <a:pathLst>
                <a:path extrusionOk="0" h="650875" w="402590">
                  <a:moveTo>
                    <a:pt x="370675" y="0"/>
                  </a:moveTo>
                  <a:lnTo>
                    <a:pt x="15706" y="200088"/>
                  </a:lnTo>
                  <a:lnTo>
                    <a:pt x="0" y="227291"/>
                  </a:lnTo>
                  <a:lnTo>
                    <a:pt x="0" y="619038"/>
                  </a:lnTo>
                  <a:lnTo>
                    <a:pt x="25988" y="650451"/>
                  </a:lnTo>
                  <a:lnTo>
                    <a:pt x="36836" y="650451"/>
                  </a:lnTo>
                  <a:lnTo>
                    <a:pt x="42260" y="649048"/>
                  </a:lnTo>
                  <a:lnTo>
                    <a:pt x="188488" y="564621"/>
                  </a:lnTo>
                  <a:lnTo>
                    <a:pt x="62825" y="564621"/>
                  </a:lnTo>
                  <a:lnTo>
                    <a:pt x="62825" y="245427"/>
                  </a:lnTo>
                  <a:lnTo>
                    <a:pt x="339267" y="85829"/>
                  </a:lnTo>
                  <a:lnTo>
                    <a:pt x="402092" y="85829"/>
                  </a:lnTo>
                  <a:lnTo>
                    <a:pt x="402092" y="31423"/>
                  </a:lnTo>
                  <a:lnTo>
                    <a:pt x="378740" y="1052"/>
                  </a:lnTo>
                  <a:lnTo>
                    <a:pt x="370675" y="0"/>
                  </a:lnTo>
                  <a:close/>
                </a:path>
                <a:path extrusionOk="0" h="650875" w="402590">
                  <a:moveTo>
                    <a:pt x="402092" y="85829"/>
                  </a:moveTo>
                  <a:lnTo>
                    <a:pt x="339267" y="85829"/>
                  </a:lnTo>
                  <a:lnTo>
                    <a:pt x="339267" y="405024"/>
                  </a:lnTo>
                  <a:lnTo>
                    <a:pt x="62825" y="564621"/>
                  </a:lnTo>
                  <a:lnTo>
                    <a:pt x="188488" y="564621"/>
                  </a:lnTo>
                  <a:lnTo>
                    <a:pt x="386386" y="450363"/>
                  </a:lnTo>
                  <a:lnTo>
                    <a:pt x="392939" y="445323"/>
                  </a:lnTo>
                  <a:lnTo>
                    <a:pt x="397883" y="438866"/>
                  </a:lnTo>
                  <a:lnTo>
                    <a:pt x="401004" y="431356"/>
                  </a:lnTo>
                  <a:lnTo>
                    <a:pt x="402092" y="423159"/>
                  </a:lnTo>
                  <a:lnTo>
                    <a:pt x="402092" y="85829"/>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646" name="Google Shape;646;p14"/>
            <p:cNvSpPr/>
            <p:nvPr/>
          </p:nvSpPr>
          <p:spPr>
            <a:xfrm>
              <a:off x="18045217" y="2169622"/>
              <a:ext cx="1017905" cy="979805"/>
            </a:xfrm>
            <a:custGeom>
              <a:rect b="b" l="l" r="r" t="t"/>
              <a:pathLst>
                <a:path extrusionOk="0" h="979805" w="1017905">
                  <a:moveTo>
                    <a:pt x="0" y="0"/>
                  </a:moveTo>
                  <a:lnTo>
                    <a:pt x="0" y="391736"/>
                  </a:lnTo>
                  <a:lnTo>
                    <a:pt x="1017770" y="979352"/>
                  </a:lnTo>
                  <a:lnTo>
                    <a:pt x="1017770" y="587615"/>
                  </a:lnTo>
                  <a:lnTo>
                    <a:pt x="0" y="0"/>
                  </a:lnTo>
                  <a:close/>
                </a:path>
              </a:pathLst>
            </a:custGeom>
            <a:solidFill>
              <a:srgbClr val="00852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647" name="Google Shape;647;p14"/>
            <p:cNvSpPr/>
            <p:nvPr/>
          </p:nvSpPr>
          <p:spPr>
            <a:xfrm>
              <a:off x="18013805" y="2138204"/>
              <a:ext cx="1080769" cy="1042669"/>
            </a:xfrm>
            <a:custGeom>
              <a:rect b="b" l="l" r="r" t="t"/>
              <a:pathLst>
                <a:path extrusionOk="0" h="1042669" w="1080769">
                  <a:moveTo>
                    <a:pt x="31412" y="0"/>
                  </a:moveTo>
                  <a:lnTo>
                    <a:pt x="1087" y="23220"/>
                  </a:lnTo>
                  <a:lnTo>
                    <a:pt x="0" y="31412"/>
                  </a:lnTo>
                  <a:lnTo>
                    <a:pt x="0" y="423159"/>
                  </a:lnTo>
                  <a:lnTo>
                    <a:pt x="1038334" y="1040785"/>
                  </a:lnTo>
                  <a:lnTo>
                    <a:pt x="1043758" y="1042188"/>
                  </a:lnTo>
                  <a:lnTo>
                    <a:pt x="1054606" y="1042188"/>
                  </a:lnTo>
                  <a:lnTo>
                    <a:pt x="1080595" y="1010775"/>
                  </a:lnTo>
                  <a:lnTo>
                    <a:pt x="1080595" y="956358"/>
                  </a:lnTo>
                  <a:lnTo>
                    <a:pt x="1017770" y="956358"/>
                  </a:lnTo>
                  <a:lnTo>
                    <a:pt x="62825" y="405024"/>
                  </a:lnTo>
                  <a:lnTo>
                    <a:pt x="62825" y="85829"/>
                  </a:lnTo>
                  <a:lnTo>
                    <a:pt x="188488" y="85829"/>
                  </a:lnTo>
                  <a:lnTo>
                    <a:pt x="47118" y="4209"/>
                  </a:lnTo>
                  <a:lnTo>
                    <a:pt x="39477" y="1052"/>
                  </a:lnTo>
                  <a:lnTo>
                    <a:pt x="31412" y="0"/>
                  </a:lnTo>
                  <a:close/>
                </a:path>
                <a:path extrusionOk="0" h="1042669" w="1080769">
                  <a:moveTo>
                    <a:pt x="188488" y="85829"/>
                  </a:moveTo>
                  <a:lnTo>
                    <a:pt x="62825" y="85829"/>
                  </a:lnTo>
                  <a:lnTo>
                    <a:pt x="1017770" y="637163"/>
                  </a:lnTo>
                  <a:lnTo>
                    <a:pt x="1017770" y="956358"/>
                  </a:lnTo>
                  <a:lnTo>
                    <a:pt x="1080595" y="956358"/>
                  </a:lnTo>
                  <a:lnTo>
                    <a:pt x="1080595" y="619028"/>
                  </a:lnTo>
                  <a:lnTo>
                    <a:pt x="1079507" y="610831"/>
                  </a:lnTo>
                  <a:lnTo>
                    <a:pt x="1076386" y="603321"/>
                  </a:lnTo>
                  <a:lnTo>
                    <a:pt x="1071442" y="596864"/>
                  </a:lnTo>
                  <a:lnTo>
                    <a:pt x="1064889" y="591824"/>
                  </a:lnTo>
                  <a:lnTo>
                    <a:pt x="188488" y="85829"/>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648" name="Google Shape;648;p14"/>
            <p:cNvSpPr/>
            <p:nvPr/>
          </p:nvSpPr>
          <p:spPr>
            <a:xfrm>
              <a:off x="17705952" y="2561359"/>
              <a:ext cx="1357630" cy="783589"/>
            </a:xfrm>
            <a:custGeom>
              <a:rect b="b" l="l" r="r" t="t"/>
              <a:pathLst>
                <a:path extrusionOk="0" h="783589" w="1357630">
                  <a:moveTo>
                    <a:pt x="339267" y="0"/>
                  </a:moveTo>
                  <a:lnTo>
                    <a:pt x="0" y="195878"/>
                  </a:lnTo>
                  <a:lnTo>
                    <a:pt x="1017780" y="783483"/>
                  </a:lnTo>
                  <a:lnTo>
                    <a:pt x="1357037" y="587615"/>
                  </a:lnTo>
                  <a:lnTo>
                    <a:pt x="339267"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649" name="Google Shape;649;p14"/>
            <p:cNvSpPr/>
            <p:nvPr/>
          </p:nvSpPr>
          <p:spPr>
            <a:xfrm>
              <a:off x="17674542" y="2529946"/>
              <a:ext cx="1419859" cy="846454"/>
            </a:xfrm>
            <a:custGeom>
              <a:rect b="b" l="l" r="r" t="t"/>
              <a:pathLst>
                <a:path extrusionOk="0" h="846454" w="1419859">
                  <a:moveTo>
                    <a:pt x="370675" y="0"/>
                  </a:moveTo>
                  <a:lnTo>
                    <a:pt x="15706" y="200088"/>
                  </a:lnTo>
                  <a:lnTo>
                    <a:pt x="0" y="227291"/>
                  </a:lnTo>
                  <a:lnTo>
                    <a:pt x="1087" y="235488"/>
                  </a:lnTo>
                  <a:lnTo>
                    <a:pt x="1038345" y="844906"/>
                  </a:lnTo>
                  <a:lnTo>
                    <a:pt x="1043769" y="846309"/>
                  </a:lnTo>
                  <a:lnTo>
                    <a:pt x="1054617" y="846309"/>
                  </a:lnTo>
                  <a:lnTo>
                    <a:pt x="1060041" y="844906"/>
                  </a:lnTo>
                  <a:lnTo>
                    <a:pt x="1174842" y="778625"/>
                  </a:lnTo>
                  <a:lnTo>
                    <a:pt x="1049193" y="778625"/>
                  </a:lnTo>
                  <a:lnTo>
                    <a:pt x="94237" y="227291"/>
                  </a:lnTo>
                  <a:lnTo>
                    <a:pt x="370679" y="67683"/>
                  </a:lnTo>
                  <a:lnTo>
                    <a:pt x="496326" y="67683"/>
                  </a:lnTo>
                  <a:lnTo>
                    <a:pt x="386386" y="4209"/>
                  </a:lnTo>
                  <a:lnTo>
                    <a:pt x="378740" y="1052"/>
                  </a:lnTo>
                  <a:lnTo>
                    <a:pt x="370675" y="0"/>
                  </a:lnTo>
                  <a:close/>
                </a:path>
                <a:path extrusionOk="0" h="846454" w="1419859">
                  <a:moveTo>
                    <a:pt x="496326" y="67683"/>
                  </a:moveTo>
                  <a:lnTo>
                    <a:pt x="370679" y="67683"/>
                  </a:lnTo>
                  <a:lnTo>
                    <a:pt x="1325624" y="619028"/>
                  </a:lnTo>
                  <a:lnTo>
                    <a:pt x="1049193" y="778625"/>
                  </a:lnTo>
                  <a:lnTo>
                    <a:pt x="1174842" y="778625"/>
                  </a:lnTo>
                  <a:lnTo>
                    <a:pt x="1404156" y="646231"/>
                  </a:lnTo>
                  <a:lnTo>
                    <a:pt x="1410709" y="641191"/>
                  </a:lnTo>
                  <a:lnTo>
                    <a:pt x="1415653" y="634734"/>
                  </a:lnTo>
                  <a:lnTo>
                    <a:pt x="1418774" y="627225"/>
                  </a:lnTo>
                  <a:lnTo>
                    <a:pt x="1419862" y="619028"/>
                  </a:lnTo>
                  <a:lnTo>
                    <a:pt x="1418774" y="610831"/>
                  </a:lnTo>
                  <a:lnTo>
                    <a:pt x="1415653" y="603321"/>
                  </a:lnTo>
                  <a:lnTo>
                    <a:pt x="1410709" y="596864"/>
                  </a:lnTo>
                  <a:lnTo>
                    <a:pt x="1404156" y="591824"/>
                  </a:lnTo>
                  <a:lnTo>
                    <a:pt x="496326" y="67683"/>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grpSp>
      <p:pic>
        <p:nvPicPr>
          <p:cNvPr id="650" name="Google Shape;650;p14"/>
          <p:cNvPicPr preferRelativeResize="0"/>
          <p:nvPr/>
        </p:nvPicPr>
        <p:blipFill rotWithShape="1">
          <a:blip r:embed="rId2">
            <a:alphaModFix/>
          </a:blip>
          <a:srcRect b="0" l="0" r="0" t="0"/>
          <a:stretch/>
        </p:blipFill>
        <p:spPr>
          <a:xfrm>
            <a:off x="8439003" y="4352324"/>
            <a:ext cx="389777" cy="514799"/>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3">
  <p:cSld name="Text 3">
    <p:spTree>
      <p:nvGrpSpPr>
        <p:cNvPr id="651" name="Shape 651"/>
        <p:cNvGrpSpPr/>
        <p:nvPr/>
      </p:nvGrpSpPr>
      <p:grpSpPr>
        <a:xfrm>
          <a:off x="0" y="0"/>
          <a:ext cx="0" cy="0"/>
          <a:chOff x="0" y="0"/>
          <a:chExt cx="0" cy="0"/>
        </a:xfrm>
      </p:grpSpPr>
      <p:sp>
        <p:nvSpPr>
          <p:cNvPr id="652" name="Google Shape;652;p15"/>
          <p:cNvSpPr txBox="1"/>
          <p:nvPr>
            <p:ph type="title"/>
          </p:nvPr>
        </p:nvSpPr>
        <p:spPr>
          <a:xfrm>
            <a:off x="452424" y="351725"/>
            <a:ext cx="7233471" cy="344700"/>
          </a:xfrm>
          <a:prstGeom prst="rect">
            <a:avLst/>
          </a:prstGeom>
          <a:noFill/>
          <a:ln>
            <a:noFill/>
          </a:ln>
        </p:spPr>
        <p:txBody>
          <a:bodyPr anchorCtr="0" anchor="t" bIns="0" lIns="0" spcFirstLastPara="1" rIns="0" wrap="square" tIns="0">
            <a:noAutofit/>
          </a:bodyPr>
          <a:lstStyle>
            <a:lvl1pPr lvl="0" marR="0" rtl="0" algn="l">
              <a:lnSpc>
                <a:spcPct val="80000"/>
              </a:lnSpc>
              <a:spcBef>
                <a:spcPts val="0"/>
              </a:spcBef>
              <a:spcAft>
                <a:spcPts val="0"/>
              </a:spcAft>
              <a:buClr>
                <a:srgbClr val="000000"/>
              </a:buClr>
              <a:buSzPts val="2800"/>
              <a:buFont typeface="Proxima Nova"/>
              <a:buNone/>
              <a:defRPr b="1" i="0" sz="2800" u="none" cap="none" strike="noStrike">
                <a:solidFill>
                  <a:srgbClr val="000000"/>
                </a:solidFill>
                <a:latin typeface="Proxima Nova"/>
                <a:ea typeface="Proxima Nova"/>
                <a:cs typeface="Proxima Nova"/>
                <a:sym typeface="Proxima Nova"/>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653" name="Google Shape;653;p15"/>
          <p:cNvSpPr txBox="1"/>
          <p:nvPr>
            <p:ph idx="1" type="body"/>
          </p:nvPr>
        </p:nvSpPr>
        <p:spPr>
          <a:xfrm>
            <a:off x="320617" y="1300694"/>
            <a:ext cx="3798299" cy="256260"/>
          </a:xfrm>
          <a:prstGeom prst="rect">
            <a:avLst/>
          </a:prstGeom>
          <a:noFill/>
          <a:ln>
            <a:noFill/>
          </a:ln>
        </p:spPr>
        <p:txBody>
          <a:bodyPr anchorCtr="0" anchor="t" bIns="0" lIns="0" spcFirstLastPara="1" rIns="0" wrap="square" tIns="0">
            <a:noAutofit/>
          </a:bodyPr>
          <a:lstStyle>
            <a:lvl1pPr indent="-228600" lvl="0" marL="457200" marR="0" rtl="0" algn="l">
              <a:lnSpc>
                <a:spcPct val="100000"/>
              </a:lnSpc>
              <a:spcBef>
                <a:spcPts val="0"/>
              </a:spcBef>
              <a:spcAft>
                <a:spcPts val="0"/>
              </a:spcAft>
              <a:buClr>
                <a:srgbClr val="000000"/>
              </a:buClr>
              <a:buSzPts val="1400"/>
              <a:buFont typeface="Proxima Nova"/>
              <a:buNone/>
              <a:defRPr b="1" i="0" sz="1600" u="none" cap="none" strike="noStrike">
                <a:solidFill>
                  <a:srgbClr val="000000"/>
                </a:solidFill>
                <a:latin typeface="Proxima Nova"/>
                <a:ea typeface="Proxima Nova"/>
                <a:cs typeface="Proxima Nova"/>
                <a:sym typeface="Proxima Nova"/>
              </a:defRPr>
            </a:lvl1pPr>
            <a:lvl2pPr indent="-317500" lvl="1" marL="914400" marR="0" rtl="0" algn="l">
              <a:lnSpc>
                <a:spcPct val="100000"/>
              </a:lnSpc>
              <a:spcBef>
                <a:spcPts val="0"/>
              </a:spcBef>
              <a:spcAft>
                <a:spcPts val="0"/>
              </a:spcAft>
              <a:buClr>
                <a:srgbClr val="000000"/>
              </a:buClr>
              <a:buSzPts val="1400"/>
              <a:buFont typeface="Proxima Nova"/>
              <a:buChar char="○"/>
              <a:defRPr b="0" i="0" sz="1400" u="none" cap="none" strike="noStrike">
                <a:solidFill>
                  <a:srgbClr val="000000"/>
                </a:solidFill>
                <a:latin typeface="Proxima Nova"/>
                <a:ea typeface="Proxima Nova"/>
                <a:cs typeface="Proxima Nova"/>
                <a:sym typeface="Proxima Nova"/>
              </a:defRPr>
            </a:lvl2pPr>
            <a:lvl3pPr indent="-317500" lvl="2" marL="1371600" marR="0" rtl="0" algn="l">
              <a:lnSpc>
                <a:spcPct val="100000"/>
              </a:lnSpc>
              <a:spcBef>
                <a:spcPts val="0"/>
              </a:spcBef>
              <a:spcAft>
                <a:spcPts val="0"/>
              </a:spcAft>
              <a:buClr>
                <a:srgbClr val="000000"/>
              </a:buClr>
              <a:buSzPts val="1400"/>
              <a:buFont typeface="Proxima Nova"/>
              <a:buChar char="■"/>
              <a:defRPr b="0" i="0" sz="1400" u="none" cap="none" strike="noStrike">
                <a:solidFill>
                  <a:srgbClr val="000000"/>
                </a:solidFill>
                <a:latin typeface="Proxima Nova"/>
                <a:ea typeface="Proxima Nova"/>
                <a:cs typeface="Proxima Nova"/>
                <a:sym typeface="Proxima Nova"/>
              </a:defRPr>
            </a:lvl3pPr>
            <a:lvl4pPr indent="-317500" lvl="3" marL="1828800" marR="0" rtl="0" algn="l">
              <a:lnSpc>
                <a:spcPct val="100000"/>
              </a:lnSpc>
              <a:spcBef>
                <a:spcPts val="0"/>
              </a:spcBef>
              <a:spcAft>
                <a:spcPts val="0"/>
              </a:spcAft>
              <a:buClr>
                <a:srgbClr val="000000"/>
              </a:buClr>
              <a:buSzPts val="1400"/>
              <a:buFont typeface="Proxima Nova"/>
              <a:buChar char="●"/>
              <a:defRPr b="0" i="0" sz="1400" u="none" cap="none" strike="noStrike">
                <a:solidFill>
                  <a:srgbClr val="000000"/>
                </a:solidFill>
                <a:latin typeface="Proxima Nova"/>
                <a:ea typeface="Proxima Nova"/>
                <a:cs typeface="Proxima Nova"/>
                <a:sym typeface="Proxima Nova"/>
              </a:defRPr>
            </a:lvl4pPr>
            <a:lvl5pPr indent="-317500" lvl="4" marL="2286000" marR="0" rtl="0" algn="l">
              <a:lnSpc>
                <a:spcPct val="100000"/>
              </a:lnSpc>
              <a:spcBef>
                <a:spcPts val="0"/>
              </a:spcBef>
              <a:spcAft>
                <a:spcPts val="0"/>
              </a:spcAft>
              <a:buClr>
                <a:srgbClr val="000000"/>
              </a:buClr>
              <a:buSzPts val="1400"/>
              <a:buFont typeface="Proxima Nova"/>
              <a:buChar char="○"/>
              <a:defRPr b="0" i="0" sz="1400" u="none" cap="none" strike="noStrike">
                <a:solidFill>
                  <a:srgbClr val="000000"/>
                </a:solidFill>
                <a:latin typeface="Proxima Nova"/>
                <a:ea typeface="Proxima Nova"/>
                <a:cs typeface="Proxima Nova"/>
                <a:sym typeface="Proxima Nova"/>
              </a:defRPr>
            </a:lvl5pPr>
            <a:lvl6pPr indent="-317500" lvl="5" marL="2743200" marR="0" rtl="0" algn="l">
              <a:lnSpc>
                <a:spcPct val="100000"/>
              </a:lnSpc>
              <a:spcBef>
                <a:spcPts val="0"/>
              </a:spcBef>
              <a:spcAft>
                <a:spcPts val="0"/>
              </a:spcAft>
              <a:buClr>
                <a:srgbClr val="000000"/>
              </a:buClr>
              <a:buSzPts val="1400"/>
              <a:buFont typeface="Proxima Nova"/>
              <a:buChar char="■"/>
              <a:defRPr b="0" i="0" sz="1400" u="none" cap="none" strike="noStrike">
                <a:solidFill>
                  <a:srgbClr val="000000"/>
                </a:solidFill>
                <a:latin typeface="Proxima Nova"/>
                <a:ea typeface="Proxima Nova"/>
                <a:cs typeface="Proxima Nova"/>
                <a:sym typeface="Proxima Nova"/>
              </a:defRPr>
            </a:lvl6pPr>
            <a:lvl7pPr indent="-317500" lvl="6" marL="3200400" marR="0" rtl="0" algn="l">
              <a:lnSpc>
                <a:spcPct val="100000"/>
              </a:lnSpc>
              <a:spcBef>
                <a:spcPts val="0"/>
              </a:spcBef>
              <a:spcAft>
                <a:spcPts val="0"/>
              </a:spcAft>
              <a:buClr>
                <a:srgbClr val="000000"/>
              </a:buClr>
              <a:buSzPts val="1400"/>
              <a:buFont typeface="Proxima Nova"/>
              <a:buChar char="●"/>
              <a:defRPr b="0" i="0" sz="1400" u="none" cap="none" strike="noStrike">
                <a:solidFill>
                  <a:srgbClr val="000000"/>
                </a:solidFill>
                <a:latin typeface="Proxima Nova"/>
                <a:ea typeface="Proxima Nova"/>
                <a:cs typeface="Proxima Nova"/>
                <a:sym typeface="Proxima Nova"/>
              </a:defRPr>
            </a:lvl7pPr>
            <a:lvl8pPr indent="-317500" lvl="7" marL="3657600" marR="0" rtl="0" algn="l">
              <a:lnSpc>
                <a:spcPct val="100000"/>
              </a:lnSpc>
              <a:spcBef>
                <a:spcPts val="0"/>
              </a:spcBef>
              <a:spcAft>
                <a:spcPts val="0"/>
              </a:spcAft>
              <a:buClr>
                <a:srgbClr val="000000"/>
              </a:buClr>
              <a:buSzPts val="1400"/>
              <a:buFont typeface="Proxima Nova"/>
              <a:buChar char="○"/>
              <a:defRPr b="0" i="0" sz="1400" u="none" cap="none" strike="noStrike">
                <a:solidFill>
                  <a:srgbClr val="000000"/>
                </a:solidFill>
                <a:latin typeface="Proxima Nova"/>
                <a:ea typeface="Proxima Nova"/>
                <a:cs typeface="Proxima Nova"/>
                <a:sym typeface="Proxima Nova"/>
              </a:defRPr>
            </a:lvl8pPr>
            <a:lvl9pPr indent="-317500" lvl="8" marL="4114800" marR="0" rtl="0" algn="l">
              <a:lnSpc>
                <a:spcPct val="100000"/>
              </a:lnSpc>
              <a:spcBef>
                <a:spcPts val="0"/>
              </a:spcBef>
              <a:spcAft>
                <a:spcPts val="0"/>
              </a:spcAft>
              <a:buClr>
                <a:srgbClr val="000000"/>
              </a:buClr>
              <a:buSzPts val="1400"/>
              <a:buFont typeface="Proxima Nova"/>
              <a:buChar char="■"/>
              <a:defRPr b="0" i="0" sz="1400" u="none" cap="none" strike="noStrike">
                <a:solidFill>
                  <a:srgbClr val="000000"/>
                </a:solidFill>
                <a:latin typeface="Proxima Nova"/>
                <a:ea typeface="Proxima Nova"/>
                <a:cs typeface="Proxima Nova"/>
                <a:sym typeface="Proxima Nova"/>
              </a:defRPr>
            </a:lvl9pPr>
          </a:lstStyle>
          <a:p/>
        </p:txBody>
      </p:sp>
      <p:sp>
        <p:nvSpPr>
          <p:cNvPr id="654" name="Google Shape;654;p15"/>
          <p:cNvSpPr txBox="1"/>
          <p:nvPr>
            <p:ph idx="2" type="body"/>
          </p:nvPr>
        </p:nvSpPr>
        <p:spPr>
          <a:xfrm>
            <a:off x="320617" y="1643288"/>
            <a:ext cx="3798299" cy="2516821"/>
          </a:xfrm>
          <a:prstGeom prst="rect">
            <a:avLst/>
          </a:prstGeom>
          <a:noFill/>
          <a:ln>
            <a:noFill/>
          </a:ln>
        </p:spPr>
        <p:txBody>
          <a:bodyPr anchorCtr="0" anchor="t" bIns="0" lIns="0" spcFirstLastPara="1" rIns="0" wrap="square" tIns="0">
            <a:noAutofit/>
          </a:bodyPr>
          <a:lstStyle>
            <a:lvl1pPr indent="-228600" lvl="0" marL="457200" marR="0" rtl="0" algn="l">
              <a:lnSpc>
                <a:spcPct val="100000"/>
              </a:lnSpc>
              <a:spcBef>
                <a:spcPts val="0"/>
              </a:spcBef>
              <a:spcAft>
                <a:spcPts val="0"/>
              </a:spcAft>
              <a:buClr>
                <a:srgbClr val="000000"/>
              </a:buClr>
              <a:buSzPts val="1400"/>
              <a:buFont typeface="Proxima Nova"/>
              <a:buNone/>
              <a:defRPr b="0" i="0" sz="1200" u="none" cap="none" strike="noStrike">
                <a:solidFill>
                  <a:srgbClr val="000000"/>
                </a:solidFill>
                <a:latin typeface="Proxima Nova"/>
                <a:ea typeface="Proxima Nova"/>
                <a:cs typeface="Proxima Nova"/>
                <a:sym typeface="Proxima Nova"/>
              </a:defRPr>
            </a:lvl1pPr>
            <a:lvl2pPr indent="-317500" lvl="1" marL="914400" marR="0" rtl="0" algn="l">
              <a:lnSpc>
                <a:spcPct val="100000"/>
              </a:lnSpc>
              <a:spcBef>
                <a:spcPts val="0"/>
              </a:spcBef>
              <a:spcAft>
                <a:spcPts val="0"/>
              </a:spcAft>
              <a:buClr>
                <a:srgbClr val="000000"/>
              </a:buClr>
              <a:buSzPts val="1400"/>
              <a:buFont typeface="Proxima Nova"/>
              <a:buChar char="○"/>
              <a:defRPr b="0" i="0" sz="1400" u="none" cap="none" strike="noStrike">
                <a:solidFill>
                  <a:srgbClr val="000000"/>
                </a:solidFill>
                <a:latin typeface="Proxima Nova"/>
                <a:ea typeface="Proxima Nova"/>
                <a:cs typeface="Proxima Nova"/>
                <a:sym typeface="Proxima Nova"/>
              </a:defRPr>
            </a:lvl2pPr>
            <a:lvl3pPr indent="-317500" lvl="2" marL="1371600" marR="0" rtl="0" algn="l">
              <a:lnSpc>
                <a:spcPct val="100000"/>
              </a:lnSpc>
              <a:spcBef>
                <a:spcPts val="0"/>
              </a:spcBef>
              <a:spcAft>
                <a:spcPts val="0"/>
              </a:spcAft>
              <a:buClr>
                <a:srgbClr val="000000"/>
              </a:buClr>
              <a:buSzPts val="1400"/>
              <a:buFont typeface="Proxima Nova"/>
              <a:buChar char="■"/>
              <a:defRPr b="0" i="0" sz="1400" u="none" cap="none" strike="noStrike">
                <a:solidFill>
                  <a:srgbClr val="000000"/>
                </a:solidFill>
                <a:latin typeface="Proxima Nova"/>
                <a:ea typeface="Proxima Nova"/>
                <a:cs typeface="Proxima Nova"/>
                <a:sym typeface="Proxima Nova"/>
              </a:defRPr>
            </a:lvl3pPr>
            <a:lvl4pPr indent="-317500" lvl="3" marL="1828800" marR="0" rtl="0" algn="l">
              <a:lnSpc>
                <a:spcPct val="100000"/>
              </a:lnSpc>
              <a:spcBef>
                <a:spcPts val="0"/>
              </a:spcBef>
              <a:spcAft>
                <a:spcPts val="0"/>
              </a:spcAft>
              <a:buClr>
                <a:srgbClr val="000000"/>
              </a:buClr>
              <a:buSzPts val="1400"/>
              <a:buFont typeface="Proxima Nova"/>
              <a:buChar char="●"/>
              <a:defRPr b="0" i="0" sz="1400" u="none" cap="none" strike="noStrike">
                <a:solidFill>
                  <a:srgbClr val="000000"/>
                </a:solidFill>
                <a:latin typeface="Proxima Nova"/>
                <a:ea typeface="Proxima Nova"/>
                <a:cs typeface="Proxima Nova"/>
                <a:sym typeface="Proxima Nova"/>
              </a:defRPr>
            </a:lvl4pPr>
            <a:lvl5pPr indent="-317500" lvl="4" marL="2286000" marR="0" rtl="0" algn="l">
              <a:lnSpc>
                <a:spcPct val="100000"/>
              </a:lnSpc>
              <a:spcBef>
                <a:spcPts val="0"/>
              </a:spcBef>
              <a:spcAft>
                <a:spcPts val="0"/>
              </a:spcAft>
              <a:buClr>
                <a:srgbClr val="000000"/>
              </a:buClr>
              <a:buSzPts val="1400"/>
              <a:buFont typeface="Proxima Nova"/>
              <a:buChar char="○"/>
              <a:defRPr b="0" i="0" sz="1400" u="none" cap="none" strike="noStrike">
                <a:solidFill>
                  <a:srgbClr val="000000"/>
                </a:solidFill>
                <a:latin typeface="Proxima Nova"/>
                <a:ea typeface="Proxima Nova"/>
                <a:cs typeface="Proxima Nova"/>
                <a:sym typeface="Proxima Nova"/>
              </a:defRPr>
            </a:lvl5pPr>
            <a:lvl6pPr indent="-317500" lvl="5" marL="2743200" marR="0" rtl="0" algn="l">
              <a:lnSpc>
                <a:spcPct val="100000"/>
              </a:lnSpc>
              <a:spcBef>
                <a:spcPts val="0"/>
              </a:spcBef>
              <a:spcAft>
                <a:spcPts val="0"/>
              </a:spcAft>
              <a:buClr>
                <a:srgbClr val="000000"/>
              </a:buClr>
              <a:buSzPts val="1400"/>
              <a:buFont typeface="Proxima Nova"/>
              <a:buChar char="■"/>
              <a:defRPr b="0" i="0" sz="1400" u="none" cap="none" strike="noStrike">
                <a:solidFill>
                  <a:srgbClr val="000000"/>
                </a:solidFill>
                <a:latin typeface="Proxima Nova"/>
                <a:ea typeface="Proxima Nova"/>
                <a:cs typeface="Proxima Nova"/>
                <a:sym typeface="Proxima Nova"/>
              </a:defRPr>
            </a:lvl6pPr>
            <a:lvl7pPr indent="-317500" lvl="6" marL="3200400" marR="0" rtl="0" algn="l">
              <a:lnSpc>
                <a:spcPct val="100000"/>
              </a:lnSpc>
              <a:spcBef>
                <a:spcPts val="0"/>
              </a:spcBef>
              <a:spcAft>
                <a:spcPts val="0"/>
              </a:spcAft>
              <a:buClr>
                <a:srgbClr val="000000"/>
              </a:buClr>
              <a:buSzPts val="1400"/>
              <a:buFont typeface="Proxima Nova"/>
              <a:buChar char="●"/>
              <a:defRPr b="0" i="0" sz="1400" u="none" cap="none" strike="noStrike">
                <a:solidFill>
                  <a:srgbClr val="000000"/>
                </a:solidFill>
                <a:latin typeface="Proxima Nova"/>
                <a:ea typeface="Proxima Nova"/>
                <a:cs typeface="Proxima Nova"/>
                <a:sym typeface="Proxima Nova"/>
              </a:defRPr>
            </a:lvl7pPr>
            <a:lvl8pPr indent="-317500" lvl="7" marL="3657600" marR="0" rtl="0" algn="l">
              <a:lnSpc>
                <a:spcPct val="100000"/>
              </a:lnSpc>
              <a:spcBef>
                <a:spcPts val="0"/>
              </a:spcBef>
              <a:spcAft>
                <a:spcPts val="0"/>
              </a:spcAft>
              <a:buClr>
                <a:srgbClr val="000000"/>
              </a:buClr>
              <a:buSzPts val="1400"/>
              <a:buFont typeface="Proxima Nova"/>
              <a:buChar char="○"/>
              <a:defRPr b="0" i="0" sz="1400" u="none" cap="none" strike="noStrike">
                <a:solidFill>
                  <a:srgbClr val="000000"/>
                </a:solidFill>
                <a:latin typeface="Proxima Nova"/>
                <a:ea typeface="Proxima Nova"/>
                <a:cs typeface="Proxima Nova"/>
                <a:sym typeface="Proxima Nova"/>
              </a:defRPr>
            </a:lvl8pPr>
            <a:lvl9pPr indent="-317500" lvl="8" marL="4114800" marR="0" rtl="0" algn="l">
              <a:lnSpc>
                <a:spcPct val="100000"/>
              </a:lnSpc>
              <a:spcBef>
                <a:spcPts val="0"/>
              </a:spcBef>
              <a:spcAft>
                <a:spcPts val="0"/>
              </a:spcAft>
              <a:buClr>
                <a:srgbClr val="000000"/>
              </a:buClr>
              <a:buSzPts val="1400"/>
              <a:buFont typeface="Proxima Nova"/>
              <a:buChar char="■"/>
              <a:defRPr b="0" i="0" sz="1400" u="none" cap="none" strike="noStrike">
                <a:solidFill>
                  <a:srgbClr val="000000"/>
                </a:solidFill>
                <a:latin typeface="Proxima Nova"/>
                <a:ea typeface="Proxima Nova"/>
                <a:cs typeface="Proxima Nova"/>
                <a:sym typeface="Proxima Nova"/>
              </a:defRPr>
            </a:lvl9pPr>
          </a:lstStyle>
          <a:p/>
        </p:txBody>
      </p:sp>
      <p:sp>
        <p:nvSpPr>
          <p:cNvPr id="655" name="Google Shape;655;p15"/>
          <p:cNvSpPr txBox="1"/>
          <p:nvPr>
            <p:ph idx="3" type="body"/>
          </p:nvPr>
        </p:nvSpPr>
        <p:spPr>
          <a:xfrm>
            <a:off x="4532513" y="1298446"/>
            <a:ext cx="3798299" cy="256260"/>
          </a:xfrm>
          <a:prstGeom prst="rect">
            <a:avLst/>
          </a:prstGeom>
          <a:noFill/>
          <a:ln>
            <a:noFill/>
          </a:ln>
        </p:spPr>
        <p:txBody>
          <a:bodyPr anchorCtr="0" anchor="t" bIns="0" lIns="0" spcFirstLastPara="1" rIns="0" wrap="square" tIns="0">
            <a:noAutofit/>
          </a:bodyPr>
          <a:lstStyle>
            <a:lvl1pPr indent="-228600" lvl="0" marL="457200" marR="0" rtl="0" algn="l">
              <a:lnSpc>
                <a:spcPct val="100000"/>
              </a:lnSpc>
              <a:spcBef>
                <a:spcPts val="0"/>
              </a:spcBef>
              <a:spcAft>
                <a:spcPts val="0"/>
              </a:spcAft>
              <a:buClr>
                <a:srgbClr val="000000"/>
              </a:buClr>
              <a:buSzPts val="1400"/>
              <a:buFont typeface="Proxima Nova"/>
              <a:buNone/>
              <a:defRPr b="1" i="0" sz="1600" u="none" cap="none" strike="noStrike">
                <a:solidFill>
                  <a:srgbClr val="000000"/>
                </a:solidFill>
                <a:latin typeface="Proxima Nova"/>
                <a:ea typeface="Proxima Nova"/>
                <a:cs typeface="Proxima Nova"/>
                <a:sym typeface="Proxima Nova"/>
              </a:defRPr>
            </a:lvl1pPr>
            <a:lvl2pPr indent="-317500" lvl="1" marL="914400" marR="0" rtl="0" algn="l">
              <a:lnSpc>
                <a:spcPct val="100000"/>
              </a:lnSpc>
              <a:spcBef>
                <a:spcPts val="0"/>
              </a:spcBef>
              <a:spcAft>
                <a:spcPts val="0"/>
              </a:spcAft>
              <a:buClr>
                <a:srgbClr val="000000"/>
              </a:buClr>
              <a:buSzPts val="1400"/>
              <a:buFont typeface="Proxima Nova"/>
              <a:buChar char="○"/>
              <a:defRPr b="0" i="0" sz="1400" u="none" cap="none" strike="noStrike">
                <a:solidFill>
                  <a:srgbClr val="000000"/>
                </a:solidFill>
                <a:latin typeface="Proxima Nova"/>
                <a:ea typeface="Proxima Nova"/>
                <a:cs typeface="Proxima Nova"/>
                <a:sym typeface="Proxima Nova"/>
              </a:defRPr>
            </a:lvl2pPr>
            <a:lvl3pPr indent="-317500" lvl="2" marL="1371600" marR="0" rtl="0" algn="l">
              <a:lnSpc>
                <a:spcPct val="100000"/>
              </a:lnSpc>
              <a:spcBef>
                <a:spcPts val="0"/>
              </a:spcBef>
              <a:spcAft>
                <a:spcPts val="0"/>
              </a:spcAft>
              <a:buClr>
                <a:srgbClr val="000000"/>
              </a:buClr>
              <a:buSzPts val="1400"/>
              <a:buFont typeface="Proxima Nova"/>
              <a:buChar char="■"/>
              <a:defRPr b="0" i="0" sz="1400" u="none" cap="none" strike="noStrike">
                <a:solidFill>
                  <a:srgbClr val="000000"/>
                </a:solidFill>
                <a:latin typeface="Proxima Nova"/>
                <a:ea typeface="Proxima Nova"/>
                <a:cs typeface="Proxima Nova"/>
                <a:sym typeface="Proxima Nova"/>
              </a:defRPr>
            </a:lvl3pPr>
            <a:lvl4pPr indent="-317500" lvl="3" marL="1828800" marR="0" rtl="0" algn="l">
              <a:lnSpc>
                <a:spcPct val="100000"/>
              </a:lnSpc>
              <a:spcBef>
                <a:spcPts val="0"/>
              </a:spcBef>
              <a:spcAft>
                <a:spcPts val="0"/>
              </a:spcAft>
              <a:buClr>
                <a:srgbClr val="000000"/>
              </a:buClr>
              <a:buSzPts val="1400"/>
              <a:buFont typeface="Proxima Nova"/>
              <a:buChar char="●"/>
              <a:defRPr b="0" i="0" sz="1400" u="none" cap="none" strike="noStrike">
                <a:solidFill>
                  <a:srgbClr val="000000"/>
                </a:solidFill>
                <a:latin typeface="Proxima Nova"/>
                <a:ea typeface="Proxima Nova"/>
                <a:cs typeface="Proxima Nova"/>
                <a:sym typeface="Proxima Nova"/>
              </a:defRPr>
            </a:lvl4pPr>
            <a:lvl5pPr indent="-317500" lvl="4" marL="2286000" marR="0" rtl="0" algn="l">
              <a:lnSpc>
                <a:spcPct val="100000"/>
              </a:lnSpc>
              <a:spcBef>
                <a:spcPts val="0"/>
              </a:spcBef>
              <a:spcAft>
                <a:spcPts val="0"/>
              </a:spcAft>
              <a:buClr>
                <a:srgbClr val="000000"/>
              </a:buClr>
              <a:buSzPts val="1400"/>
              <a:buFont typeface="Proxima Nova"/>
              <a:buChar char="○"/>
              <a:defRPr b="0" i="0" sz="1400" u="none" cap="none" strike="noStrike">
                <a:solidFill>
                  <a:srgbClr val="000000"/>
                </a:solidFill>
                <a:latin typeface="Proxima Nova"/>
                <a:ea typeface="Proxima Nova"/>
                <a:cs typeface="Proxima Nova"/>
                <a:sym typeface="Proxima Nova"/>
              </a:defRPr>
            </a:lvl5pPr>
            <a:lvl6pPr indent="-317500" lvl="5" marL="2743200" marR="0" rtl="0" algn="l">
              <a:lnSpc>
                <a:spcPct val="100000"/>
              </a:lnSpc>
              <a:spcBef>
                <a:spcPts val="0"/>
              </a:spcBef>
              <a:spcAft>
                <a:spcPts val="0"/>
              </a:spcAft>
              <a:buClr>
                <a:srgbClr val="000000"/>
              </a:buClr>
              <a:buSzPts val="1400"/>
              <a:buFont typeface="Proxima Nova"/>
              <a:buChar char="■"/>
              <a:defRPr b="0" i="0" sz="1400" u="none" cap="none" strike="noStrike">
                <a:solidFill>
                  <a:srgbClr val="000000"/>
                </a:solidFill>
                <a:latin typeface="Proxima Nova"/>
                <a:ea typeface="Proxima Nova"/>
                <a:cs typeface="Proxima Nova"/>
                <a:sym typeface="Proxima Nova"/>
              </a:defRPr>
            </a:lvl6pPr>
            <a:lvl7pPr indent="-317500" lvl="6" marL="3200400" marR="0" rtl="0" algn="l">
              <a:lnSpc>
                <a:spcPct val="100000"/>
              </a:lnSpc>
              <a:spcBef>
                <a:spcPts val="0"/>
              </a:spcBef>
              <a:spcAft>
                <a:spcPts val="0"/>
              </a:spcAft>
              <a:buClr>
                <a:srgbClr val="000000"/>
              </a:buClr>
              <a:buSzPts val="1400"/>
              <a:buFont typeface="Proxima Nova"/>
              <a:buChar char="●"/>
              <a:defRPr b="0" i="0" sz="1400" u="none" cap="none" strike="noStrike">
                <a:solidFill>
                  <a:srgbClr val="000000"/>
                </a:solidFill>
                <a:latin typeface="Proxima Nova"/>
                <a:ea typeface="Proxima Nova"/>
                <a:cs typeface="Proxima Nova"/>
                <a:sym typeface="Proxima Nova"/>
              </a:defRPr>
            </a:lvl7pPr>
            <a:lvl8pPr indent="-317500" lvl="7" marL="3657600" marR="0" rtl="0" algn="l">
              <a:lnSpc>
                <a:spcPct val="100000"/>
              </a:lnSpc>
              <a:spcBef>
                <a:spcPts val="0"/>
              </a:spcBef>
              <a:spcAft>
                <a:spcPts val="0"/>
              </a:spcAft>
              <a:buClr>
                <a:srgbClr val="000000"/>
              </a:buClr>
              <a:buSzPts val="1400"/>
              <a:buFont typeface="Proxima Nova"/>
              <a:buChar char="○"/>
              <a:defRPr b="0" i="0" sz="1400" u="none" cap="none" strike="noStrike">
                <a:solidFill>
                  <a:srgbClr val="000000"/>
                </a:solidFill>
                <a:latin typeface="Proxima Nova"/>
                <a:ea typeface="Proxima Nova"/>
                <a:cs typeface="Proxima Nova"/>
                <a:sym typeface="Proxima Nova"/>
              </a:defRPr>
            </a:lvl8pPr>
            <a:lvl9pPr indent="-317500" lvl="8" marL="4114800" marR="0" rtl="0" algn="l">
              <a:lnSpc>
                <a:spcPct val="100000"/>
              </a:lnSpc>
              <a:spcBef>
                <a:spcPts val="0"/>
              </a:spcBef>
              <a:spcAft>
                <a:spcPts val="0"/>
              </a:spcAft>
              <a:buClr>
                <a:srgbClr val="000000"/>
              </a:buClr>
              <a:buSzPts val="1400"/>
              <a:buFont typeface="Proxima Nova"/>
              <a:buChar char="■"/>
              <a:defRPr b="0" i="0" sz="1400" u="none" cap="none" strike="noStrike">
                <a:solidFill>
                  <a:srgbClr val="000000"/>
                </a:solidFill>
                <a:latin typeface="Proxima Nova"/>
                <a:ea typeface="Proxima Nova"/>
                <a:cs typeface="Proxima Nova"/>
                <a:sym typeface="Proxima Nova"/>
              </a:defRPr>
            </a:lvl9pPr>
          </a:lstStyle>
          <a:p/>
        </p:txBody>
      </p:sp>
      <p:sp>
        <p:nvSpPr>
          <p:cNvPr id="656" name="Google Shape;656;p15"/>
          <p:cNvSpPr txBox="1"/>
          <p:nvPr>
            <p:ph idx="4" type="body"/>
          </p:nvPr>
        </p:nvSpPr>
        <p:spPr>
          <a:xfrm>
            <a:off x="4532513" y="1641040"/>
            <a:ext cx="3798299" cy="2516821"/>
          </a:xfrm>
          <a:prstGeom prst="rect">
            <a:avLst/>
          </a:prstGeom>
          <a:noFill/>
          <a:ln>
            <a:noFill/>
          </a:ln>
        </p:spPr>
        <p:txBody>
          <a:bodyPr anchorCtr="0" anchor="t" bIns="0" lIns="0" spcFirstLastPara="1" rIns="0" wrap="square" tIns="0">
            <a:noAutofit/>
          </a:bodyPr>
          <a:lstStyle>
            <a:lvl1pPr indent="-228600" lvl="0" marL="457200" marR="0" rtl="0" algn="l">
              <a:lnSpc>
                <a:spcPct val="100000"/>
              </a:lnSpc>
              <a:spcBef>
                <a:spcPts val="0"/>
              </a:spcBef>
              <a:spcAft>
                <a:spcPts val="0"/>
              </a:spcAft>
              <a:buClr>
                <a:srgbClr val="000000"/>
              </a:buClr>
              <a:buSzPts val="1400"/>
              <a:buFont typeface="Proxima Nova"/>
              <a:buNone/>
              <a:defRPr b="0" i="0" sz="1200" u="none" cap="none" strike="noStrike">
                <a:solidFill>
                  <a:srgbClr val="000000"/>
                </a:solidFill>
                <a:latin typeface="Proxima Nova"/>
                <a:ea typeface="Proxima Nova"/>
                <a:cs typeface="Proxima Nova"/>
                <a:sym typeface="Proxima Nova"/>
              </a:defRPr>
            </a:lvl1pPr>
            <a:lvl2pPr indent="-317500" lvl="1" marL="914400" marR="0" rtl="0" algn="l">
              <a:lnSpc>
                <a:spcPct val="100000"/>
              </a:lnSpc>
              <a:spcBef>
                <a:spcPts val="0"/>
              </a:spcBef>
              <a:spcAft>
                <a:spcPts val="0"/>
              </a:spcAft>
              <a:buClr>
                <a:srgbClr val="000000"/>
              </a:buClr>
              <a:buSzPts val="1400"/>
              <a:buFont typeface="Proxima Nova"/>
              <a:buChar char="○"/>
              <a:defRPr b="0" i="0" sz="1400" u="none" cap="none" strike="noStrike">
                <a:solidFill>
                  <a:srgbClr val="000000"/>
                </a:solidFill>
                <a:latin typeface="Proxima Nova"/>
                <a:ea typeface="Proxima Nova"/>
                <a:cs typeface="Proxima Nova"/>
                <a:sym typeface="Proxima Nova"/>
              </a:defRPr>
            </a:lvl2pPr>
            <a:lvl3pPr indent="-317500" lvl="2" marL="1371600" marR="0" rtl="0" algn="l">
              <a:lnSpc>
                <a:spcPct val="100000"/>
              </a:lnSpc>
              <a:spcBef>
                <a:spcPts val="0"/>
              </a:spcBef>
              <a:spcAft>
                <a:spcPts val="0"/>
              </a:spcAft>
              <a:buClr>
                <a:srgbClr val="000000"/>
              </a:buClr>
              <a:buSzPts val="1400"/>
              <a:buFont typeface="Proxima Nova"/>
              <a:buChar char="■"/>
              <a:defRPr b="0" i="0" sz="1400" u="none" cap="none" strike="noStrike">
                <a:solidFill>
                  <a:srgbClr val="000000"/>
                </a:solidFill>
                <a:latin typeface="Proxima Nova"/>
                <a:ea typeface="Proxima Nova"/>
                <a:cs typeface="Proxima Nova"/>
                <a:sym typeface="Proxima Nova"/>
              </a:defRPr>
            </a:lvl3pPr>
            <a:lvl4pPr indent="-317500" lvl="3" marL="1828800" marR="0" rtl="0" algn="l">
              <a:lnSpc>
                <a:spcPct val="100000"/>
              </a:lnSpc>
              <a:spcBef>
                <a:spcPts val="0"/>
              </a:spcBef>
              <a:spcAft>
                <a:spcPts val="0"/>
              </a:spcAft>
              <a:buClr>
                <a:srgbClr val="000000"/>
              </a:buClr>
              <a:buSzPts val="1400"/>
              <a:buFont typeface="Proxima Nova"/>
              <a:buChar char="●"/>
              <a:defRPr b="0" i="0" sz="1400" u="none" cap="none" strike="noStrike">
                <a:solidFill>
                  <a:srgbClr val="000000"/>
                </a:solidFill>
                <a:latin typeface="Proxima Nova"/>
                <a:ea typeface="Proxima Nova"/>
                <a:cs typeface="Proxima Nova"/>
                <a:sym typeface="Proxima Nova"/>
              </a:defRPr>
            </a:lvl4pPr>
            <a:lvl5pPr indent="-317500" lvl="4" marL="2286000" marR="0" rtl="0" algn="l">
              <a:lnSpc>
                <a:spcPct val="100000"/>
              </a:lnSpc>
              <a:spcBef>
                <a:spcPts val="0"/>
              </a:spcBef>
              <a:spcAft>
                <a:spcPts val="0"/>
              </a:spcAft>
              <a:buClr>
                <a:srgbClr val="000000"/>
              </a:buClr>
              <a:buSzPts val="1400"/>
              <a:buFont typeface="Proxima Nova"/>
              <a:buChar char="○"/>
              <a:defRPr b="0" i="0" sz="1400" u="none" cap="none" strike="noStrike">
                <a:solidFill>
                  <a:srgbClr val="000000"/>
                </a:solidFill>
                <a:latin typeface="Proxima Nova"/>
                <a:ea typeface="Proxima Nova"/>
                <a:cs typeface="Proxima Nova"/>
                <a:sym typeface="Proxima Nova"/>
              </a:defRPr>
            </a:lvl5pPr>
            <a:lvl6pPr indent="-317500" lvl="5" marL="2743200" marR="0" rtl="0" algn="l">
              <a:lnSpc>
                <a:spcPct val="100000"/>
              </a:lnSpc>
              <a:spcBef>
                <a:spcPts val="0"/>
              </a:spcBef>
              <a:spcAft>
                <a:spcPts val="0"/>
              </a:spcAft>
              <a:buClr>
                <a:srgbClr val="000000"/>
              </a:buClr>
              <a:buSzPts val="1400"/>
              <a:buFont typeface="Proxima Nova"/>
              <a:buChar char="■"/>
              <a:defRPr b="0" i="0" sz="1400" u="none" cap="none" strike="noStrike">
                <a:solidFill>
                  <a:srgbClr val="000000"/>
                </a:solidFill>
                <a:latin typeface="Proxima Nova"/>
                <a:ea typeface="Proxima Nova"/>
                <a:cs typeface="Proxima Nova"/>
                <a:sym typeface="Proxima Nova"/>
              </a:defRPr>
            </a:lvl6pPr>
            <a:lvl7pPr indent="-317500" lvl="6" marL="3200400" marR="0" rtl="0" algn="l">
              <a:lnSpc>
                <a:spcPct val="100000"/>
              </a:lnSpc>
              <a:spcBef>
                <a:spcPts val="0"/>
              </a:spcBef>
              <a:spcAft>
                <a:spcPts val="0"/>
              </a:spcAft>
              <a:buClr>
                <a:srgbClr val="000000"/>
              </a:buClr>
              <a:buSzPts val="1400"/>
              <a:buFont typeface="Proxima Nova"/>
              <a:buChar char="●"/>
              <a:defRPr b="0" i="0" sz="1400" u="none" cap="none" strike="noStrike">
                <a:solidFill>
                  <a:srgbClr val="000000"/>
                </a:solidFill>
                <a:latin typeface="Proxima Nova"/>
                <a:ea typeface="Proxima Nova"/>
                <a:cs typeface="Proxima Nova"/>
                <a:sym typeface="Proxima Nova"/>
              </a:defRPr>
            </a:lvl7pPr>
            <a:lvl8pPr indent="-317500" lvl="7" marL="3657600" marR="0" rtl="0" algn="l">
              <a:lnSpc>
                <a:spcPct val="100000"/>
              </a:lnSpc>
              <a:spcBef>
                <a:spcPts val="0"/>
              </a:spcBef>
              <a:spcAft>
                <a:spcPts val="0"/>
              </a:spcAft>
              <a:buClr>
                <a:srgbClr val="000000"/>
              </a:buClr>
              <a:buSzPts val="1400"/>
              <a:buFont typeface="Proxima Nova"/>
              <a:buChar char="○"/>
              <a:defRPr b="0" i="0" sz="1400" u="none" cap="none" strike="noStrike">
                <a:solidFill>
                  <a:srgbClr val="000000"/>
                </a:solidFill>
                <a:latin typeface="Proxima Nova"/>
                <a:ea typeface="Proxima Nova"/>
                <a:cs typeface="Proxima Nova"/>
                <a:sym typeface="Proxima Nova"/>
              </a:defRPr>
            </a:lvl8pPr>
            <a:lvl9pPr indent="-317500" lvl="8" marL="4114800" marR="0" rtl="0" algn="l">
              <a:lnSpc>
                <a:spcPct val="100000"/>
              </a:lnSpc>
              <a:spcBef>
                <a:spcPts val="0"/>
              </a:spcBef>
              <a:spcAft>
                <a:spcPts val="0"/>
              </a:spcAft>
              <a:buClr>
                <a:srgbClr val="000000"/>
              </a:buClr>
              <a:buSzPts val="1400"/>
              <a:buFont typeface="Proxima Nova"/>
              <a:buChar char="■"/>
              <a:defRPr b="0" i="0" sz="1400" u="none" cap="none" strike="noStrike">
                <a:solidFill>
                  <a:srgbClr val="000000"/>
                </a:solidFill>
                <a:latin typeface="Proxima Nova"/>
                <a:ea typeface="Proxima Nova"/>
                <a:cs typeface="Proxima Nova"/>
                <a:sym typeface="Proxima Nova"/>
              </a:defRPr>
            </a:lvl9pPr>
          </a:lstStyle>
          <a:p/>
        </p:txBody>
      </p:sp>
      <p:sp>
        <p:nvSpPr>
          <p:cNvPr id="657" name="Google Shape;657;p15"/>
          <p:cNvSpPr/>
          <p:nvPr/>
        </p:nvSpPr>
        <p:spPr>
          <a:xfrm>
            <a:off x="452437" y="728934"/>
            <a:ext cx="571782" cy="76276"/>
          </a:xfrm>
          <a:custGeom>
            <a:rect b="b" l="l" r="r" t="t"/>
            <a:pathLst>
              <a:path extrusionOk="0" h="167639" w="1256664">
                <a:moveTo>
                  <a:pt x="1256506" y="0"/>
                </a:moveTo>
                <a:lnTo>
                  <a:pt x="0" y="0"/>
                </a:lnTo>
                <a:lnTo>
                  <a:pt x="0" y="167534"/>
                </a:lnTo>
                <a:lnTo>
                  <a:pt x="1256506" y="167534"/>
                </a:lnTo>
                <a:lnTo>
                  <a:pt x="1256506" y="0"/>
                </a:lnTo>
                <a:close/>
              </a:path>
            </a:pathLst>
          </a:custGeom>
          <a:solidFill>
            <a:schemeClr val="accent1"/>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chemeClr val="dk1"/>
              </a:solidFill>
              <a:latin typeface="Calibri"/>
              <a:ea typeface="Calibri"/>
              <a:cs typeface="Calibri"/>
              <a:sym typeface="Calibri"/>
            </a:endParaRPr>
          </a:p>
        </p:txBody>
      </p:sp>
      <p:grpSp>
        <p:nvGrpSpPr>
          <p:cNvPr id="658" name="Google Shape;658;p15"/>
          <p:cNvGrpSpPr/>
          <p:nvPr/>
        </p:nvGrpSpPr>
        <p:grpSpPr>
          <a:xfrm>
            <a:off x="8330732" y="304062"/>
            <a:ext cx="465057" cy="405373"/>
            <a:chOff x="17846550" y="487291"/>
            <a:chExt cx="1420021" cy="1238537"/>
          </a:xfrm>
        </p:grpSpPr>
        <p:sp>
          <p:nvSpPr>
            <p:cNvPr id="659" name="Google Shape;659;p15"/>
            <p:cNvSpPr/>
            <p:nvPr/>
          </p:nvSpPr>
          <p:spPr>
            <a:xfrm>
              <a:off x="17877963" y="518702"/>
              <a:ext cx="1357630" cy="783590"/>
            </a:xfrm>
            <a:custGeom>
              <a:rect b="b" l="l" r="r" t="t"/>
              <a:pathLst>
                <a:path extrusionOk="0" h="783590" w="1357630">
                  <a:moveTo>
                    <a:pt x="1017770" y="0"/>
                  </a:moveTo>
                  <a:lnTo>
                    <a:pt x="0" y="587605"/>
                  </a:lnTo>
                  <a:lnTo>
                    <a:pt x="339256" y="783483"/>
                  </a:lnTo>
                  <a:lnTo>
                    <a:pt x="1357026" y="195868"/>
                  </a:lnTo>
                  <a:lnTo>
                    <a:pt x="1017770" y="0"/>
                  </a:lnTo>
                  <a:close/>
                </a:path>
              </a:pathLst>
            </a:custGeom>
            <a:solidFill>
              <a:srgbClr val="F9C80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660" name="Google Shape;660;p15"/>
            <p:cNvSpPr/>
            <p:nvPr/>
          </p:nvSpPr>
          <p:spPr>
            <a:xfrm>
              <a:off x="17846550" y="487291"/>
              <a:ext cx="1419859" cy="846455"/>
            </a:xfrm>
            <a:custGeom>
              <a:rect b="b" l="l" r="r" t="t"/>
              <a:pathLst>
                <a:path extrusionOk="0" h="846455" w="1419859">
                  <a:moveTo>
                    <a:pt x="1049182" y="0"/>
                  </a:moveTo>
                  <a:lnTo>
                    <a:pt x="15706" y="591817"/>
                  </a:lnTo>
                  <a:lnTo>
                    <a:pt x="0" y="619020"/>
                  </a:lnTo>
                  <a:lnTo>
                    <a:pt x="1087" y="627217"/>
                  </a:lnTo>
                  <a:lnTo>
                    <a:pt x="359821" y="844908"/>
                  </a:lnTo>
                  <a:lnTo>
                    <a:pt x="365255" y="846311"/>
                  </a:lnTo>
                  <a:lnTo>
                    <a:pt x="376093" y="846311"/>
                  </a:lnTo>
                  <a:lnTo>
                    <a:pt x="381527" y="844908"/>
                  </a:lnTo>
                  <a:lnTo>
                    <a:pt x="496344" y="778617"/>
                  </a:lnTo>
                  <a:lnTo>
                    <a:pt x="370669" y="778617"/>
                  </a:lnTo>
                  <a:lnTo>
                    <a:pt x="94237" y="619020"/>
                  </a:lnTo>
                  <a:lnTo>
                    <a:pt x="1049182" y="67686"/>
                  </a:lnTo>
                  <a:lnTo>
                    <a:pt x="1174843" y="67686"/>
                  </a:lnTo>
                  <a:lnTo>
                    <a:pt x="1064889" y="4201"/>
                  </a:lnTo>
                  <a:lnTo>
                    <a:pt x="1057247" y="1050"/>
                  </a:lnTo>
                  <a:lnTo>
                    <a:pt x="1049182" y="0"/>
                  </a:lnTo>
                  <a:close/>
                </a:path>
                <a:path extrusionOk="0" h="846455" w="1419859">
                  <a:moveTo>
                    <a:pt x="1174843" y="67686"/>
                  </a:moveTo>
                  <a:lnTo>
                    <a:pt x="1049182" y="67686"/>
                  </a:lnTo>
                  <a:lnTo>
                    <a:pt x="1325614" y="227283"/>
                  </a:lnTo>
                  <a:lnTo>
                    <a:pt x="370669" y="778617"/>
                  </a:lnTo>
                  <a:lnTo>
                    <a:pt x="496344" y="778617"/>
                  </a:lnTo>
                  <a:lnTo>
                    <a:pt x="1404145" y="254487"/>
                  </a:lnTo>
                  <a:lnTo>
                    <a:pt x="1410694" y="249445"/>
                  </a:lnTo>
                  <a:lnTo>
                    <a:pt x="1415638" y="242986"/>
                  </a:lnTo>
                  <a:lnTo>
                    <a:pt x="1418762" y="235475"/>
                  </a:lnTo>
                  <a:lnTo>
                    <a:pt x="1419852" y="227283"/>
                  </a:lnTo>
                  <a:lnTo>
                    <a:pt x="1418762" y="219085"/>
                  </a:lnTo>
                  <a:lnTo>
                    <a:pt x="1415638" y="211573"/>
                  </a:lnTo>
                  <a:lnTo>
                    <a:pt x="1410694" y="205115"/>
                  </a:lnTo>
                  <a:lnTo>
                    <a:pt x="1404145" y="200080"/>
                  </a:lnTo>
                  <a:lnTo>
                    <a:pt x="1174843" y="67686"/>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661" name="Google Shape;661;p15"/>
            <p:cNvSpPr/>
            <p:nvPr/>
          </p:nvSpPr>
          <p:spPr>
            <a:xfrm>
              <a:off x="18217219" y="714568"/>
              <a:ext cx="1017905" cy="979805"/>
            </a:xfrm>
            <a:custGeom>
              <a:rect b="b" l="l" r="r" t="t"/>
              <a:pathLst>
                <a:path extrusionOk="0" h="979805" w="1017905">
                  <a:moveTo>
                    <a:pt x="1017770" y="0"/>
                  </a:moveTo>
                  <a:lnTo>
                    <a:pt x="0" y="587615"/>
                  </a:lnTo>
                  <a:lnTo>
                    <a:pt x="0" y="979352"/>
                  </a:lnTo>
                  <a:lnTo>
                    <a:pt x="1017770" y="391747"/>
                  </a:lnTo>
                  <a:lnTo>
                    <a:pt x="1017770"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662" name="Google Shape;662;p15"/>
            <p:cNvSpPr/>
            <p:nvPr/>
          </p:nvSpPr>
          <p:spPr>
            <a:xfrm>
              <a:off x="18185802" y="683159"/>
              <a:ext cx="1080769" cy="1042669"/>
            </a:xfrm>
            <a:custGeom>
              <a:rect b="b" l="l" r="r" t="t"/>
              <a:pathLst>
                <a:path extrusionOk="0" h="1042669" w="1080769">
                  <a:moveTo>
                    <a:pt x="1049182" y="0"/>
                  </a:moveTo>
                  <a:lnTo>
                    <a:pt x="15716" y="591824"/>
                  </a:lnTo>
                  <a:lnTo>
                    <a:pt x="0" y="1010765"/>
                  </a:lnTo>
                  <a:lnTo>
                    <a:pt x="1086" y="1018961"/>
                  </a:lnTo>
                  <a:lnTo>
                    <a:pt x="25988" y="1042177"/>
                  </a:lnTo>
                  <a:lnTo>
                    <a:pt x="36836" y="1042177"/>
                  </a:lnTo>
                  <a:lnTo>
                    <a:pt x="42260" y="1040774"/>
                  </a:lnTo>
                  <a:lnTo>
                    <a:pt x="188472" y="956358"/>
                  </a:lnTo>
                  <a:lnTo>
                    <a:pt x="62825" y="956358"/>
                  </a:lnTo>
                  <a:lnTo>
                    <a:pt x="62835" y="637163"/>
                  </a:lnTo>
                  <a:lnTo>
                    <a:pt x="1017770" y="85819"/>
                  </a:lnTo>
                  <a:lnTo>
                    <a:pt x="1080595" y="85819"/>
                  </a:lnTo>
                  <a:lnTo>
                    <a:pt x="1080595" y="31412"/>
                  </a:lnTo>
                  <a:lnTo>
                    <a:pt x="1057247" y="1052"/>
                  </a:lnTo>
                  <a:lnTo>
                    <a:pt x="1049182" y="0"/>
                  </a:lnTo>
                  <a:close/>
                </a:path>
                <a:path extrusionOk="0" h="1042669" w="1080769">
                  <a:moveTo>
                    <a:pt x="1080595" y="85819"/>
                  </a:moveTo>
                  <a:lnTo>
                    <a:pt x="1017770" y="85819"/>
                  </a:lnTo>
                  <a:lnTo>
                    <a:pt x="1017770" y="405013"/>
                  </a:lnTo>
                  <a:lnTo>
                    <a:pt x="62825" y="956358"/>
                  </a:lnTo>
                  <a:lnTo>
                    <a:pt x="188472" y="956358"/>
                  </a:lnTo>
                  <a:lnTo>
                    <a:pt x="1064889" y="450352"/>
                  </a:lnTo>
                  <a:lnTo>
                    <a:pt x="1080595" y="423149"/>
                  </a:lnTo>
                  <a:lnTo>
                    <a:pt x="1080595" y="85819"/>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663" name="Google Shape;663;p15"/>
            <p:cNvSpPr/>
            <p:nvPr/>
          </p:nvSpPr>
          <p:spPr>
            <a:xfrm>
              <a:off x="17877961" y="1106312"/>
              <a:ext cx="339725" cy="588010"/>
            </a:xfrm>
            <a:custGeom>
              <a:rect b="b" l="l" r="r" t="t"/>
              <a:pathLst>
                <a:path extrusionOk="0" h="588010" w="339725">
                  <a:moveTo>
                    <a:pt x="0" y="0"/>
                  </a:moveTo>
                  <a:lnTo>
                    <a:pt x="0" y="391747"/>
                  </a:lnTo>
                  <a:lnTo>
                    <a:pt x="339256" y="587615"/>
                  </a:lnTo>
                  <a:lnTo>
                    <a:pt x="339256" y="195868"/>
                  </a:lnTo>
                  <a:lnTo>
                    <a:pt x="0"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664" name="Google Shape;664;p15"/>
            <p:cNvSpPr/>
            <p:nvPr/>
          </p:nvSpPr>
          <p:spPr>
            <a:xfrm>
              <a:off x="17846550" y="1074903"/>
              <a:ext cx="402590" cy="650875"/>
            </a:xfrm>
            <a:custGeom>
              <a:rect b="b" l="l" r="r" t="t"/>
              <a:pathLst>
                <a:path extrusionOk="0" h="650875" w="402590">
                  <a:moveTo>
                    <a:pt x="31412" y="0"/>
                  </a:moveTo>
                  <a:lnTo>
                    <a:pt x="1087" y="23212"/>
                  </a:lnTo>
                  <a:lnTo>
                    <a:pt x="0" y="31404"/>
                  </a:lnTo>
                  <a:lnTo>
                    <a:pt x="0" y="423152"/>
                  </a:lnTo>
                  <a:lnTo>
                    <a:pt x="359811" y="649029"/>
                  </a:lnTo>
                  <a:lnTo>
                    <a:pt x="365245" y="650433"/>
                  </a:lnTo>
                  <a:lnTo>
                    <a:pt x="376082" y="650433"/>
                  </a:lnTo>
                  <a:lnTo>
                    <a:pt x="402071" y="619020"/>
                  </a:lnTo>
                  <a:lnTo>
                    <a:pt x="402072" y="564613"/>
                  </a:lnTo>
                  <a:lnTo>
                    <a:pt x="339246" y="564613"/>
                  </a:lnTo>
                  <a:lnTo>
                    <a:pt x="62825" y="405016"/>
                  </a:lnTo>
                  <a:lnTo>
                    <a:pt x="62825" y="85821"/>
                  </a:lnTo>
                  <a:lnTo>
                    <a:pt x="188483" y="85821"/>
                  </a:lnTo>
                  <a:lnTo>
                    <a:pt x="47118" y="4201"/>
                  </a:lnTo>
                  <a:lnTo>
                    <a:pt x="39477" y="1050"/>
                  </a:lnTo>
                  <a:lnTo>
                    <a:pt x="31412" y="0"/>
                  </a:lnTo>
                  <a:close/>
                </a:path>
                <a:path extrusionOk="0" h="650875" w="402590">
                  <a:moveTo>
                    <a:pt x="188483" y="85821"/>
                  </a:moveTo>
                  <a:lnTo>
                    <a:pt x="62825" y="85821"/>
                  </a:lnTo>
                  <a:lnTo>
                    <a:pt x="339256" y="245419"/>
                  </a:lnTo>
                  <a:lnTo>
                    <a:pt x="339246" y="564613"/>
                  </a:lnTo>
                  <a:lnTo>
                    <a:pt x="402072" y="564613"/>
                  </a:lnTo>
                  <a:lnTo>
                    <a:pt x="402081" y="227283"/>
                  </a:lnTo>
                  <a:lnTo>
                    <a:pt x="400995" y="219086"/>
                  </a:lnTo>
                  <a:lnTo>
                    <a:pt x="397876" y="211577"/>
                  </a:lnTo>
                  <a:lnTo>
                    <a:pt x="392933" y="205120"/>
                  </a:lnTo>
                  <a:lnTo>
                    <a:pt x="386375" y="200080"/>
                  </a:lnTo>
                  <a:lnTo>
                    <a:pt x="188483" y="85821"/>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grpSp>
      <p:grpSp>
        <p:nvGrpSpPr>
          <p:cNvPr id="665" name="Google Shape;665;p15"/>
          <p:cNvGrpSpPr/>
          <p:nvPr/>
        </p:nvGrpSpPr>
        <p:grpSpPr>
          <a:xfrm>
            <a:off x="7788689" y="564384"/>
            <a:ext cx="465168" cy="405377"/>
            <a:chOff x="16075438" y="1313513"/>
            <a:chExt cx="1420361" cy="1238550"/>
          </a:xfrm>
        </p:grpSpPr>
        <p:sp>
          <p:nvSpPr>
            <p:cNvPr id="666" name="Google Shape;666;p15"/>
            <p:cNvSpPr/>
            <p:nvPr/>
          </p:nvSpPr>
          <p:spPr>
            <a:xfrm>
              <a:off x="16106852" y="1344924"/>
              <a:ext cx="1357630" cy="783589"/>
            </a:xfrm>
            <a:custGeom>
              <a:rect b="b" l="l" r="r" t="t"/>
              <a:pathLst>
                <a:path extrusionOk="0" h="783589" w="1357630">
                  <a:moveTo>
                    <a:pt x="339256" y="0"/>
                  </a:moveTo>
                  <a:lnTo>
                    <a:pt x="0" y="195878"/>
                  </a:lnTo>
                  <a:lnTo>
                    <a:pt x="1017770" y="783494"/>
                  </a:lnTo>
                  <a:lnTo>
                    <a:pt x="1357026" y="587615"/>
                  </a:lnTo>
                  <a:lnTo>
                    <a:pt x="339256" y="0"/>
                  </a:lnTo>
                  <a:close/>
                </a:path>
              </a:pathLst>
            </a:custGeom>
            <a:solidFill>
              <a:srgbClr val="CC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667" name="Google Shape;667;p15"/>
            <p:cNvSpPr/>
            <p:nvPr/>
          </p:nvSpPr>
          <p:spPr>
            <a:xfrm>
              <a:off x="16075438" y="1313513"/>
              <a:ext cx="1419859" cy="846455"/>
            </a:xfrm>
            <a:custGeom>
              <a:rect b="b" l="l" r="r" t="t"/>
              <a:pathLst>
                <a:path extrusionOk="0" h="846455" w="1419859">
                  <a:moveTo>
                    <a:pt x="370673" y="0"/>
                  </a:moveTo>
                  <a:lnTo>
                    <a:pt x="15706" y="200088"/>
                  </a:lnTo>
                  <a:lnTo>
                    <a:pt x="0" y="227291"/>
                  </a:lnTo>
                  <a:lnTo>
                    <a:pt x="1087" y="235488"/>
                  </a:lnTo>
                  <a:lnTo>
                    <a:pt x="1038334" y="844906"/>
                  </a:lnTo>
                  <a:lnTo>
                    <a:pt x="1043769" y="846309"/>
                  </a:lnTo>
                  <a:lnTo>
                    <a:pt x="1054606" y="846309"/>
                  </a:lnTo>
                  <a:lnTo>
                    <a:pt x="1060030" y="844906"/>
                  </a:lnTo>
                  <a:lnTo>
                    <a:pt x="1174835" y="778625"/>
                  </a:lnTo>
                  <a:lnTo>
                    <a:pt x="1049182" y="778625"/>
                  </a:lnTo>
                  <a:lnTo>
                    <a:pt x="94237" y="227291"/>
                  </a:lnTo>
                  <a:lnTo>
                    <a:pt x="370669" y="67683"/>
                  </a:lnTo>
                  <a:lnTo>
                    <a:pt x="496316" y="67683"/>
                  </a:lnTo>
                  <a:lnTo>
                    <a:pt x="386375" y="4209"/>
                  </a:lnTo>
                  <a:lnTo>
                    <a:pt x="378738" y="1052"/>
                  </a:lnTo>
                  <a:lnTo>
                    <a:pt x="370673" y="0"/>
                  </a:lnTo>
                  <a:close/>
                </a:path>
                <a:path extrusionOk="0" h="846455" w="1419859">
                  <a:moveTo>
                    <a:pt x="496316" y="67683"/>
                  </a:moveTo>
                  <a:lnTo>
                    <a:pt x="370669" y="67683"/>
                  </a:lnTo>
                  <a:lnTo>
                    <a:pt x="1325624" y="619028"/>
                  </a:lnTo>
                  <a:lnTo>
                    <a:pt x="1049182" y="778625"/>
                  </a:lnTo>
                  <a:lnTo>
                    <a:pt x="1174835" y="778625"/>
                  </a:lnTo>
                  <a:lnTo>
                    <a:pt x="1404156" y="646231"/>
                  </a:lnTo>
                  <a:lnTo>
                    <a:pt x="1410705" y="641191"/>
                  </a:lnTo>
                  <a:lnTo>
                    <a:pt x="1415649" y="634734"/>
                  </a:lnTo>
                  <a:lnTo>
                    <a:pt x="1418773" y="627225"/>
                  </a:lnTo>
                  <a:lnTo>
                    <a:pt x="1419862" y="619028"/>
                  </a:lnTo>
                  <a:lnTo>
                    <a:pt x="1418773" y="610831"/>
                  </a:lnTo>
                  <a:lnTo>
                    <a:pt x="1415649" y="603321"/>
                  </a:lnTo>
                  <a:lnTo>
                    <a:pt x="1410705" y="596864"/>
                  </a:lnTo>
                  <a:lnTo>
                    <a:pt x="1404156" y="591824"/>
                  </a:lnTo>
                  <a:lnTo>
                    <a:pt x="496316" y="67683"/>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668" name="Google Shape;668;p15"/>
            <p:cNvSpPr/>
            <p:nvPr/>
          </p:nvSpPr>
          <p:spPr>
            <a:xfrm>
              <a:off x="16106852" y="1540803"/>
              <a:ext cx="1017905" cy="979805"/>
            </a:xfrm>
            <a:custGeom>
              <a:rect b="b" l="l" r="r" t="t"/>
              <a:pathLst>
                <a:path extrusionOk="0" h="979805" w="1017905">
                  <a:moveTo>
                    <a:pt x="0" y="0"/>
                  </a:moveTo>
                  <a:lnTo>
                    <a:pt x="0" y="391736"/>
                  </a:lnTo>
                  <a:lnTo>
                    <a:pt x="1017770" y="979352"/>
                  </a:lnTo>
                  <a:lnTo>
                    <a:pt x="1017770" y="587615"/>
                  </a:lnTo>
                  <a:lnTo>
                    <a:pt x="0"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669" name="Google Shape;669;p15"/>
            <p:cNvSpPr/>
            <p:nvPr/>
          </p:nvSpPr>
          <p:spPr>
            <a:xfrm>
              <a:off x="16075438" y="1509394"/>
              <a:ext cx="1080769" cy="1042669"/>
            </a:xfrm>
            <a:custGeom>
              <a:rect b="b" l="l" r="r" t="t"/>
              <a:pathLst>
                <a:path extrusionOk="0" h="1042669" w="1080769">
                  <a:moveTo>
                    <a:pt x="31412" y="0"/>
                  </a:moveTo>
                  <a:lnTo>
                    <a:pt x="1087" y="23216"/>
                  </a:lnTo>
                  <a:lnTo>
                    <a:pt x="0" y="31415"/>
                  </a:lnTo>
                  <a:lnTo>
                    <a:pt x="0" y="423152"/>
                  </a:lnTo>
                  <a:lnTo>
                    <a:pt x="1038334" y="1040777"/>
                  </a:lnTo>
                  <a:lnTo>
                    <a:pt x="1043769" y="1042169"/>
                  </a:lnTo>
                  <a:lnTo>
                    <a:pt x="1054606" y="1042169"/>
                  </a:lnTo>
                  <a:lnTo>
                    <a:pt x="1080595" y="1010757"/>
                  </a:lnTo>
                  <a:lnTo>
                    <a:pt x="1080595" y="956350"/>
                  </a:lnTo>
                  <a:lnTo>
                    <a:pt x="1017770" y="956350"/>
                  </a:lnTo>
                  <a:lnTo>
                    <a:pt x="62825" y="405016"/>
                  </a:lnTo>
                  <a:lnTo>
                    <a:pt x="62825" y="85821"/>
                  </a:lnTo>
                  <a:lnTo>
                    <a:pt x="188488" y="85821"/>
                  </a:lnTo>
                  <a:lnTo>
                    <a:pt x="47118" y="4201"/>
                  </a:lnTo>
                  <a:lnTo>
                    <a:pt x="39477" y="1050"/>
                  </a:lnTo>
                  <a:lnTo>
                    <a:pt x="31412" y="0"/>
                  </a:lnTo>
                  <a:close/>
                </a:path>
                <a:path extrusionOk="0" h="1042669" w="1080769">
                  <a:moveTo>
                    <a:pt x="188488" y="85821"/>
                  </a:moveTo>
                  <a:lnTo>
                    <a:pt x="62825" y="85821"/>
                  </a:lnTo>
                  <a:lnTo>
                    <a:pt x="1017770" y="637155"/>
                  </a:lnTo>
                  <a:lnTo>
                    <a:pt x="1017770" y="956350"/>
                  </a:lnTo>
                  <a:lnTo>
                    <a:pt x="1080595" y="956350"/>
                  </a:lnTo>
                  <a:lnTo>
                    <a:pt x="1080595" y="619020"/>
                  </a:lnTo>
                  <a:lnTo>
                    <a:pt x="1079507" y="610823"/>
                  </a:lnTo>
                  <a:lnTo>
                    <a:pt x="1076386" y="603314"/>
                  </a:lnTo>
                  <a:lnTo>
                    <a:pt x="1071442" y="596856"/>
                  </a:lnTo>
                  <a:lnTo>
                    <a:pt x="1064889" y="591817"/>
                  </a:lnTo>
                  <a:lnTo>
                    <a:pt x="188488" y="85821"/>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670" name="Google Shape;670;p15"/>
            <p:cNvSpPr/>
            <p:nvPr/>
          </p:nvSpPr>
          <p:spPr>
            <a:xfrm>
              <a:off x="17124623" y="1932546"/>
              <a:ext cx="339725" cy="588010"/>
            </a:xfrm>
            <a:custGeom>
              <a:rect b="b" l="l" r="r" t="t"/>
              <a:pathLst>
                <a:path extrusionOk="0" h="588010" w="339725">
                  <a:moveTo>
                    <a:pt x="339256" y="0"/>
                  </a:moveTo>
                  <a:lnTo>
                    <a:pt x="0" y="195868"/>
                  </a:lnTo>
                  <a:lnTo>
                    <a:pt x="0" y="587605"/>
                  </a:lnTo>
                  <a:lnTo>
                    <a:pt x="339256" y="391736"/>
                  </a:lnTo>
                  <a:lnTo>
                    <a:pt x="339256"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671" name="Google Shape;671;p15"/>
            <p:cNvSpPr/>
            <p:nvPr/>
          </p:nvSpPr>
          <p:spPr>
            <a:xfrm>
              <a:off x="17093209" y="1901133"/>
              <a:ext cx="402590" cy="650875"/>
            </a:xfrm>
            <a:custGeom>
              <a:rect b="b" l="l" r="r" t="t"/>
              <a:pathLst>
                <a:path extrusionOk="0" h="650875" w="402590">
                  <a:moveTo>
                    <a:pt x="370673" y="0"/>
                  </a:moveTo>
                  <a:lnTo>
                    <a:pt x="15706" y="200080"/>
                  </a:lnTo>
                  <a:lnTo>
                    <a:pt x="0" y="227283"/>
                  </a:lnTo>
                  <a:lnTo>
                    <a:pt x="0" y="619020"/>
                  </a:lnTo>
                  <a:lnTo>
                    <a:pt x="25988" y="650433"/>
                  </a:lnTo>
                  <a:lnTo>
                    <a:pt x="36836" y="650433"/>
                  </a:lnTo>
                  <a:lnTo>
                    <a:pt x="42260" y="649029"/>
                  </a:lnTo>
                  <a:lnTo>
                    <a:pt x="188474" y="564613"/>
                  </a:lnTo>
                  <a:lnTo>
                    <a:pt x="62825" y="564613"/>
                  </a:lnTo>
                  <a:lnTo>
                    <a:pt x="62825" y="245419"/>
                  </a:lnTo>
                  <a:lnTo>
                    <a:pt x="339256" y="85821"/>
                  </a:lnTo>
                  <a:lnTo>
                    <a:pt x="402081" y="85821"/>
                  </a:lnTo>
                  <a:lnTo>
                    <a:pt x="402081" y="31415"/>
                  </a:lnTo>
                  <a:lnTo>
                    <a:pt x="378738" y="1050"/>
                  </a:lnTo>
                  <a:lnTo>
                    <a:pt x="370673" y="0"/>
                  </a:lnTo>
                  <a:close/>
                </a:path>
                <a:path extrusionOk="0" h="650875" w="402590">
                  <a:moveTo>
                    <a:pt x="402081" y="85821"/>
                  </a:moveTo>
                  <a:lnTo>
                    <a:pt x="339256" y="85821"/>
                  </a:lnTo>
                  <a:lnTo>
                    <a:pt x="339256" y="405016"/>
                  </a:lnTo>
                  <a:lnTo>
                    <a:pt x="62825" y="564613"/>
                  </a:lnTo>
                  <a:lnTo>
                    <a:pt x="188474" y="564613"/>
                  </a:lnTo>
                  <a:lnTo>
                    <a:pt x="386375" y="450355"/>
                  </a:lnTo>
                  <a:lnTo>
                    <a:pt x="392929" y="445315"/>
                  </a:lnTo>
                  <a:lnTo>
                    <a:pt x="397872" y="438858"/>
                  </a:lnTo>
                  <a:lnTo>
                    <a:pt x="400994" y="431348"/>
                  </a:lnTo>
                  <a:lnTo>
                    <a:pt x="402081" y="423152"/>
                  </a:lnTo>
                  <a:lnTo>
                    <a:pt x="402081" y="85821"/>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grpSp>
      <p:grpSp>
        <p:nvGrpSpPr>
          <p:cNvPr id="672" name="Google Shape;672;p15"/>
          <p:cNvGrpSpPr/>
          <p:nvPr/>
        </p:nvGrpSpPr>
        <p:grpSpPr>
          <a:xfrm>
            <a:off x="8612272" y="875377"/>
            <a:ext cx="242956" cy="277142"/>
            <a:chOff x="18355431" y="2280417"/>
            <a:chExt cx="741851" cy="846752"/>
          </a:xfrm>
        </p:grpSpPr>
        <p:sp>
          <p:nvSpPr>
            <p:cNvPr id="673" name="Google Shape;673;p15"/>
            <p:cNvSpPr/>
            <p:nvPr/>
          </p:nvSpPr>
          <p:spPr>
            <a:xfrm>
              <a:off x="18386848" y="2311830"/>
              <a:ext cx="678815" cy="783589"/>
            </a:xfrm>
            <a:custGeom>
              <a:rect b="b" l="l" r="r" t="t"/>
              <a:pathLst>
                <a:path extrusionOk="0" h="783589" w="678815">
                  <a:moveTo>
                    <a:pt x="339256" y="0"/>
                  </a:moveTo>
                  <a:lnTo>
                    <a:pt x="0" y="195878"/>
                  </a:lnTo>
                  <a:lnTo>
                    <a:pt x="0" y="587615"/>
                  </a:lnTo>
                  <a:lnTo>
                    <a:pt x="339256" y="783483"/>
                  </a:lnTo>
                  <a:lnTo>
                    <a:pt x="678513" y="587615"/>
                  </a:lnTo>
                  <a:lnTo>
                    <a:pt x="678513" y="195878"/>
                  </a:lnTo>
                  <a:lnTo>
                    <a:pt x="339256" y="0"/>
                  </a:lnTo>
                  <a:close/>
                </a:path>
              </a:pathLst>
            </a:custGeom>
            <a:solidFill>
              <a:srgbClr val="00852B"/>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674" name="Google Shape;674;p15"/>
            <p:cNvSpPr/>
            <p:nvPr/>
          </p:nvSpPr>
          <p:spPr>
            <a:xfrm>
              <a:off x="18355431" y="2280417"/>
              <a:ext cx="741680" cy="846455"/>
            </a:xfrm>
            <a:custGeom>
              <a:rect b="b" l="l" r="r" t="t"/>
              <a:pathLst>
                <a:path extrusionOk="0" h="846455" w="741680">
                  <a:moveTo>
                    <a:pt x="370673" y="0"/>
                  </a:moveTo>
                  <a:lnTo>
                    <a:pt x="15706" y="200085"/>
                  </a:lnTo>
                  <a:lnTo>
                    <a:pt x="0" y="227288"/>
                  </a:lnTo>
                  <a:lnTo>
                    <a:pt x="0" y="619025"/>
                  </a:lnTo>
                  <a:lnTo>
                    <a:pt x="359821" y="844914"/>
                  </a:lnTo>
                  <a:lnTo>
                    <a:pt x="365255" y="846306"/>
                  </a:lnTo>
                  <a:lnTo>
                    <a:pt x="376093" y="846306"/>
                  </a:lnTo>
                  <a:lnTo>
                    <a:pt x="381527" y="844914"/>
                  </a:lnTo>
                  <a:lnTo>
                    <a:pt x="496323" y="778633"/>
                  </a:lnTo>
                  <a:lnTo>
                    <a:pt x="370669" y="778633"/>
                  </a:lnTo>
                  <a:lnTo>
                    <a:pt x="62825" y="600890"/>
                  </a:lnTo>
                  <a:lnTo>
                    <a:pt x="62825" y="245424"/>
                  </a:lnTo>
                  <a:lnTo>
                    <a:pt x="370669" y="67691"/>
                  </a:lnTo>
                  <a:lnTo>
                    <a:pt x="496321" y="67691"/>
                  </a:lnTo>
                  <a:lnTo>
                    <a:pt x="386375" y="4217"/>
                  </a:lnTo>
                  <a:lnTo>
                    <a:pt x="378738" y="1054"/>
                  </a:lnTo>
                  <a:lnTo>
                    <a:pt x="370673" y="0"/>
                  </a:lnTo>
                  <a:close/>
                </a:path>
                <a:path extrusionOk="0" h="846455" w="741680">
                  <a:moveTo>
                    <a:pt x="496321" y="67691"/>
                  </a:moveTo>
                  <a:lnTo>
                    <a:pt x="370669" y="67691"/>
                  </a:lnTo>
                  <a:lnTo>
                    <a:pt x="678523" y="245424"/>
                  </a:lnTo>
                  <a:lnTo>
                    <a:pt x="678523" y="600890"/>
                  </a:lnTo>
                  <a:lnTo>
                    <a:pt x="370669" y="778633"/>
                  </a:lnTo>
                  <a:lnTo>
                    <a:pt x="496323" y="778633"/>
                  </a:lnTo>
                  <a:lnTo>
                    <a:pt x="725642" y="646229"/>
                  </a:lnTo>
                  <a:lnTo>
                    <a:pt x="741349" y="619025"/>
                  </a:lnTo>
                  <a:lnTo>
                    <a:pt x="741349" y="227288"/>
                  </a:lnTo>
                  <a:lnTo>
                    <a:pt x="740261" y="219092"/>
                  </a:lnTo>
                  <a:lnTo>
                    <a:pt x="737139" y="211582"/>
                  </a:lnTo>
                  <a:lnTo>
                    <a:pt x="732196" y="205125"/>
                  </a:lnTo>
                  <a:lnTo>
                    <a:pt x="725642" y="200085"/>
                  </a:lnTo>
                  <a:lnTo>
                    <a:pt x="496321" y="67691"/>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675" name="Google Shape;675;p15"/>
            <p:cNvSpPr/>
            <p:nvPr/>
          </p:nvSpPr>
          <p:spPr>
            <a:xfrm>
              <a:off x="18386847" y="2507703"/>
              <a:ext cx="339725" cy="588010"/>
            </a:xfrm>
            <a:custGeom>
              <a:rect b="b" l="l" r="r" t="t"/>
              <a:pathLst>
                <a:path extrusionOk="0" h="588010" w="339725">
                  <a:moveTo>
                    <a:pt x="0" y="0"/>
                  </a:moveTo>
                  <a:lnTo>
                    <a:pt x="0" y="391736"/>
                  </a:lnTo>
                  <a:lnTo>
                    <a:pt x="339256" y="587615"/>
                  </a:lnTo>
                  <a:lnTo>
                    <a:pt x="339256" y="195868"/>
                  </a:lnTo>
                  <a:lnTo>
                    <a:pt x="0"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676" name="Google Shape;676;p15"/>
            <p:cNvSpPr/>
            <p:nvPr/>
          </p:nvSpPr>
          <p:spPr>
            <a:xfrm>
              <a:off x="18355431" y="2476294"/>
              <a:ext cx="402590" cy="650875"/>
            </a:xfrm>
            <a:custGeom>
              <a:rect b="b" l="l" r="r" t="t"/>
              <a:pathLst>
                <a:path extrusionOk="0" h="650875" w="402590">
                  <a:moveTo>
                    <a:pt x="31412" y="0"/>
                  </a:moveTo>
                  <a:lnTo>
                    <a:pt x="1087" y="23215"/>
                  </a:lnTo>
                  <a:lnTo>
                    <a:pt x="0" y="31412"/>
                  </a:lnTo>
                  <a:lnTo>
                    <a:pt x="0" y="423149"/>
                  </a:lnTo>
                  <a:lnTo>
                    <a:pt x="359821" y="649037"/>
                  </a:lnTo>
                  <a:lnTo>
                    <a:pt x="365255" y="650430"/>
                  </a:lnTo>
                  <a:lnTo>
                    <a:pt x="376093" y="650430"/>
                  </a:lnTo>
                  <a:lnTo>
                    <a:pt x="402081" y="619017"/>
                  </a:lnTo>
                  <a:lnTo>
                    <a:pt x="402081" y="564611"/>
                  </a:lnTo>
                  <a:lnTo>
                    <a:pt x="339256" y="564611"/>
                  </a:lnTo>
                  <a:lnTo>
                    <a:pt x="62825" y="405013"/>
                  </a:lnTo>
                  <a:lnTo>
                    <a:pt x="62825" y="85819"/>
                  </a:lnTo>
                  <a:lnTo>
                    <a:pt x="188472" y="85819"/>
                  </a:lnTo>
                  <a:lnTo>
                    <a:pt x="47118" y="4209"/>
                  </a:lnTo>
                  <a:lnTo>
                    <a:pt x="39477" y="1052"/>
                  </a:lnTo>
                  <a:lnTo>
                    <a:pt x="31412" y="0"/>
                  </a:lnTo>
                  <a:close/>
                </a:path>
                <a:path extrusionOk="0" h="650875" w="402590">
                  <a:moveTo>
                    <a:pt x="188472" y="85819"/>
                  </a:moveTo>
                  <a:lnTo>
                    <a:pt x="62825" y="85819"/>
                  </a:lnTo>
                  <a:lnTo>
                    <a:pt x="339256" y="245416"/>
                  </a:lnTo>
                  <a:lnTo>
                    <a:pt x="339256" y="564611"/>
                  </a:lnTo>
                  <a:lnTo>
                    <a:pt x="402081" y="564611"/>
                  </a:lnTo>
                  <a:lnTo>
                    <a:pt x="402081" y="227281"/>
                  </a:lnTo>
                  <a:lnTo>
                    <a:pt x="400994" y="219084"/>
                  </a:lnTo>
                  <a:lnTo>
                    <a:pt x="397872" y="211574"/>
                  </a:lnTo>
                  <a:lnTo>
                    <a:pt x="392929" y="205117"/>
                  </a:lnTo>
                  <a:lnTo>
                    <a:pt x="386375" y="200077"/>
                  </a:lnTo>
                  <a:lnTo>
                    <a:pt x="188472" y="85819"/>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677" name="Google Shape;677;p15"/>
            <p:cNvSpPr/>
            <p:nvPr/>
          </p:nvSpPr>
          <p:spPr>
            <a:xfrm>
              <a:off x="18726105" y="2507707"/>
              <a:ext cx="339725" cy="588010"/>
            </a:xfrm>
            <a:custGeom>
              <a:rect b="b" l="l" r="r" t="t"/>
              <a:pathLst>
                <a:path extrusionOk="0" h="588010" w="339725">
                  <a:moveTo>
                    <a:pt x="339256" y="0"/>
                  </a:moveTo>
                  <a:lnTo>
                    <a:pt x="0" y="195868"/>
                  </a:lnTo>
                  <a:lnTo>
                    <a:pt x="0" y="587605"/>
                  </a:lnTo>
                  <a:lnTo>
                    <a:pt x="339256" y="391736"/>
                  </a:lnTo>
                  <a:lnTo>
                    <a:pt x="339256"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678" name="Google Shape;678;p15"/>
            <p:cNvSpPr/>
            <p:nvPr/>
          </p:nvSpPr>
          <p:spPr>
            <a:xfrm>
              <a:off x="18694692" y="2476293"/>
              <a:ext cx="402590" cy="650875"/>
            </a:xfrm>
            <a:custGeom>
              <a:rect b="b" l="l" r="r" t="t"/>
              <a:pathLst>
                <a:path extrusionOk="0" h="650875" w="402590">
                  <a:moveTo>
                    <a:pt x="370673" y="0"/>
                  </a:moveTo>
                  <a:lnTo>
                    <a:pt x="15706" y="200077"/>
                  </a:lnTo>
                  <a:lnTo>
                    <a:pt x="0" y="227281"/>
                  </a:lnTo>
                  <a:lnTo>
                    <a:pt x="0" y="619028"/>
                  </a:lnTo>
                  <a:lnTo>
                    <a:pt x="25988" y="650440"/>
                  </a:lnTo>
                  <a:lnTo>
                    <a:pt x="36836" y="650440"/>
                  </a:lnTo>
                  <a:lnTo>
                    <a:pt x="42260" y="649037"/>
                  </a:lnTo>
                  <a:lnTo>
                    <a:pt x="188484" y="564611"/>
                  </a:lnTo>
                  <a:lnTo>
                    <a:pt x="62825" y="564611"/>
                  </a:lnTo>
                  <a:lnTo>
                    <a:pt x="62825" y="245416"/>
                  </a:lnTo>
                  <a:lnTo>
                    <a:pt x="339256" y="85819"/>
                  </a:lnTo>
                  <a:lnTo>
                    <a:pt x="402081" y="85819"/>
                  </a:lnTo>
                  <a:lnTo>
                    <a:pt x="402081" y="31412"/>
                  </a:lnTo>
                  <a:lnTo>
                    <a:pt x="378738" y="1052"/>
                  </a:lnTo>
                  <a:lnTo>
                    <a:pt x="370673" y="0"/>
                  </a:lnTo>
                  <a:close/>
                </a:path>
                <a:path extrusionOk="0" h="650875" w="402590">
                  <a:moveTo>
                    <a:pt x="402081" y="85819"/>
                  </a:moveTo>
                  <a:lnTo>
                    <a:pt x="339256" y="85819"/>
                  </a:lnTo>
                  <a:lnTo>
                    <a:pt x="339256" y="405013"/>
                  </a:lnTo>
                  <a:lnTo>
                    <a:pt x="62825" y="564611"/>
                  </a:lnTo>
                  <a:lnTo>
                    <a:pt x="188484" y="564611"/>
                  </a:lnTo>
                  <a:lnTo>
                    <a:pt x="386375" y="450352"/>
                  </a:lnTo>
                  <a:lnTo>
                    <a:pt x="392929" y="445313"/>
                  </a:lnTo>
                  <a:lnTo>
                    <a:pt x="397872" y="438855"/>
                  </a:lnTo>
                  <a:lnTo>
                    <a:pt x="400994" y="431346"/>
                  </a:lnTo>
                  <a:lnTo>
                    <a:pt x="402081" y="423149"/>
                  </a:lnTo>
                  <a:lnTo>
                    <a:pt x="402081" y="85819"/>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grpSp>
      <p:pic>
        <p:nvPicPr>
          <p:cNvPr id="679" name="Google Shape;679;p15"/>
          <p:cNvPicPr preferRelativeResize="0"/>
          <p:nvPr/>
        </p:nvPicPr>
        <p:blipFill rotWithShape="1">
          <a:blip r:embed="rId2">
            <a:alphaModFix/>
          </a:blip>
          <a:srcRect b="0" l="0" r="0" t="0"/>
          <a:stretch/>
        </p:blipFill>
        <p:spPr>
          <a:xfrm>
            <a:off x="8439003" y="4352324"/>
            <a:ext cx="389777" cy="51479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4">
  <p:cSld name="Text 4">
    <p:spTree>
      <p:nvGrpSpPr>
        <p:cNvPr id="680" name="Shape 680"/>
        <p:cNvGrpSpPr/>
        <p:nvPr/>
      </p:nvGrpSpPr>
      <p:grpSpPr>
        <a:xfrm>
          <a:off x="0" y="0"/>
          <a:ext cx="0" cy="0"/>
          <a:chOff x="0" y="0"/>
          <a:chExt cx="0" cy="0"/>
        </a:xfrm>
      </p:grpSpPr>
      <p:sp>
        <p:nvSpPr>
          <p:cNvPr id="681" name="Google Shape;681;p16"/>
          <p:cNvSpPr txBox="1"/>
          <p:nvPr>
            <p:ph type="title"/>
          </p:nvPr>
        </p:nvSpPr>
        <p:spPr>
          <a:xfrm>
            <a:off x="452425" y="351725"/>
            <a:ext cx="7199928" cy="344700"/>
          </a:xfrm>
          <a:prstGeom prst="rect">
            <a:avLst/>
          </a:prstGeom>
          <a:noFill/>
          <a:ln>
            <a:noFill/>
          </a:ln>
        </p:spPr>
        <p:txBody>
          <a:bodyPr anchorCtr="0" anchor="t" bIns="0" lIns="0" spcFirstLastPara="1" rIns="0" wrap="square" tIns="0">
            <a:noAutofit/>
          </a:bodyPr>
          <a:lstStyle>
            <a:lvl1pPr lvl="0" marR="0" rtl="0" algn="l">
              <a:lnSpc>
                <a:spcPct val="80000"/>
              </a:lnSpc>
              <a:spcBef>
                <a:spcPts val="0"/>
              </a:spcBef>
              <a:spcAft>
                <a:spcPts val="0"/>
              </a:spcAft>
              <a:buClr>
                <a:srgbClr val="000000"/>
              </a:buClr>
              <a:buSzPts val="2800"/>
              <a:buFont typeface="Proxima Nova"/>
              <a:buNone/>
              <a:defRPr b="1" i="0" sz="2800" u="none" cap="none" strike="noStrike">
                <a:solidFill>
                  <a:srgbClr val="000000"/>
                </a:solidFill>
                <a:latin typeface="Proxima Nova"/>
                <a:ea typeface="Proxima Nova"/>
                <a:cs typeface="Proxima Nova"/>
                <a:sym typeface="Proxima Nova"/>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682" name="Google Shape;682;p16"/>
          <p:cNvSpPr txBox="1"/>
          <p:nvPr>
            <p:ph idx="1" type="body"/>
          </p:nvPr>
        </p:nvSpPr>
        <p:spPr>
          <a:xfrm>
            <a:off x="353570" y="1441625"/>
            <a:ext cx="6297300" cy="695700"/>
          </a:xfrm>
          <a:prstGeom prst="rect">
            <a:avLst/>
          </a:prstGeom>
          <a:noFill/>
          <a:ln>
            <a:noFill/>
          </a:ln>
        </p:spPr>
        <p:txBody>
          <a:bodyPr anchorCtr="0" anchor="t" bIns="0" lIns="0" spcFirstLastPara="1" rIns="0" wrap="square" tIns="0">
            <a:noAutofit/>
          </a:bodyPr>
          <a:lstStyle>
            <a:lvl1pPr indent="-228600" lvl="0" marL="457200" marR="0" rtl="0" algn="l">
              <a:lnSpc>
                <a:spcPct val="100000"/>
              </a:lnSpc>
              <a:spcBef>
                <a:spcPts val="0"/>
              </a:spcBef>
              <a:spcAft>
                <a:spcPts val="0"/>
              </a:spcAft>
              <a:buClr>
                <a:srgbClr val="000000"/>
              </a:buClr>
              <a:buSzPts val="1400"/>
              <a:buFont typeface="Arial"/>
              <a:buNone/>
              <a:defRPr b="1" i="0" sz="2000" u="none" cap="none" strike="noStrike">
                <a:solidFill>
                  <a:srgbClr val="000000"/>
                </a:solidFill>
                <a:latin typeface="Proxima Nova"/>
                <a:ea typeface="Proxima Nova"/>
                <a:cs typeface="Proxima Nova"/>
                <a:sym typeface="Proxima Nova"/>
              </a:defRPr>
            </a:lvl1pPr>
            <a:lvl2pPr indent="-317500" lvl="1" marL="914400" marR="0" rtl="0" algn="l">
              <a:lnSpc>
                <a:spcPct val="100000"/>
              </a:lnSpc>
              <a:spcBef>
                <a:spcPts val="0"/>
              </a:spcBef>
              <a:spcAft>
                <a:spcPts val="0"/>
              </a:spcAft>
              <a:buClr>
                <a:srgbClr val="000000"/>
              </a:buClr>
              <a:buSzPts val="1400"/>
              <a:buFont typeface="Proxima Nova"/>
              <a:buChar char="○"/>
              <a:defRPr b="0" i="0" sz="1400" u="none" cap="none" strike="noStrike">
                <a:solidFill>
                  <a:srgbClr val="000000"/>
                </a:solidFill>
                <a:latin typeface="Proxima Nova"/>
                <a:ea typeface="Proxima Nova"/>
                <a:cs typeface="Proxima Nova"/>
                <a:sym typeface="Proxima Nova"/>
              </a:defRPr>
            </a:lvl2pPr>
            <a:lvl3pPr indent="-317500" lvl="2" marL="1371600" marR="0" rtl="0" algn="l">
              <a:lnSpc>
                <a:spcPct val="100000"/>
              </a:lnSpc>
              <a:spcBef>
                <a:spcPts val="0"/>
              </a:spcBef>
              <a:spcAft>
                <a:spcPts val="0"/>
              </a:spcAft>
              <a:buClr>
                <a:srgbClr val="000000"/>
              </a:buClr>
              <a:buSzPts val="1400"/>
              <a:buFont typeface="Proxima Nova"/>
              <a:buChar char="■"/>
              <a:defRPr b="0" i="0" sz="1400" u="none" cap="none" strike="noStrike">
                <a:solidFill>
                  <a:srgbClr val="000000"/>
                </a:solidFill>
                <a:latin typeface="Proxima Nova"/>
                <a:ea typeface="Proxima Nova"/>
                <a:cs typeface="Proxima Nova"/>
                <a:sym typeface="Proxima Nova"/>
              </a:defRPr>
            </a:lvl3pPr>
            <a:lvl4pPr indent="-317500" lvl="3" marL="1828800" marR="0" rtl="0" algn="l">
              <a:lnSpc>
                <a:spcPct val="100000"/>
              </a:lnSpc>
              <a:spcBef>
                <a:spcPts val="0"/>
              </a:spcBef>
              <a:spcAft>
                <a:spcPts val="0"/>
              </a:spcAft>
              <a:buClr>
                <a:srgbClr val="000000"/>
              </a:buClr>
              <a:buSzPts val="1400"/>
              <a:buFont typeface="Proxima Nova"/>
              <a:buChar char="●"/>
              <a:defRPr b="0" i="0" sz="1400" u="none" cap="none" strike="noStrike">
                <a:solidFill>
                  <a:srgbClr val="000000"/>
                </a:solidFill>
                <a:latin typeface="Proxima Nova"/>
                <a:ea typeface="Proxima Nova"/>
                <a:cs typeface="Proxima Nova"/>
                <a:sym typeface="Proxima Nova"/>
              </a:defRPr>
            </a:lvl4pPr>
            <a:lvl5pPr indent="-317500" lvl="4" marL="2286000" marR="0" rtl="0" algn="l">
              <a:lnSpc>
                <a:spcPct val="100000"/>
              </a:lnSpc>
              <a:spcBef>
                <a:spcPts val="0"/>
              </a:spcBef>
              <a:spcAft>
                <a:spcPts val="0"/>
              </a:spcAft>
              <a:buClr>
                <a:srgbClr val="000000"/>
              </a:buClr>
              <a:buSzPts val="1400"/>
              <a:buFont typeface="Proxima Nova"/>
              <a:buChar char="○"/>
              <a:defRPr b="0" i="0" sz="1400" u="none" cap="none" strike="noStrike">
                <a:solidFill>
                  <a:srgbClr val="000000"/>
                </a:solidFill>
                <a:latin typeface="Proxima Nova"/>
                <a:ea typeface="Proxima Nova"/>
                <a:cs typeface="Proxima Nova"/>
                <a:sym typeface="Proxima Nova"/>
              </a:defRPr>
            </a:lvl5pPr>
            <a:lvl6pPr indent="-317500" lvl="5" marL="2743200" marR="0" rtl="0" algn="l">
              <a:lnSpc>
                <a:spcPct val="100000"/>
              </a:lnSpc>
              <a:spcBef>
                <a:spcPts val="0"/>
              </a:spcBef>
              <a:spcAft>
                <a:spcPts val="0"/>
              </a:spcAft>
              <a:buClr>
                <a:srgbClr val="000000"/>
              </a:buClr>
              <a:buSzPts val="1400"/>
              <a:buFont typeface="Proxima Nova"/>
              <a:buChar char="■"/>
              <a:defRPr b="0" i="0" sz="1400" u="none" cap="none" strike="noStrike">
                <a:solidFill>
                  <a:srgbClr val="000000"/>
                </a:solidFill>
                <a:latin typeface="Proxima Nova"/>
                <a:ea typeface="Proxima Nova"/>
                <a:cs typeface="Proxima Nova"/>
                <a:sym typeface="Proxima Nova"/>
              </a:defRPr>
            </a:lvl6pPr>
            <a:lvl7pPr indent="-317500" lvl="6" marL="3200400" marR="0" rtl="0" algn="l">
              <a:lnSpc>
                <a:spcPct val="100000"/>
              </a:lnSpc>
              <a:spcBef>
                <a:spcPts val="0"/>
              </a:spcBef>
              <a:spcAft>
                <a:spcPts val="0"/>
              </a:spcAft>
              <a:buClr>
                <a:srgbClr val="000000"/>
              </a:buClr>
              <a:buSzPts val="1400"/>
              <a:buFont typeface="Proxima Nova"/>
              <a:buChar char="●"/>
              <a:defRPr b="0" i="0" sz="1400" u="none" cap="none" strike="noStrike">
                <a:solidFill>
                  <a:srgbClr val="000000"/>
                </a:solidFill>
                <a:latin typeface="Proxima Nova"/>
                <a:ea typeface="Proxima Nova"/>
                <a:cs typeface="Proxima Nova"/>
                <a:sym typeface="Proxima Nova"/>
              </a:defRPr>
            </a:lvl7pPr>
            <a:lvl8pPr indent="-317500" lvl="7" marL="3657600" marR="0" rtl="0" algn="l">
              <a:lnSpc>
                <a:spcPct val="100000"/>
              </a:lnSpc>
              <a:spcBef>
                <a:spcPts val="0"/>
              </a:spcBef>
              <a:spcAft>
                <a:spcPts val="0"/>
              </a:spcAft>
              <a:buClr>
                <a:srgbClr val="000000"/>
              </a:buClr>
              <a:buSzPts val="1400"/>
              <a:buFont typeface="Proxima Nova"/>
              <a:buChar char="○"/>
              <a:defRPr b="0" i="0" sz="1400" u="none" cap="none" strike="noStrike">
                <a:solidFill>
                  <a:srgbClr val="000000"/>
                </a:solidFill>
                <a:latin typeface="Proxima Nova"/>
                <a:ea typeface="Proxima Nova"/>
                <a:cs typeface="Proxima Nova"/>
                <a:sym typeface="Proxima Nova"/>
              </a:defRPr>
            </a:lvl8pPr>
            <a:lvl9pPr indent="-317500" lvl="8" marL="4114800" marR="0" rtl="0" algn="l">
              <a:lnSpc>
                <a:spcPct val="100000"/>
              </a:lnSpc>
              <a:spcBef>
                <a:spcPts val="0"/>
              </a:spcBef>
              <a:spcAft>
                <a:spcPts val="0"/>
              </a:spcAft>
              <a:buClr>
                <a:srgbClr val="000000"/>
              </a:buClr>
              <a:buSzPts val="1400"/>
              <a:buFont typeface="Proxima Nova"/>
              <a:buChar char="■"/>
              <a:defRPr b="0" i="0" sz="1400" u="none" cap="none" strike="noStrike">
                <a:solidFill>
                  <a:srgbClr val="000000"/>
                </a:solidFill>
                <a:latin typeface="Proxima Nova"/>
                <a:ea typeface="Proxima Nova"/>
                <a:cs typeface="Proxima Nova"/>
                <a:sym typeface="Proxima Nova"/>
              </a:defRPr>
            </a:lvl9pPr>
          </a:lstStyle>
          <a:p/>
        </p:txBody>
      </p:sp>
      <p:sp>
        <p:nvSpPr>
          <p:cNvPr id="683" name="Google Shape;683;p16"/>
          <p:cNvSpPr/>
          <p:nvPr/>
        </p:nvSpPr>
        <p:spPr>
          <a:xfrm>
            <a:off x="452437" y="728934"/>
            <a:ext cx="571782" cy="76276"/>
          </a:xfrm>
          <a:custGeom>
            <a:rect b="b" l="l" r="r" t="t"/>
            <a:pathLst>
              <a:path extrusionOk="0" h="167639" w="1256664">
                <a:moveTo>
                  <a:pt x="1256506" y="0"/>
                </a:moveTo>
                <a:lnTo>
                  <a:pt x="0" y="0"/>
                </a:lnTo>
                <a:lnTo>
                  <a:pt x="0" y="167534"/>
                </a:lnTo>
                <a:lnTo>
                  <a:pt x="1256506" y="167534"/>
                </a:lnTo>
                <a:lnTo>
                  <a:pt x="1256506" y="0"/>
                </a:lnTo>
                <a:close/>
              </a:path>
            </a:pathLst>
          </a:custGeom>
          <a:solidFill>
            <a:schemeClr val="accent1"/>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chemeClr val="dk1"/>
              </a:solidFill>
              <a:latin typeface="Calibri"/>
              <a:ea typeface="Calibri"/>
              <a:cs typeface="Calibri"/>
              <a:sym typeface="Calibri"/>
            </a:endParaRPr>
          </a:p>
        </p:txBody>
      </p:sp>
      <p:grpSp>
        <p:nvGrpSpPr>
          <p:cNvPr id="684" name="Google Shape;684;p16"/>
          <p:cNvGrpSpPr/>
          <p:nvPr/>
        </p:nvGrpSpPr>
        <p:grpSpPr>
          <a:xfrm flipH="1">
            <a:off x="8045134" y="510037"/>
            <a:ext cx="242955" cy="278663"/>
            <a:chOff x="18292080" y="1008720"/>
            <a:chExt cx="741846" cy="846743"/>
          </a:xfrm>
        </p:grpSpPr>
        <p:sp>
          <p:nvSpPr>
            <p:cNvPr id="685" name="Google Shape;685;p16"/>
            <p:cNvSpPr/>
            <p:nvPr/>
          </p:nvSpPr>
          <p:spPr>
            <a:xfrm>
              <a:off x="18292080" y="1008720"/>
              <a:ext cx="741680" cy="846455"/>
            </a:xfrm>
            <a:custGeom>
              <a:rect b="b" l="l" r="r" t="t"/>
              <a:pathLst>
                <a:path extrusionOk="0" h="846455" w="741680">
                  <a:moveTo>
                    <a:pt x="370669" y="0"/>
                  </a:moveTo>
                  <a:lnTo>
                    <a:pt x="15706" y="200077"/>
                  </a:lnTo>
                  <a:lnTo>
                    <a:pt x="0" y="227281"/>
                  </a:lnTo>
                  <a:lnTo>
                    <a:pt x="0" y="619017"/>
                  </a:lnTo>
                  <a:lnTo>
                    <a:pt x="359821" y="844906"/>
                  </a:lnTo>
                  <a:lnTo>
                    <a:pt x="365245" y="846298"/>
                  </a:lnTo>
                  <a:lnTo>
                    <a:pt x="376093" y="846298"/>
                  </a:lnTo>
                  <a:lnTo>
                    <a:pt x="381517" y="844906"/>
                  </a:lnTo>
                  <a:lnTo>
                    <a:pt x="496331" y="778615"/>
                  </a:lnTo>
                  <a:lnTo>
                    <a:pt x="370669" y="778615"/>
                  </a:lnTo>
                  <a:lnTo>
                    <a:pt x="62825" y="600882"/>
                  </a:lnTo>
                  <a:lnTo>
                    <a:pt x="62825" y="245416"/>
                  </a:lnTo>
                  <a:lnTo>
                    <a:pt x="370669" y="67683"/>
                  </a:lnTo>
                  <a:lnTo>
                    <a:pt x="496317" y="67683"/>
                  </a:lnTo>
                  <a:lnTo>
                    <a:pt x="386375" y="4209"/>
                  </a:lnTo>
                  <a:lnTo>
                    <a:pt x="378734" y="1052"/>
                  </a:lnTo>
                  <a:lnTo>
                    <a:pt x="370669" y="0"/>
                  </a:lnTo>
                  <a:close/>
                </a:path>
                <a:path extrusionOk="0" h="846455" w="741680">
                  <a:moveTo>
                    <a:pt x="496317" y="67683"/>
                  </a:moveTo>
                  <a:lnTo>
                    <a:pt x="370669" y="67683"/>
                  </a:lnTo>
                  <a:lnTo>
                    <a:pt x="678513" y="245416"/>
                  </a:lnTo>
                  <a:lnTo>
                    <a:pt x="678513" y="600882"/>
                  </a:lnTo>
                  <a:lnTo>
                    <a:pt x="370669" y="778615"/>
                  </a:lnTo>
                  <a:lnTo>
                    <a:pt x="496331" y="778615"/>
                  </a:lnTo>
                  <a:lnTo>
                    <a:pt x="725632" y="646221"/>
                  </a:lnTo>
                  <a:lnTo>
                    <a:pt x="741338" y="619017"/>
                  </a:lnTo>
                  <a:lnTo>
                    <a:pt x="741338" y="227281"/>
                  </a:lnTo>
                  <a:lnTo>
                    <a:pt x="740251" y="219084"/>
                  </a:lnTo>
                  <a:lnTo>
                    <a:pt x="737129" y="211574"/>
                  </a:lnTo>
                  <a:lnTo>
                    <a:pt x="732185" y="205117"/>
                  </a:lnTo>
                  <a:lnTo>
                    <a:pt x="725632" y="200077"/>
                  </a:lnTo>
                  <a:lnTo>
                    <a:pt x="496317" y="67683"/>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686" name="Google Shape;686;p16"/>
            <p:cNvSpPr/>
            <p:nvPr/>
          </p:nvSpPr>
          <p:spPr>
            <a:xfrm>
              <a:off x="18323491" y="1235998"/>
              <a:ext cx="339725" cy="588010"/>
            </a:xfrm>
            <a:custGeom>
              <a:rect b="b" l="l" r="r" t="t"/>
              <a:pathLst>
                <a:path extrusionOk="0" h="588010" w="339725">
                  <a:moveTo>
                    <a:pt x="0" y="0"/>
                  </a:moveTo>
                  <a:lnTo>
                    <a:pt x="0" y="391736"/>
                  </a:lnTo>
                  <a:lnTo>
                    <a:pt x="339256" y="587615"/>
                  </a:lnTo>
                  <a:lnTo>
                    <a:pt x="339256" y="195868"/>
                  </a:lnTo>
                  <a:lnTo>
                    <a:pt x="0" y="0"/>
                  </a:lnTo>
                  <a:close/>
                </a:path>
              </a:pathLst>
            </a:custGeom>
            <a:solidFill>
              <a:schemeClr val="accent1"/>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687" name="Google Shape;687;p16"/>
            <p:cNvSpPr/>
            <p:nvPr/>
          </p:nvSpPr>
          <p:spPr>
            <a:xfrm>
              <a:off x="18292080" y="1204588"/>
              <a:ext cx="402590" cy="650875"/>
            </a:xfrm>
            <a:custGeom>
              <a:rect b="b" l="l" r="r" t="t"/>
              <a:pathLst>
                <a:path extrusionOk="0" h="650875" w="402590">
                  <a:moveTo>
                    <a:pt x="31412" y="0"/>
                  </a:moveTo>
                  <a:lnTo>
                    <a:pt x="1087" y="23215"/>
                  </a:lnTo>
                  <a:lnTo>
                    <a:pt x="0" y="31412"/>
                  </a:lnTo>
                  <a:lnTo>
                    <a:pt x="0" y="423149"/>
                  </a:lnTo>
                  <a:lnTo>
                    <a:pt x="359821" y="649037"/>
                  </a:lnTo>
                  <a:lnTo>
                    <a:pt x="365245" y="650430"/>
                  </a:lnTo>
                  <a:lnTo>
                    <a:pt x="376093" y="650430"/>
                  </a:lnTo>
                  <a:lnTo>
                    <a:pt x="402081" y="619017"/>
                  </a:lnTo>
                  <a:lnTo>
                    <a:pt x="402081" y="564611"/>
                  </a:lnTo>
                  <a:lnTo>
                    <a:pt x="339256" y="564611"/>
                  </a:lnTo>
                  <a:lnTo>
                    <a:pt x="62825" y="405013"/>
                  </a:lnTo>
                  <a:lnTo>
                    <a:pt x="62825" y="85819"/>
                  </a:lnTo>
                  <a:lnTo>
                    <a:pt x="188472" y="85819"/>
                  </a:lnTo>
                  <a:lnTo>
                    <a:pt x="47118" y="4209"/>
                  </a:lnTo>
                  <a:lnTo>
                    <a:pt x="39477" y="1052"/>
                  </a:lnTo>
                  <a:lnTo>
                    <a:pt x="31412" y="0"/>
                  </a:lnTo>
                  <a:close/>
                </a:path>
                <a:path extrusionOk="0" h="650875" w="402590">
                  <a:moveTo>
                    <a:pt x="188472" y="85819"/>
                  </a:moveTo>
                  <a:lnTo>
                    <a:pt x="62825" y="85819"/>
                  </a:lnTo>
                  <a:lnTo>
                    <a:pt x="339256" y="245416"/>
                  </a:lnTo>
                  <a:lnTo>
                    <a:pt x="339256" y="564611"/>
                  </a:lnTo>
                  <a:lnTo>
                    <a:pt x="402081" y="564611"/>
                  </a:lnTo>
                  <a:lnTo>
                    <a:pt x="402081" y="227281"/>
                  </a:lnTo>
                  <a:lnTo>
                    <a:pt x="400994" y="219084"/>
                  </a:lnTo>
                  <a:lnTo>
                    <a:pt x="397872" y="211574"/>
                  </a:lnTo>
                  <a:lnTo>
                    <a:pt x="392929" y="205117"/>
                  </a:lnTo>
                  <a:lnTo>
                    <a:pt x="386375" y="200077"/>
                  </a:lnTo>
                  <a:lnTo>
                    <a:pt x="188472" y="85819"/>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688" name="Google Shape;688;p16"/>
            <p:cNvSpPr/>
            <p:nvPr/>
          </p:nvSpPr>
          <p:spPr>
            <a:xfrm>
              <a:off x="18662748" y="1236001"/>
              <a:ext cx="339725" cy="588010"/>
            </a:xfrm>
            <a:custGeom>
              <a:rect b="b" l="l" r="r" t="t"/>
              <a:pathLst>
                <a:path extrusionOk="0" h="588010" w="339725">
                  <a:moveTo>
                    <a:pt x="339256" y="0"/>
                  </a:moveTo>
                  <a:lnTo>
                    <a:pt x="0" y="195868"/>
                  </a:lnTo>
                  <a:lnTo>
                    <a:pt x="0" y="587605"/>
                  </a:lnTo>
                  <a:lnTo>
                    <a:pt x="339256" y="391736"/>
                  </a:lnTo>
                  <a:lnTo>
                    <a:pt x="339256"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689" name="Google Shape;689;p16"/>
            <p:cNvSpPr/>
            <p:nvPr/>
          </p:nvSpPr>
          <p:spPr>
            <a:xfrm>
              <a:off x="18631336" y="1204582"/>
              <a:ext cx="402590" cy="650875"/>
            </a:xfrm>
            <a:custGeom>
              <a:rect b="b" l="l" r="r" t="t"/>
              <a:pathLst>
                <a:path extrusionOk="0" h="650875" w="402590">
                  <a:moveTo>
                    <a:pt x="370669" y="0"/>
                  </a:moveTo>
                  <a:lnTo>
                    <a:pt x="15706" y="200081"/>
                  </a:lnTo>
                  <a:lnTo>
                    <a:pt x="0" y="227284"/>
                  </a:lnTo>
                  <a:lnTo>
                    <a:pt x="0" y="619032"/>
                  </a:lnTo>
                  <a:lnTo>
                    <a:pt x="25988" y="650444"/>
                  </a:lnTo>
                  <a:lnTo>
                    <a:pt x="36836" y="650444"/>
                  </a:lnTo>
                  <a:lnTo>
                    <a:pt x="42260" y="649041"/>
                  </a:lnTo>
                  <a:lnTo>
                    <a:pt x="188484" y="564615"/>
                  </a:lnTo>
                  <a:lnTo>
                    <a:pt x="62825" y="564615"/>
                  </a:lnTo>
                  <a:lnTo>
                    <a:pt x="62825" y="245420"/>
                  </a:lnTo>
                  <a:lnTo>
                    <a:pt x="339256" y="85823"/>
                  </a:lnTo>
                  <a:lnTo>
                    <a:pt x="402081" y="85823"/>
                  </a:lnTo>
                  <a:lnTo>
                    <a:pt x="402081" y="31416"/>
                  </a:lnTo>
                  <a:lnTo>
                    <a:pt x="378712" y="1051"/>
                  </a:lnTo>
                  <a:lnTo>
                    <a:pt x="370669" y="0"/>
                  </a:lnTo>
                  <a:close/>
                </a:path>
                <a:path extrusionOk="0" h="650875" w="402590">
                  <a:moveTo>
                    <a:pt x="402081" y="85823"/>
                  </a:moveTo>
                  <a:lnTo>
                    <a:pt x="339256" y="85823"/>
                  </a:lnTo>
                  <a:lnTo>
                    <a:pt x="339256" y="405017"/>
                  </a:lnTo>
                  <a:lnTo>
                    <a:pt x="62825" y="564615"/>
                  </a:lnTo>
                  <a:lnTo>
                    <a:pt x="188484" y="564615"/>
                  </a:lnTo>
                  <a:lnTo>
                    <a:pt x="386375" y="450356"/>
                  </a:lnTo>
                  <a:lnTo>
                    <a:pt x="392929" y="445316"/>
                  </a:lnTo>
                  <a:lnTo>
                    <a:pt x="397872" y="438859"/>
                  </a:lnTo>
                  <a:lnTo>
                    <a:pt x="400994" y="431350"/>
                  </a:lnTo>
                  <a:lnTo>
                    <a:pt x="402081" y="423153"/>
                  </a:lnTo>
                  <a:lnTo>
                    <a:pt x="402081" y="85823"/>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grpSp>
      <p:grpSp>
        <p:nvGrpSpPr>
          <p:cNvPr id="690" name="Google Shape;690;p16"/>
          <p:cNvGrpSpPr/>
          <p:nvPr/>
        </p:nvGrpSpPr>
        <p:grpSpPr>
          <a:xfrm flipH="1">
            <a:off x="8417841" y="303764"/>
            <a:ext cx="465059" cy="407604"/>
            <a:chOff x="15817545" y="812840"/>
            <a:chExt cx="1420027" cy="1238541"/>
          </a:xfrm>
        </p:grpSpPr>
        <p:sp>
          <p:nvSpPr>
            <p:cNvPr id="691" name="Google Shape;691;p16"/>
            <p:cNvSpPr/>
            <p:nvPr/>
          </p:nvSpPr>
          <p:spPr>
            <a:xfrm>
              <a:off x="15817545" y="812840"/>
              <a:ext cx="1419859" cy="846455"/>
            </a:xfrm>
            <a:custGeom>
              <a:rect b="b" l="l" r="r" t="t"/>
              <a:pathLst>
                <a:path extrusionOk="0" h="846455" w="1419859">
                  <a:moveTo>
                    <a:pt x="1049182" y="0"/>
                  </a:moveTo>
                  <a:lnTo>
                    <a:pt x="15706" y="591824"/>
                  </a:lnTo>
                  <a:lnTo>
                    <a:pt x="0" y="619028"/>
                  </a:lnTo>
                  <a:lnTo>
                    <a:pt x="1087" y="627225"/>
                  </a:lnTo>
                  <a:lnTo>
                    <a:pt x="359821" y="844916"/>
                  </a:lnTo>
                  <a:lnTo>
                    <a:pt x="365245" y="846319"/>
                  </a:lnTo>
                  <a:lnTo>
                    <a:pt x="376093" y="846319"/>
                  </a:lnTo>
                  <a:lnTo>
                    <a:pt x="381517" y="844916"/>
                  </a:lnTo>
                  <a:lnTo>
                    <a:pt x="496335" y="778625"/>
                  </a:lnTo>
                  <a:lnTo>
                    <a:pt x="370669" y="778625"/>
                  </a:lnTo>
                  <a:lnTo>
                    <a:pt x="94237" y="619028"/>
                  </a:lnTo>
                  <a:lnTo>
                    <a:pt x="1049182" y="67683"/>
                  </a:lnTo>
                  <a:lnTo>
                    <a:pt x="1174830" y="67683"/>
                  </a:lnTo>
                  <a:lnTo>
                    <a:pt x="1064889" y="4209"/>
                  </a:lnTo>
                  <a:lnTo>
                    <a:pt x="1057247" y="1052"/>
                  </a:lnTo>
                  <a:lnTo>
                    <a:pt x="1049182" y="0"/>
                  </a:lnTo>
                  <a:close/>
                </a:path>
                <a:path extrusionOk="0" h="846455" w="1419859">
                  <a:moveTo>
                    <a:pt x="1174830" y="67683"/>
                  </a:moveTo>
                  <a:lnTo>
                    <a:pt x="1049182" y="67683"/>
                  </a:lnTo>
                  <a:lnTo>
                    <a:pt x="1325614" y="227281"/>
                  </a:lnTo>
                  <a:lnTo>
                    <a:pt x="370669" y="778625"/>
                  </a:lnTo>
                  <a:lnTo>
                    <a:pt x="496335" y="778625"/>
                  </a:lnTo>
                  <a:lnTo>
                    <a:pt x="1404145" y="254494"/>
                  </a:lnTo>
                  <a:lnTo>
                    <a:pt x="1410699" y="249449"/>
                  </a:lnTo>
                  <a:lnTo>
                    <a:pt x="1415642" y="242988"/>
                  </a:lnTo>
                  <a:lnTo>
                    <a:pt x="1418764" y="235477"/>
                  </a:lnTo>
                  <a:lnTo>
                    <a:pt x="1419852" y="227281"/>
                  </a:lnTo>
                  <a:lnTo>
                    <a:pt x="1418764" y="219088"/>
                  </a:lnTo>
                  <a:lnTo>
                    <a:pt x="1415642" y="211578"/>
                  </a:lnTo>
                  <a:lnTo>
                    <a:pt x="1410699" y="205118"/>
                  </a:lnTo>
                  <a:lnTo>
                    <a:pt x="1404145" y="200077"/>
                  </a:lnTo>
                  <a:lnTo>
                    <a:pt x="1174830" y="67683"/>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692" name="Google Shape;692;p16"/>
            <p:cNvSpPr/>
            <p:nvPr/>
          </p:nvSpPr>
          <p:spPr>
            <a:xfrm>
              <a:off x="16188216" y="1040125"/>
              <a:ext cx="1017905" cy="979805"/>
            </a:xfrm>
            <a:custGeom>
              <a:rect b="b" l="l" r="r" t="t"/>
              <a:pathLst>
                <a:path extrusionOk="0" h="979805" w="1017905">
                  <a:moveTo>
                    <a:pt x="1017770" y="0"/>
                  </a:moveTo>
                  <a:lnTo>
                    <a:pt x="0" y="587615"/>
                  </a:lnTo>
                  <a:lnTo>
                    <a:pt x="0" y="979352"/>
                  </a:lnTo>
                  <a:lnTo>
                    <a:pt x="1017770" y="391747"/>
                  </a:lnTo>
                  <a:lnTo>
                    <a:pt x="1017770" y="0"/>
                  </a:lnTo>
                  <a:close/>
                </a:path>
              </a:pathLst>
            </a:custGeom>
            <a:solidFill>
              <a:schemeClr val="accent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693" name="Google Shape;693;p16"/>
            <p:cNvSpPr/>
            <p:nvPr/>
          </p:nvSpPr>
          <p:spPr>
            <a:xfrm>
              <a:off x="16156803" y="1008712"/>
              <a:ext cx="1080769" cy="1042669"/>
            </a:xfrm>
            <a:custGeom>
              <a:rect b="b" l="l" r="r" t="t"/>
              <a:pathLst>
                <a:path extrusionOk="0" h="1042669" w="1080769">
                  <a:moveTo>
                    <a:pt x="1049182" y="0"/>
                  </a:moveTo>
                  <a:lnTo>
                    <a:pt x="15706" y="591824"/>
                  </a:lnTo>
                  <a:lnTo>
                    <a:pt x="0" y="619028"/>
                  </a:lnTo>
                  <a:lnTo>
                    <a:pt x="0" y="1010765"/>
                  </a:lnTo>
                  <a:lnTo>
                    <a:pt x="25988" y="1042177"/>
                  </a:lnTo>
                  <a:lnTo>
                    <a:pt x="36836" y="1042177"/>
                  </a:lnTo>
                  <a:lnTo>
                    <a:pt x="42260" y="1040774"/>
                  </a:lnTo>
                  <a:lnTo>
                    <a:pt x="188474" y="956358"/>
                  </a:lnTo>
                  <a:lnTo>
                    <a:pt x="62825" y="956358"/>
                  </a:lnTo>
                  <a:lnTo>
                    <a:pt x="62825" y="637163"/>
                  </a:lnTo>
                  <a:lnTo>
                    <a:pt x="1017770" y="85819"/>
                  </a:lnTo>
                  <a:lnTo>
                    <a:pt x="1080595" y="85819"/>
                  </a:lnTo>
                  <a:lnTo>
                    <a:pt x="1080595" y="31412"/>
                  </a:lnTo>
                  <a:lnTo>
                    <a:pt x="1057247" y="1052"/>
                  </a:lnTo>
                  <a:lnTo>
                    <a:pt x="1049182" y="0"/>
                  </a:lnTo>
                  <a:close/>
                </a:path>
                <a:path extrusionOk="0" h="1042669" w="1080769">
                  <a:moveTo>
                    <a:pt x="1080595" y="85819"/>
                  </a:moveTo>
                  <a:lnTo>
                    <a:pt x="1017770" y="85819"/>
                  </a:lnTo>
                  <a:lnTo>
                    <a:pt x="1017770" y="405024"/>
                  </a:lnTo>
                  <a:lnTo>
                    <a:pt x="62825" y="956358"/>
                  </a:lnTo>
                  <a:lnTo>
                    <a:pt x="188474" y="956358"/>
                  </a:lnTo>
                  <a:lnTo>
                    <a:pt x="1064889" y="450363"/>
                  </a:lnTo>
                  <a:lnTo>
                    <a:pt x="1071442" y="445322"/>
                  </a:lnTo>
                  <a:lnTo>
                    <a:pt x="1076386" y="438862"/>
                  </a:lnTo>
                  <a:lnTo>
                    <a:pt x="1079507" y="431352"/>
                  </a:lnTo>
                  <a:lnTo>
                    <a:pt x="1080595" y="423159"/>
                  </a:lnTo>
                  <a:lnTo>
                    <a:pt x="1080595" y="85819"/>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694" name="Google Shape;694;p16"/>
            <p:cNvSpPr/>
            <p:nvPr/>
          </p:nvSpPr>
          <p:spPr>
            <a:xfrm>
              <a:off x="15848959" y="1431868"/>
              <a:ext cx="339725" cy="588010"/>
            </a:xfrm>
            <a:custGeom>
              <a:rect b="b" l="l" r="r" t="t"/>
              <a:pathLst>
                <a:path extrusionOk="0" h="588010" w="339725">
                  <a:moveTo>
                    <a:pt x="0" y="0"/>
                  </a:moveTo>
                  <a:lnTo>
                    <a:pt x="0" y="391747"/>
                  </a:lnTo>
                  <a:lnTo>
                    <a:pt x="339256" y="587615"/>
                  </a:lnTo>
                  <a:lnTo>
                    <a:pt x="339256" y="195868"/>
                  </a:lnTo>
                  <a:lnTo>
                    <a:pt x="0"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695" name="Google Shape;695;p16"/>
            <p:cNvSpPr/>
            <p:nvPr/>
          </p:nvSpPr>
          <p:spPr>
            <a:xfrm>
              <a:off x="15817545" y="1400451"/>
              <a:ext cx="402590" cy="650875"/>
            </a:xfrm>
            <a:custGeom>
              <a:rect b="b" l="l" r="r" t="t"/>
              <a:pathLst>
                <a:path extrusionOk="0" h="650875" w="402590">
                  <a:moveTo>
                    <a:pt x="31412" y="0"/>
                  </a:moveTo>
                  <a:lnTo>
                    <a:pt x="1087" y="23220"/>
                  </a:lnTo>
                  <a:lnTo>
                    <a:pt x="0" y="31412"/>
                  </a:lnTo>
                  <a:lnTo>
                    <a:pt x="0" y="423159"/>
                  </a:lnTo>
                  <a:lnTo>
                    <a:pt x="359821" y="649037"/>
                  </a:lnTo>
                  <a:lnTo>
                    <a:pt x="365245" y="650440"/>
                  </a:lnTo>
                  <a:lnTo>
                    <a:pt x="376093" y="650440"/>
                  </a:lnTo>
                  <a:lnTo>
                    <a:pt x="402081" y="619028"/>
                  </a:lnTo>
                  <a:lnTo>
                    <a:pt x="402081" y="564621"/>
                  </a:lnTo>
                  <a:lnTo>
                    <a:pt x="339256" y="564621"/>
                  </a:lnTo>
                  <a:lnTo>
                    <a:pt x="62825" y="405024"/>
                  </a:lnTo>
                  <a:lnTo>
                    <a:pt x="62825" y="85829"/>
                  </a:lnTo>
                  <a:lnTo>
                    <a:pt x="188483" y="85829"/>
                  </a:lnTo>
                  <a:lnTo>
                    <a:pt x="47118" y="4209"/>
                  </a:lnTo>
                  <a:lnTo>
                    <a:pt x="39477" y="1052"/>
                  </a:lnTo>
                  <a:lnTo>
                    <a:pt x="31412" y="0"/>
                  </a:lnTo>
                  <a:close/>
                </a:path>
                <a:path extrusionOk="0" h="650875" w="402590">
                  <a:moveTo>
                    <a:pt x="188483" y="85829"/>
                  </a:moveTo>
                  <a:lnTo>
                    <a:pt x="62825" y="85829"/>
                  </a:lnTo>
                  <a:lnTo>
                    <a:pt x="339256" y="245427"/>
                  </a:lnTo>
                  <a:lnTo>
                    <a:pt x="339256" y="564621"/>
                  </a:lnTo>
                  <a:lnTo>
                    <a:pt x="402081" y="564621"/>
                  </a:lnTo>
                  <a:lnTo>
                    <a:pt x="402081" y="227291"/>
                  </a:lnTo>
                  <a:lnTo>
                    <a:pt x="400994" y="219094"/>
                  </a:lnTo>
                  <a:lnTo>
                    <a:pt x="397872" y="211585"/>
                  </a:lnTo>
                  <a:lnTo>
                    <a:pt x="392929" y="205127"/>
                  </a:lnTo>
                  <a:lnTo>
                    <a:pt x="386375" y="200088"/>
                  </a:lnTo>
                  <a:lnTo>
                    <a:pt x="188483" y="85829"/>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grpSp>
      <p:grpSp>
        <p:nvGrpSpPr>
          <p:cNvPr id="696" name="Google Shape;696;p16"/>
          <p:cNvGrpSpPr/>
          <p:nvPr/>
        </p:nvGrpSpPr>
        <p:grpSpPr>
          <a:xfrm flipH="1">
            <a:off x="8230309" y="788683"/>
            <a:ext cx="465060" cy="407491"/>
            <a:chOff x="17674542" y="2138203"/>
            <a:chExt cx="1420032" cy="1238197"/>
          </a:xfrm>
        </p:grpSpPr>
        <p:sp>
          <p:nvSpPr>
            <p:cNvPr id="697" name="Google Shape;697;p16"/>
            <p:cNvSpPr/>
            <p:nvPr/>
          </p:nvSpPr>
          <p:spPr>
            <a:xfrm>
              <a:off x="17674542" y="2138203"/>
              <a:ext cx="402590" cy="650875"/>
            </a:xfrm>
            <a:custGeom>
              <a:rect b="b" l="l" r="r" t="t"/>
              <a:pathLst>
                <a:path extrusionOk="0" h="650875" w="402590">
                  <a:moveTo>
                    <a:pt x="370675" y="0"/>
                  </a:moveTo>
                  <a:lnTo>
                    <a:pt x="15706" y="200088"/>
                  </a:lnTo>
                  <a:lnTo>
                    <a:pt x="0" y="227291"/>
                  </a:lnTo>
                  <a:lnTo>
                    <a:pt x="0" y="619038"/>
                  </a:lnTo>
                  <a:lnTo>
                    <a:pt x="25988" y="650451"/>
                  </a:lnTo>
                  <a:lnTo>
                    <a:pt x="36836" y="650451"/>
                  </a:lnTo>
                  <a:lnTo>
                    <a:pt x="42260" y="649048"/>
                  </a:lnTo>
                  <a:lnTo>
                    <a:pt x="188488" y="564621"/>
                  </a:lnTo>
                  <a:lnTo>
                    <a:pt x="62825" y="564621"/>
                  </a:lnTo>
                  <a:lnTo>
                    <a:pt x="62825" y="245427"/>
                  </a:lnTo>
                  <a:lnTo>
                    <a:pt x="339267" y="85829"/>
                  </a:lnTo>
                  <a:lnTo>
                    <a:pt x="402092" y="85829"/>
                  </a:lnTo>
                  <a:lnTo>
                    <a:pt x="402092" y="31423"/>
                  </a:lnTo>
                  <a:lnTo>
                    <a:pt x="378740" y="1052"/>
                  </a:lnTo>
                  <a:lnTo>
                    <a:pt x="370675" y="0"/>
                  </a:lnTo>
                  <a:close/>
                </a:path>
                <a:path extrusionOk="0" h="650875" w="402590">
                  <a:moveTo>
                    <a:pt x="402092" y="85829"/>
                  </a:moveTo>
                  <a:lnTo>
                    <a:pt x="339267" y="85829"/>
                  </a:lnTo>
                  <a:lnTo>
                    <a:pt x="339267" y="405024"/>
                  </a:lnTo>
                  <a:lnTo>
                    <a:pt x="62825" y="564621"/>
                  </a:lnTo>
                  <a:lnTo>
                    <a:pt x="188488" y="564621"/>
                  </a:lnTo>
                  <a:lnTo>
                    <a:pt x="386386" y="450363"/>
                  </a:lnTo>
                  <a:lnTo>
                    <a:pt x="392939" y="445323"/>
                  </a:lnTo>
                  <a:lnTo>
                    <a:pt x="397883" y="438866"/>
                  </a:lnTo>
                  <a:lnTo>
                    <a:pt x="401004" y="431356"/>
                  </a:lnTo>
                  <a:lnTo>
                    <a:pt x="402092" y="423159"/>
                  </a:lnTo>
                  <a:lnTo>
                    <a:pt x="402092" y="85829"/>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698" name="Google Shape;698;p16"/>
            <p:cNvSpPr/>
            <p:nvPr/>
          </p:nvSpPr>
          <p:spPr>
            <a:xfrm>
              <a:off x="18045217" y="2169622"/>
              <a:ext cx="1017905" cy="979805"/>
            </a:xfrm>
            <a:custGeom>
              <a:rect b="b" l="l" r="r" t="t"/>
              <a:pathLst>
                <a:path extrusionOk="0" h="979805" w="1017905">
                  <a:moveTo>
                    <a:pt x="0" y="0"/>
                  </a:moveTo>
                  <a:lnTo>
                    <a:pt x="0" y="391736"/>
                  </a:lnTo>
                  <a:lnTo>
                    <a:pt x="1017770" y="979352"/>
                  </a:lnTo>
                  <a:lnTo>
                    <a:pt x="1017770" y="587615"/>
                  </a:lnTo>
                  <a:lnTo>
                    <a:pt x="0" y="0"/>
                  </a:lnTo>
                  <a:close/>
                </a:path>
              </a:pathLst>
            </a:custGeom>
            <a:solidFill>
              <a:schemeClr val="accent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699" name="Google Shape;699;p16"/>
            <p:cNvSpPr/>
            <p:nvPr/>
          </p:nvSpPr>
          <p:spPr>
            <a:xfrm>
              <a:off x="18013805" y="2138204"/>
              <a:ext cx="1080769" cy="1042669"/>
            </a:xfrm>
            <a:custGeom>
              <a:rect b="b" l="l" r="r" t="t"/>
              <a:pathLst>
                <a:path extrusionOk="0" h="1042669" w="1080769">
                  <a:moveTo>
                    <a:pt x="31412" y="0"/>
                  </a:moveTo>
                  <a:lnTo>
                    <a:pt x="1087" y="23220"/>
                  </a:lnTo>
                  <a:lnTo>
                    <a:pt x="0" y="31412"/>
                  </a:lnTo>
                  <a:lnTo>
                    <a:pt x="0" y="423159"/>
                  </a:lnTo>
                  <a:lnTo>
                    <a:pt x="1038334" y="1040785"/>
                  </a:lnTo>
                  <a:lnTo>
                    <a:pt x="1043758" y="1042188"/>
                  </a:lnTo>
                  <a:lnTo>
                    <a:pt x="1054606" y="1042188"/>
                  </a:lnTo>
                  <a:lnTo>
                    <a:pt x="1080595" y="1010775"/>
                  </a:lnTo>
                  <a:lnTo>
                    <a:pt x="1080595" y="956358"/>
                  </a:lnTo>
                  <a:lnTo>
                    <a:pt x="1017770" y="956358"/>
                  </a:lnTo>
                  <a:lnTo>
                    <a:pt x="62825" y="405024"/>
                  </a:lnTo>
                  <a:lnTo>
                    <a:pt x="62825" y="85829"/>
                  </a:lnTo>
                  <a:lnTo>
                    <a:pt x="188488" y="85829"/>
                  </a:lnTo>
                  <a:lnTo>
                    <a:pt x="47118" y="4209"/>
                  </a:lnTo>
                  <a:lnTo>
                    <a:pt x="39477" y="1052"/>
                  </a:lnTo>
                  <a:lnTo>
                    <a:pt x="31412" y="0"/>
                  </a:lnTo>
                  <a:close/>
                </a:path>
                <a:path extrusionOk="0" h="1042669" w="1080769">
                  <a:moveTo>
                    <a:pt x="188488" y="85829"/>
                  </a:moveTo>
                  <a:lnTo>
                    <a:pt x="62825" y="85829"/>
                  </a:lnTo>
                  <a:lnTo>
                    <a:pt x="1017770" y="637163"/>
                  </a:lnTo>
                  <a:lnTo>
                    <a:pt x="1017770" y="956358"/>
                  </a:lnTo>
                  <a:lnTo>
                    <a:pt x="1080595" y="956358"/>
                  </a:lnTo>
                  <a:lnTo>
                    <a:pt x="1080595" y="619028"/>
                  </a:lnTo>
                  <a:lnTo>
                    <a:pt x="1079507" y="610831"/>
                  </a:lnTo>
                  <a:lnTo>
                    <a:pt x="1076386" y="603321"/>
                  </a:lnTo>
                  <a:lnTo>
                    <a:pt x="1071442" y="596864"/>
                  </a:lnTo>
                  <a:lnTo>
                    <a:pt x="1064889" y="591824"/>
                  </a:lnTo>
                  <a:lnTo>
                    <a:pt x="188488" y="85829"/>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700" name="Google Shape;700;p16"/>
            <p:cNvSpPr/>
            <p:nvPr/>
          </p:nvSpPr>
          <p:spPr>
            <a:xfrm>
              <a:off x="17705952" y="2561359"/>
              <a:ext cx="1357630" cy="783589"/>
            </a:xfrm>
            <a:custGeom>
              <a:rect b="b" l="l" r="r" t="t"/>
              <a:pathLst>
                <a:path extrusionOk="0" h="783589" w="1357630">
                  <a:moveTo>
                    <a:pt x="339267" y="0"/>
                  </a:moveTo>
                  <a:lnTo>
                    <a:pt x="0" y="195878"/>
                  </a:lnTo>
                  <a:lnTo>
                    <a:pt x="1017780" y="783483"/>
                  </a:lnTo>
                  <a:lnTo>
                    <a:pt x="1357037" y="587615"/>
                  </a:lnTo>
                  <a:lnTo>
                    <a:pt x="339267"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701" name="Google Shape;701;p16"/>
            <p:cNvSpPr/>
            <p:nvPr/>
          </p:nvSpPr>
          <p:spPr>
            <a:xfrm>
              <a:off x="17674542" y="2529946"/>
              <a:ext cx="1419859" cy="846454"/>
            </a:xfrm>
            <a:custGeom>
              <a:rect b="b" l="l" r="r" t="t"/>
              <a:pathLst>
                <a:path extrusionOk="0" h="846454" w="1419859">
                  <a:moveTo>
                    <a:pt x="370675" y="0"/>
                  </a:moveTo>
                  <a:lnTo>
                    <a:pt x="15706" y="200088"/>
                  </a:lnTo>
                  <a:lnTo>
                    <a:pt x="0" y="227291"/>
                  </a:lnTo>
                  <a:lnTo>
                    <a:pt x="1087" y="235488"/>
                  </a:lnTo>
                  <a:lnTo>
                    <a:pt x="1038345" y="844906"/>
                  </a:lnTo>
                  <a:lnTo>
                    <a:pt x="1043769" y="846309"/>
                  </a:lnTo>
                  <a:lnTo>
                    <a:pt x="1054617" y="846309"/>
                  </a:lnTo>
                  <a:lnTo>
                    <a:pt x="1060041" y="844906"/>
                  </a:lnTo>
                  <a:lnTo>
                    <a:pt x="1174842" y="778625"/>
                  </a:lnTo>
                  <a:lnTo>
                    <a:pt x="1049193" y="778625"/>
                  </a:lnTo>
                  <a:lnTo>
                    <a:pt x="94237" y="227291"/>
                  </a:lnTo>
                  <a:lnTo>
                    <a:pt x="370679" y="67683"/>
                  </a:lnTo>
                  <a:lnTo>
                    <a:pt x="496326" y="67683"/>
                  </a:lnTo>
                  <a:lnTo>
                    <a:pt x="386386" y="4209"/>
                  </a:lnTo>
                  <a:lnTo>
                    <a:pt x="378740" y="1052"/>
                  </a:lnTo>
                  <a:lnTo>
                    <a:pt x="370675" y="0"/>
                  </a:lnTo>
                  <a:close/>
                </a:path>
                <a:path extrusionOk="0" h="846454" w="1419859">
                  <a:moveTo>
                    <a:pt x="496326" y="67683"/>
                  </a:moveTo>
                  <a:lnTo>
                    <a:pt x="370679" y="67683"/>
                  </a:lnTo>
                  <a:lnTo>
                    <a:pt x="1325624" y="619028"/>
                  </a:lnTo>
                  <a:lnTo>
                    <a:pt x="1049193" y="778625"/>
                  </a:lnTo>
                  <a:lnTo>
                    <a:pt x="1174842" y="778625"/>
                  </a:lnTo>
                  <a:lnTo>
                    <a:pt x="1404156" y="646231"/>
                  </a:lnTo>
                  <a:lnTo>
                    <a:pt x="1410709" y="641191"/>
                  </a:lnTo>
                  <a:lnTo>
                    <a:pt x="1415653" y="634734"/>
                  </a:lnTo>
                  <a:lnTo>
                    <a:pt x="1418774" y="627225"/>
                  </a:lnTo>
                  <a:lnTo>
                    <a:pt x="1419862" y="619028"/>
                  </a:lnTo>
                  <a:lnTo>
                    <a:pt x="1418774" y="610831"/>
                  </a:lnTo>
                  <a:lnTo>
                    <a:pt x="1415653" y="603321"/>
                  </a:lnTo>
                  <a:lnTo>
                    <a:pt x="1410709" y="596864"/>
                  </a:lnTo>
                  <a:lnTo>
                    <a:pt x="1404156" y="591824"/>
                  </a:lnTo>
                  <a:lnTo>
                    <a:pt x="496326" y="67683"/>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grpSp>
      <p:pic>
        <p:nvPicPr>
          <p:cNvPr id="702" name="Google Shape;702;p16"/>
          <p:cNvPicPr preferRelativeResize="0"/>
          <p:nvPr/>
        </p:nvPicPr>
        <p:blipFill rotWithShape="1">
          <a:blip r:embed="rId2">
            <a:alphaModFix/>
          </a:blip>
          <a:srcRect b="0" l="0" r="0" t="0"/>
          <a:stretch/>
        </p:blipFill>
        <p:spPr>
          <a:xfrm>
            <a:off x="8439003" y="4352324"/>
            <a:ext cx="389777" cy="51479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5">
  <p:cSld name="Text 5">
    <p:spTree>
      <p:nvGrpSpPr>
        <p:cNvPr id="703" name="Shape 703"/>
        <p:cNvGrpSpPr/>
        <p:nvPr/>
      </p:nvGrpSpPr>
      <p:grpSpPr>
        <a:xfrm>
          <a:off x="0" y="0"/>
          <a:ext cx="0" cy="0"/>
          <a:chOff x="0" y="0"/>
          <a:chExt cx="0" cy="0"/>
        </a:xfrm>
      </p:grpSpPr>
      <p:sp>
        <p:nvSpPr>
          <p:cNvPr id="704" name="Google Shape;704;p17"/>
          <p:cNvSpPr txBox="1"/>
          <p:nvPr>
            <p:ph idx="1" type="body"/>
          </p:nvPr>
        </p:nvSpPr>
        <p:spPr>
          <a:xfrm>
            <a:off x="452425" y="1383075"/>
            <a:ext cx="3725400" cy="2415000"/>
          </a:xfrm>
          <a:prstGeom prst="rect">
            <a:avLst/>
          </a:prstGeom>
          <a:noFill/>
          <a:ln>
            <a:noFill/>
          </a:ln>
        </p:spPr>
        <p:txBody>
          <a:bodyPr anchorCtr="0" anchor="t" bIns="0" lIns="0" spcFirstLastPara="1" rIns="0" wrap="square" tIns="0">
            <a:noAutofit/>
          </a:bodyPr>
          <a:lstStyle>
            <a:lvl1pPr indent="-317500" lvl="0" marL="457200" marR="0" rtl="0" algn="l">
              <a:lnSpc>
                <a:spcPct val="100000"/>
              </a:lnSpc>
              <a:spcBef>
                <a:spcPts val="0"/>
              </a:spcBef>
              <a:spcAft>
                <a:spcPts val="0"/>
              </a:spcAft>
              <a:buClr>
                <a:srgbClr val="000000"/>
              </a:buClr>
              <a:buSzPts val="1400"/>
              <a:buFont typeface="Proxima Nova"/>
              <a:buChar char="●"/>
              <a:defRPr b="0" i="0" sz="1400" u="none" cap="none" strike="noStrike">
                <a:solidFill>
                  <a:srgbClr val="000000"/>
                </a:solidFill>
                <a:latin typeface="Proxima Nova"/>
                <a:ea typeface="Proxima Nova"/>
                <a:cs typeface="Proxima Nova"/>
                <a:sym typeface="Proxima Nova"/>
              </a:defRPr>
            </a:lvl1pPr>
            <a:lvl2pPr indent="-317500" lvl="1" marL="914400" marR="0" rtl="0" algn="l">
              <a:lnSpc>
                <a:spcPct val="100000"/>
              </a:lnSpc>
              <a:spcBef>
                <a:spcPts val="0"/>
              </a:spcBef>
              <a:spcAft>
                <a:spcPts val="0"/>
              </a:spcAft>
              <a:buClr>
                <a:srgbClr val="000000"/>
              </a:buClr>
              <a:buSzPts val="1400"/>
              <a:buFont typeface="Proxima Nova"/>
              <a:buChar char="○"/>
              <a:defRPr b="0" i="0" sz="1400" u="none" cap="none" strike="noStrike">
                <a:solidFill>
                  <a:srgbClr val="000000"/>
                </a:solidFill>
                <a:latin typeface="Proxima Nova"/>
                <a:ea typeface="Proxima Nova"/>
                <a:cs typeface="Proxima Nova"/>
                <a:sym typeface="Proxima Nova"/>
              </a:defRPr>
            </a:lvl2pPr>
            <a:lvl3pPr indent="-317500" lvl="2" marL="1371600" marR="0" rtl="0" algn="l">
              <a:lnSpc>
                <a:spcPct val="100000"/>
              </a:lnSpc>
              <a:spcBef>
                <a:spcPts val="0"/>
              </a:spcBef>
              <a:spcAft>
                <a:spcPts val="0"/>
              </a:spcAft>
              <a:buClr>
                <a:srgbClr val="000000"/>
              </a:buClr>
              <a:buSzPts val="1400"/>
              <a:buFont typeface="Proxima Nova"/>
              <a:buChar char="■"/>
              <a:defRPr b="0" i="0" sz="1400" u="none" cap="none" strike="noStrike">
                <a:solidFill>
                  <a:srgbClr val="000000"/>
                </a:solidFill>
                <a:latin typeface="Proxima Nova"/>
                <a:ea typeface="Proxima Nova"/>
                <a:cs typeface="Proxima Nova"/>
                <a:sym typeface="Proxima Nova"/>
              </a:defRPr>
            </a:lvl3pPr>
            <a:lvl4pPr indent="-317500" lvl="3" marL="1828800" marR="0" rtl="0" algn="l">
              <a:lnSpc>
                <a:spcPct val="100000"/>
              </a:lnSpc>
              <a:spcBef>
                <a:spcPts val="0"/>
              </a:spcBef>
              <a:spcAft>
                <a:spcPts val="0"/>
              </a:spcAft>
              <a:buClr>
                <a:srgbClr val="000000"/>
              </a:buClr>
              <a:buSzPts val="1400"/>
              <a:buFont typeface="Proxima Nova"/>
              <a:buChar char="●"/>
              <a:defRPr b="0" i="0" sz="1400" u="none" cap="none" strike="noStrike">
                <a:solidFill>
                  <a:srgbClr val="000000"/>
                </a:solidFill>
                <a:latin typeface="Proxima Nova"/>
                <a:ea typeface="Proxima Nova"/>
                <a:cs typeface="Proxima Nova"/>
                <a:sym typeface="Proxima Nova"/>
              </a:defRPr>
            </a:lvl4pPr>
            <a:lvl5pPr indent="-317500" lvl="4" marL="2286000" marR="0" rtl="0" algn="l">
              <a:lnSpc>
                <a:spcPct val="100000"/>
              </a:lnSpc>
              <a:spcBef>
                <a:spcPts val="0"/>
              </a:spcBef>
              <a:spcAft>
                <a:spcPts val="0"/>
              </a:spcAft>
              <a:buClr>
                <a:srgbClr val="000000"/>
              </a:buClr>
              <a:buSzPts val="1400"/>
              <a:buFont typeface="Proxima Nova"/>
              <a:buChar char="○"/>
              <a:defRPr b="0" i="0" sz="1400" u="none" cap="none" strike="noStrike">
                <a:solidFill>
                  <a:srgbClr val="000000"/>
                </a:solidFill>
                <a:latin typeface="Proxima Nova"/>
                <a:ea typeface="Proxima Nova"/>
                <a:cs typeface="Proxima Nova"/>
                <a:sym typeface="Proxima Nova"/>
              </a:defRPr>
            </a:lvl5pPr>
            <a:lvl6pPr indent="-317500" lvl="5" marL="2743200" marR="0" rtl="0" algn="l">
              <a:lnSpc>
                <a:spcPct val="100000"/>
              </a:lnSpc>
              <a:spcBef>
                <a:spcPts val="0"/>
              </a:spcBef>
              <a:spcAft>
                <a:spcPts val="0"/>
              </a:spcAft>
              <a:buClr>
                <a:srgbClr val="000000"/>
              </a:buClr>
              <a:buSzPts val="1400"/>
              <a:buFont typeface="Proxima Nova"/>
              <a:buChar char="■"/>
              <a:defRPr b="0" i="0" sz="1400" u="none" cap="none" strike="noStrike">
                <a:solidFill>
                  <a:srgbClr val="000000"/>
                </a:solidFill>
                <a:latin typeface="Proxima Nova"/>
                <a:ea typeface="Proxima Nova"/>
                <a:cs typeface="Proxima Nova"/>
                <a:sym typeface="Proxima Nova"/>
              </a:defRPr>
            </a:lvl6pPr>
            <a:lvl7pPr indent="-317500" lvl="6" marL="3200400" marR="0" rtl="0" algn="l">
              <a:lnSpc>
                <a:spcPct val="100000"/>
              </a:lnSpc>
              <a:spcBef>
                <a:spcPts val="0"/>
              </a:spcBef>
              <a:spcAft>
                <a:spcPts val="0"/>
              </a:spcAft>
              <a:buClr>
                <a:srgbClr val="000000"/>
              </a:buClr>
              <a:buSzPts val="1400"/>
              <a:buFont typeface="Proxima Nova"/>
              <a:buChar char="●"/>
              <a:defRPr b="0" i="0" sz="1400" u="none" cap="none" strike="noStrike">
                <a:solidFill>
                  <a:srgbClr val="000000"/>
                </a:solidFill>
                <a:latin typeface="Proxima Nova"/>
                <a:ea typeface="Proxima Nova"/>
                <a:cs typeface="Proxima Nova"/>
                <a:sym typeface="Proxima Nova"/>
              </a:defRPr>
            </a:lvl7pPr>
            <a:lvl8pPr indent="-317500" lvl="7" marL="3657600" marR="0" rtl="0" algn="l">
              <a:lnSpc>
                <a:spcPct val="100000"/>
              </a:lnSpc>
              <a:spcBef>
                <a:spcPts val="0"/>
              </a:spcBef>
              <a:spcAft>
                <a:spcPts val="0"/>
              </a:spcAft>
              <a:buClr>
                <a:srgbClr val="000000"/>
              </a:buClr>
              <a:buSzPts val="1400"/>
              <a:buFont typeface="Proxima Nova"/>
              <a:buChar char="○"/>
              <a:defRPr b="0" i="0" sz="1400" u="none" cap="none" strike="noStrike">
                <a:solidFill>
                  <a:srgbClr val="000000"/>
                </a:solidFill>
                <a:latin typeface="Proxima Nova"/>
                <a:ea typeface="Proxima Nova"/>
                <a:cs typeface="Proxima Nova"/>
                <a:sym typeface="Proxima Nova"/>
              </a:defRPr>
            </a:lvl8pPr>
            <a:lvl9pPr indent="-317500" lvl="8" marL="4114800" marR="0" rtl="0" algn="l">
              <a:lnSpc>
                <a:spcPct val="100000"/>
              </a:lnSpc>
              <a:spcBef>
                <a:spcPts val="0"/>
              </a:spcBef>
              <a:spcAft>
                <a:spcPts val="0"/>
              </a:spcAft>
              <a:buClr>
                <a:srgbClr val="000000"/>
              </a:buClr>
              <a:buSzPts val="1400"/>
              <a:buFont typeface="Proxima Nova"/>
              <a:buChar char="■"/>
              <a:defRPr b="0" i="0" sz="1400" u="none" cap="none" strike="noStrike">
                <a:solidFill>
                  <a:srgbClr val="000000"/>
                </a:solidFill>
                <a:latin typeface="Proxima Nova"/>
                <a:ea typeface="Proxima Nova"/>
                <a:cs typeface="Proxima Nova"/>
                <a:sym typeface="Proxima Nova"/>
              </a:defRPr>
            </a:lvl9pPr>
          </a:lstStyle>
          <a:p/>
        </p:txBody>
      </p:sp>
      <p:sp>
        <p:nvSpPr>
          <p:cNvPr id="705" name="Google Shape;705;p17"/>
          <p:cNvSpPr txBox="1"/>
          <p:nvPr>
            <p:ph type="title"/>
          </p:nvPr>
        </p:nvSpPr>
        <p:spPr>
          <a:xfrm>
            <a:off x="452425" y="351725"/>
            <a:ext cx="7143224" cy="344700"/>
          </a:xfrm>
          <a:prstGeom prst="rect">
            <a:avLst/>
          </a:prstGeom>
          <a:noFill/>
          <a:ln>
            <a:noFill/>
          </a:ln>
        </p:spPr>
        <p:txBody>
          <a:bodyPr anchorCtr="0" anchor="t" bIns="0" lIns="0" spcFirstLastPara="1" rIns="0" wrap="square" tIns="0">
            <a:noAutofit/>
          </a:bodyPr>
          <a:lstStyle>
            <a:lvl1pPr lvl="0" marR="0" rtl="0" algn="l">
              <a:lnSpc>
                <a:spcPct val="80000"/>
              </a:lnSpc>
              <a:spcBef>
                <a:spcPts val="0"/>
              </a:spcBef>
              <a:spcAft>
                <a:spcPts val="0"/>
              </a:spcAft>
              <a:buClr>
                <a:srgbClr val="000000"/>
              </a:buClr>
              <a:buSzPts val="2800"/>
              <a:buFont typeface="Proxima Nova"/>
              <a:buNone/>
              <a:defRPr b="1" i="0" sz="2800" u="none" cap="none" strike="noStrike">
                <a:solidFill>
                  <a:srgbClr val="000000"/>
                </a:solidFill>
                <a:latin typeface="Proxima Nova"/>
                <a:ea typeface="Proxima Nova"/>
                <a:cs typeface="Proxima Nova"/>
                <a:sym typeface="Proxima Nova"/>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grpSp>
        <p:nvGrpSpPr>
          <p:cNvPr id="706" name="Google Shape;706;p17"/>
          <p:cNvGrpSpPr/>
          <p:nvPr/>
        </p:nvGrpSpPr>
        <p:grpSpPr>
          <a:xfrm>
            <a:off x="8385327" y="291992"/>
            <a:ext cx="465057" cy="405373"/>
            <a:chOff x="17846550" y="487291"/>
            <a:chExt cx="1420021" cy="1238537"/>
          </a:xfrm>
        </p:grpSpPr>
        <p:sp>
          <p:nvSpPr>
            <p:cNvPr id="707" name="Google Shape;707;p17"/>
            <p:cNvSpPr/>
            <p:nvPr/>
          </p:nvSpPr>
          <p:spPr>
            <a:xfrm>
              <a:off x="17877963" y="518702"/>
              <a:ext cx="1357630" cy="783590"/>
            </a:xfrm>
            <a:custGeom>
              <a:rect b="b" l="l" r="r" t="t"/>
              <a:pathLst>
                <a:path extrusionOk="0" h="783590" w="1357630">
                  <a:moveTo>
                    <a:pt x="1017770" y="0"/>
                  </a:moveTo>
                  <a:lnTo>
                    <a:pt x="0" y="587605"/>
                  </a:lnTo>
                  <a:lnTo>
                    <a:pt x="339256" y="783483"/>
                  </a:lnTo>
                  <a:lnTo>
                    <a:pt x="1357026" y="195868"/>
                  </a:lnTo>
                  <a:lnTo>
                    <a:pt x="1017770" y="0"/>
                  </a:lnTo>
                  <a:close/>
                </a:path>
              </a:pathLst>
            </a:custGeom>
            <a:solidFill>
              <a:srgbClr val="F9C80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708" name="Google Shape;708;p17"/>
            <p:cNvSpPr/>
            <p:nvPr/>
          </p:nvSpPr>
          <p:spPr>
            <a:xfrm>
              <a:off x="17846550" y="487291"/>
              <a:ext cx="1419859" cy="846455"/>
            </a:xfrm>
            <a:custGeom>
              <a:rect b="b" l="l" r="r" t="t"/>
              <a:pathLst>
                <a:path extrusionOk="0" h="846455" w="1419859">
                  <a:moveTo>
                    <a:pt x="1049182" y="0"/>
                  </a:moveTo>
                  <a:lnTo>
                    <a:pt x="15706" y="591817"/>
                  </a:lnTo>
                  <a:lnTo>
                    <a:pt x="0" y="619020"/>
                  </a:lnTo>
                  <a:lnTo>
                    <a:pt x="1087" y="627217"/>
                  </a:lnTo>
                  <a:lnTo>
                    <a:pt x="359821" y="844908"/>
                  </a:lnTo>
                  <a:lnTo>
                    <a:pt x="365255" y="846311"/>
                  </a:lnTo>
                  <a:lnTo>
                    <a:pt x="376093" y="846311"/>
                  </a:lnTo>
                  <a:lnTo>
                    <a:pt x="381527" y="844908"/>
                  </a:lnTo>
                  <a:lnTo>
                    <a:pt x="496344" y="778617"/>
                  </a:lnTo>
                  <a:lnTo>
                    <a:pt x="370669" y="778617"/>
                  </a:lnTo>
                  <a:lnTo>
                    <a:pt x="94237" y="619020"/>
                  </a:lnTo>
                  <a:lnTo>
                    <a:pt x="1049182" y="67686"/>
                  </a:lnTo>
                  <a:lnTo>
                    <a:pt x="1174843" y="67686"/>
                  </a:lnTo>
                  <a:lnTo>
                    <a:pt x="1064889" y="4201"/>
                  </a:lnTo>
                  <a:lnTo>
                    <a:pt x="1057247" y="1050"/>
                  </a:lnTo>
                  <a:lnTo>
                    <a:pt x="1049182" y="0"/>
                  </a:lnTo>
                  <a:close/>
                </a:path>
                <a:path extrusionOk="0" h="846455" w="1419859">
                  <a:moveTo>
                    <a:pt x="1174843" y="67686"/>
                  </a:moveTo>
                  <a:lnTo>
                    <a:pt x="1049182" y="67686"/>
                  </a:lnTo>
                  <a:lnTo>
                    <a:pt x="1325614" y="227283"/>
                  </a:lnTo>
                  <a:lnTo>
                    <a:pt x="370669" y="778617"/>
                  </a:lnTo>
                  <a:lnTo>
                    <a:pt x="496344" y="778617"/>
                  </a:lnTo>
                  <a:lnTo>
                    <a:pt x="1404145" y="254487"/>
                  </a:lnTo>
                  <a:lnTo>
                    <a:pt x="1410694" y="249445"/>
                  </a:lnTo>
                  <a:lnTo>
                    <a:pt x="1415638" y="242986"/>
                  </a:lnTo>
                  <a:lnTo>
                    <a:pt x="1418762" y="235475"/>
                  </a:lnTo>
                  <a:lnTo>
                    <a:pt x="1419852" y="227283"/>
                  </a:lnTo>
                  <a:lnTo>
                    <a:pt x="1418762" y="219085"/>
                  </a:lnTo>
                  <a:lnTo>
                    <a:pt x="1415638" y="211573"/>
                  </a:lnTo>
                  <a:lnTo>
                    <a:pt x="1410694" y="205115"/>
                  </a:lnTo>
                  <a:lnTo>
                    <a:pt x="1404145" y="200080"/>
                  </a:lnTo>
                  <a:lnTo>
                    <a:pt x="1174843" y="67686"/>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709" name="Google Shape;709;p17"/>
            <p:cNvSpPr/>
            <p:nvPr/>
          </p:nvSpPr>
          <p:spPr>
            <a:xfrm>
              <a:off x="18217219" y="714568"/>
              <a:ext cx="1017905" cy="979805"/>
            </a:xfrm>
            <a:custGeom>
              <a:rect b="b" l="l" r="r" t="t"/>
              <a:pathLst>
                <a:path extrusionOk="0" h="979805" w="1017905">
                  <a:moveTo>
                    <a:pt x="1017770" y="0"/>
                  </a:moveTo>
                  <a:lnTo>
                    <a:pt x="0" y="587615"/>
                  </a:lnTo>
                  <a:lnTo>
                    <a:pt x="0" y="979352"/>
                  </a:lnTo>
                  <a:lnTo>
                    <a:pt x="1017770" y="391747"/>
                  </a:lnTo>
                  <a:lnTo>
                    <a:pt x="1017770"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710" name="Google Shape;710;p17"/>
            <p:cNvSpPr/>
            <p:nvPr/>
          </p:nvSpPr>
          <p:spPr>
            <a:xfrm>
              <a:off x="18185802" y="683159"/>
              <a:ext cx="1080769" cy="1042669"/>
            </a:xfrm>
            <a:custGeom>
              <a:rect b="b" l="l" r="r" t="t"/>
              <a:pathLst>
                <a:path extrusionOk="0" h="1042669" w="1080769">
                  <a:moveTo>
                    <a:pt x="1049182" y="0"/>
                  </a:moveTo>
                  <a:lnTo>
                    <a:pt x="15716" y="591824"/>
                  </a:lnTo>
                  <a:lnTo>
                    <a:pt x="0" y="1010765"/>
                  </a:lnTo>
                  <a:lnTo>
                    <a:pt x="1086" y="1018961"/>
                  </a:lnTo>
                  <a:lnTo>
                    <a:pt x="25988" y="1042177"/>
                  </a:lnTo>
                  <a:lnTo>
                    <a:pt x="36836" y="1042177"/>
                  </a:lnTo>
                  <a:lnTo>
                    <a:pt x="42260" y="1040774"/>
                  </a:lnTo>
                  <a:lnTo>
                    <a:pt x="188472" y="956358"/>
                  </a:lnTo>
                  <a:lnTo>
                    <a:pt x="62825" y="956358"/>
                  </a:lnTo>
                  <a:lnTo>
                    <a:pt x="62835" y="637163"/>
                  </a:lnTo>
                  <a:lnTo>
                    <a:pt x="1017770" y="85819"/>
                  </a:lnTo>
                  <a:lnTo>
                    <a:pt x="1080595" y="85819"/>
                  </a:lnTo>
                  <a:lnTo>
                    <a:pt x="1080595" y="31412"/>
                  </a:lnTo>
                  <a:lnTo>
                    <a:pt x="1057247" y="1052"/>
                  </a:lnTo>
                  <a:lnTo>
                    <a:pt x="1049182" y="0"/>
                  </a:lnTo>
                  <a:close/>
                </a:path>
                <a:path extrusionOk="0" h="1042669" w="1080769">
                  <a:moveTo>
                    <a:pt x="1080595" y="85819"/>
                  </a:moveTo>
                  <a:lnTo>
                    <a:pt x="1017770" y="85819"/>
                  </a:lnTo>
                  <a:lnTo>
                    <a:pt x="1017770" y="405013"/>
                  </a:lnTo>
                  <a:lnTo>
                    <a:pt x="62825" y="956358"/>
                  </a:lnTo>
                  <a:lnTo>
                    <a:pt x="188472" y="956358"/>
                  </a:lnTo>
                  <a:lnTo>
                    <a:pt x="1064889" y="450352"/>
                  </a:lnTo>
                  <a:lnTo>
                    <a:pt x="1080595" y="423149"/>
                  </a:lnTo>
                  <a:lnTo>
                    <a:pt x="1080595" y="85819"/>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711" name="Google Shape;711;p17"/>
            <p:cNvSpPr/>
            <p:nvPr/>
          </p:nvSpPr>
          <p:spPr>
            <a:xfrm>
              <a:off x="17877961" y="1106312"/>
              <a:ext cx="339725" cy="588010"/>
            </a:xfrm>
            <a:custGeom>
              <a:rect b="b" l="l" r="r" t="t"/>
              <a:pathLst>
                <a:path extrusionOk="0" h="588010" w="339725">
                  <a:moveTo>
                    <a:pt x="0" y="0"/>
                  </a:moveTo>
                  <a:lnTo>
                    <a:pt x="0" y="391747"/>
                  </a:lnTo>
                  <a:lnTo>
                    <a:pt x="339256" y="587615"/>
                  </a:lnTo>
                  <a:lnTo>
                    <a:pt x="339256" y="195868"/>
                  </a:lnTo>
                  <a:lnTo>
                    <a:pt x="0"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712" name="Google Shape;712;p17"/>
            <p:cNvSpPr/>
            <p:nvPr/>
          </p:nvSpPr>
          <p:spPr>
            <a:xfrm>
              <a:off x="17846550" y="1074903"/>
              <a:ext cx="402590" cy="650875"/>
            </a:xfrm>
            <a:custGeom>
              <a:rect b="b" l="l" r="r" t="t"/>
              <a:pathLst>
                <a:path extrusionOk="0" h="650875" w="402590">
                  <a:moveTo>
                    <a:pt x="31412" y="0"/>
                  </a:moveTo>
                  <a:lnTo>
                    <a:pt x="1087" y="23212"/>
                  </a:lnTo>
                  <a:lnTo>
                    <a:pt x="0" y="31404"/>
                  </a:lnTo>
                  <a:lnTo>
                    <a:pt x="0" y="423152"/>
                  </a:lnTo>
                  <a:lnTo>
                    <a:pt x="359811" y="649029"/>
                  </a:lnTo>
                  <a:lnTo>
                    <a:pt x="365245" y="650433"/>
                  </a:lnTo>
                  <a:lnTo>
                    <a:pt x="376082" y="650433"/>
                  </a:lnTo>
                  <a:lnTo>
                    <a:pt x="402071" y="619020"/>
                  </a:lnTo>
                  <a:lnTo>
                    <a:pt x="402072" y="564613"/>
                  </a:lnTo>
                  <a:lnTo>
                    <a:pt x="339246" y="564613"/>
                  </a:lnTo>
                  <a:lnTo>
                    <a:pt x="62825" y="405016"/>
                  </a:lnTo>
                  <a:lnTo>
                    <a:pt x="62825" y="85821"/>
                  </a:lnTo>
                  <a:lnTo>
                    <a:pt x="188483" y="85821"/>
                  </a:lnTo>
                  <a:lnTo>
                    <a:pt x="47118" y="4201"/>
                  </a:lnTo>
                  <a:lnTo>
                    <a:pt x="39477" y="1050"/>
                  </a:lnTo>
                  <a:lnTo>
                    <a:pt x="31412" y="0"/>
                  </a:lnTo>
                  <a:close/>
                </a:path>
                <a:path extrusionOk="0" h="650875" w="402590">
                  <a:moveTo>
                    <a:pt x="188483" y="85821"/>
                  </a:moveTo>
                  <a:lnTo>
                    <a:pt x="62825" y="85821"/>
                  </a:lnTo>
                  <a:lnTo>
                    <a:pt x="339256" y="245419"/>
                  </a:lnTo>
                  <a:lnTo>
                    <a:pt x="339246" y="564613"/>
                  </a:lnTo>
                  <a:lnTo>
                    <a:pt x="402072" y="564613"/>
                  </a:lnTo>
                  <a:lnTo>
                    <a:pt x="402081" y="227283"/>
                  </a:lnTo>
                  <a:lnTo>
                    <a:pt x="400995" y="219086"/>
                  </a:lnTo>
                  <a:lnTo>
                    <a:pt x="397876" y="211577"/>
                  </a:lnTo>
                  <a:lnTo>
                    <a:pt x="392933" y="205120"/>
                  </a:lnTo>
                  <a:lnTo>
                    <a:pt x="386375" y="200080"/>
                  </a:lnTo>
                  <a:lnTo>
                    <a:pt x="188483" y="85821"/>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grpSp>
      <p:grpSp>
        <p:nvGrpSpPr>
          <p:cNvPr id="713" name="Google Shape;713;p17"/>
          <p:cNvGrpSpPr/>
          <p:nvPr/>
        </p:nvGrpSpPr>
        <p:grpSpPr>
          <a:xfrm>
            <a:off x="7805289" y="562415"/>
            <a:ext cx="465168" cy="405377"/>
            <a:chOff x="16075438" y="1313513"/>
            <a:chExt cx="1420361" cy="1238550"/>
          </a:xfrm>
        </p:grpSpPr>
        <p:sp>
          <p:nvSpPr>
            <p:cNvPr id="714" name="Google Shape;714;p17"/>
            <p:cNvSpPr/>
            <p:nvPr/>
          </p:nvSpPr>
          <p:spPr>
            <a:xfrm>
              <a:off x="16106852" y="1344924"/>
              <a:ext cx="1357630" cy="783589"/>
            </a:xfrm>
            <a:custGeom>
              <a:rect b="b" l="l" r="r" t="t"/>
              <a:pathLst>
                <a:path extrusionOk="0" h="783589" w="1357630">
                  <a:moveTo>
                    <a:pt x="339256" y="0"/>
                  </a:moveTo>
                  <a:lnTo>
                    <a:pt x="0" y="195878"/>
                  </a:lnTo>
                  <a:lnTo>
                    <a:pt x="1017770" y="783494"/>
                  </a:lnTo>
                  <a:lnTo>
                    <a:pt x="1357026" y="587615"/>
                  </a:lnTo>
                  <a:lnTo>
                    <a:pt x="339256" y="0"/>
                  </a:lnTo>
                  <a:close/>
                </a:path>
              </a:pathLst>
            </a:custGeom>
            <a:solidFill>
              <a:srgbClr val="1D59A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715" name="Google Shape;715;p17"/>
            <p:cNvSpPr/>
            <p:nvPr/>
          </p:nvSpPr>
          <p:spPr>
            <a:xfrm>
              <a:off x="16075438" y="1313513"/>
              <a:ext cx="1419859" cy="846455"/>
            </a:xfrm>
            <a:custGeom>
              <a:rect b="b" l="l" r="r" t="t"/>
              <a:pathLst>
                <a:path extrusionOk="0" h="846455" w="1419859">
                  <a:moveTo>
                    <a:pt x="370673" y="0"/>
                  </a:moveTo>
                  <a:lnTo>
                    <a:pt x="15706" y="200088"/>
                  </a:lnTo>
                  <a:lnTo>
                    <a:pt x="0" y="227291"/>
                  </a:lnTo>
                  <a:lnTo>
                    <a:pt x="1087" y="235488"/>
                  </a:lnTo>
                  <a:lnTo>
                    <a:pt x="1038334" y="844906"/>
                  </a:lnTo>
                  <a:lnTo>
                    <a:pt x="1043769" y="846309"/>
                  </a:lnTo>
                  <a:lnTo>
                    <a:pt x="1054606" y="846309"/>
                  </a:lnTo>
                  <a:lnTo>
                    <a:pt x="1060030" y="844906"/>
                  </a:lnTo>
                  <a:lnTo>
                    <a:pt x="1174835" y="778625"/>
                  </a:lnTo>
                  <a:lnTo>
                    <a:pt x="1049182" y="778625"/>
                  </a:lnTo>
                  <a:lnTo>
                    <a:pt x="94237" y="227291"/>
                  </a:lnTo>
                  <a:lnTo>
                    <a:pt x="370669" y="67683"/>
                  </a:lnTo>
                  <a:lnTo>
                    <a:pt x="496316" y="67683"/>
                  </a:lnTo>
                  <a:lnTo>
                    <a:pt x="386375" y="4209"/>
                  </a:lnTo>
                  <a:lnTo>
                    <a:pt x="378738" y="1052"/>
                  </a:lnTo>
                  <a:lnTo>
                    <a:pt x="370673" y="0"/>
                  </a:lnTo>
                  <a:close/>
                </a:path>
                <a:path extrusionOk="0" h="846455" w="1419859">
                  <a:moveTo>
                    <a:pt x="496316" y="67683"/>
                  </a:moveTo>
                  <a:lnTo>
                    <a:pt x="370669" y="67683"/>
                  </a:lnTo>
                  <a:lnTo>
                    <a:pt x="1325624" y="619028"/>
                  </a:lnTo>
                  <a:lnTo>
                    <a:pt x="1049182" y="778625"/>
                  </a:lnTo>
                  <a:lnTo>
                    <a:pt x="1174835" y="778625"/>
                  </a:lnTo>
                  <a:lnTo>
                    <a:pt x="1404156" y="646231"/>
                  </a:lnTo>
                  <a:lnTo>
                    <a:pt x="1410705" y="641191"/>
                  </a:lnTo>
                  <a:lnTo>
                    <a:pt x="1415649" y="634734"/>
                  </a:lnTo>
                  <a:lnTo>
                    <a:pt x="1418773" y="627225"/>
                  </a:lnTo>
                  <a:lnTo>
                    <a:pt x="1419862" y="619028"/>
                  </a:lnTo>
                  <a:lnTo>
                    <a:pt x="1418773" y="610831"/>
                  </a:lnTo>
                  <a:lnTo>
                    <a:pt x="1415649" y="603321"/>
                  </a:lnTo>
                  <a:lnTo>
                    <a:pt x="1410705" y="596864"/>
                  </a:lnTo>
                  <a:lnTo>
                    <a:pt x="1404156" y="591824"/>
                  </a:lnTo>
                  <a:lnTo>
                    <a:pt x="496316" y="67683"/>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716" name="Google Shape;716;p17"/>
            <p:cNvSpPr/>
            <p:nvPr/>
          </p:nvSpPr>
          <p:spPr>
            <a:xfrm>
              <a:off x="16106852" y="1540803"/>
              <a:ext cx="1017905" cy="979805"/>
            </a:xfrm>
            <a:custGeom>
              <a:rect b="b" l="l" r="r" t="t"/>
              <a:pathLst>
                <a:path extrusionOk="0" h="979805" w="1017905">
                  <a:moveTo>
                    <a:pt x="0" y="0"/>
                  </a:moveTo>
                  <a:lnTo>
                    <a:pt x="0" y="391736"/>
                  </a:lnTo>
                  <a:lnTo>
                    <a:pt x="1017770" y="979352"/>
                  </a:lnTo>
                  <a:lnTo>
                    <a:pt x="1017770" y="587615"/>
                  </a:lnTo>
                  <a:lnTo>
                    <a:pt x="0"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717" name="Google Shape;717;p17"/>
            <p:cNvSpPr/>
            <p:nvPr/>
          </p:nvSpPr>
          <p:spPr>
            <a:xfrm>
              <a:off x="16075438" y="1509394"/>
              <a:ext cx="1080769" cy="1042669"/>
            </a:xfrm>
            <a:custGeom>
              <a:rect b="b" l="l" r="r" t="t"/>
              <a:pathLst>
                <a:path extrusionOk="0" h="1042669" w="1080769">
                  <a:moveTo>
                    <a:pt x="31412" y="0"/>
                  </a:moveTo>
                  <a:lnTo>
                    <a:pt x="1087" y="23216"/>
                  </a:lnTo>
                  <a:lnTo>
                    <a:pt x="0" y="31415"/>
                  </a:lnTo>
                  <a:lnTo>
                    <a:pt x="0" y="423152"/>
                  </a:lnTo>
                  <a:lnTo>
                    <a:pt x="1038334" y="1040777"/>
                  </a:lnTo>
                  <a:lnTo>
                    <a:pt x="1043769" y="1042169"/>
                  </a:lnTo>
                  <a:lnTo>
                    <a:pt x="1054606" y="1042169"/>
                  </a:lnTo>
                  <a:lnTo>
                    <a:pt x="1080595" y="1010757"/>
                  </a:lnTo>
                  <a:lnTo>
                    <a:pt x="1080595" y="956350"/>
                  </a:lnTo>
                  <a:lnTo>
                    <a:pt x="1017770" y="956350"/>
                  </a:lnTo>
                  <a:lnTo>
                    <a:pt x="62825" y="405016"/>
                  </a:lnTo>
                  <a:lnTo>
                    <a:pt x="62825" y="85821"/>
                  </a:lnTo>
                  <a:lnTo>
                    <a:pt x="188488" y="85821"/>
                  </a:lnTo>
                  <a:lnTo>
                    <a:pt x="47118" y="4201"/>
                  </a:lnTo>
                  <a:lnTo>
                    <a:pt x="39477" y="1050"/>
                  </a:lnTo>
                  <a:lnTo>
                    <a:pt x="31412" y="0"/>
                  </a:lnTo>
                  <a:close/>
                </a:path>
                <a:path extrusionOk="0" h="1042669" w="1080769">
                  <a:moveTo>
                    <a:pt x="188488" y="85821"/>
                  </a:moveTo>
                  <a:lnTo>
                    <a:pt x="62825" y="85821"/>
                  </a:lnTo>
                  <a:lnTo>
                    <a:pt x="1017770" y="637155"/>
                  </a:lnTo>
                  <a:lnTo>
                    <a:pt x="1017770" y="956350"/>
                  </a:lnTo>
                  <a:lnTo>
                    <a:pt x="1080595" y="956350"/>
                  </a:lnTo>
                  <a:lnTo>
                    <a:pt x="1080595" y="619020"/>
                  </a:lnTo>
                  <a:lnTo>
                    <a:pt x="1079507" y="610823"/>
                  </a:lnTo>
                  <a:lnTo>
                    <a:pt x="1076386" y="603314"/>
                  </a:lnTo>
                  <a:lnTo>
                    <a:pt x="1071442" y="596856"/>
                  </a:lnTo>
                  <a:lnTo>
                    <a:pt x="1064889" y="591817"/>
                  </a:lnTo>
                  <a:lnTo>
                    <a:pt x="188488" y="85821"/>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718" name="Google Shape;718;p17"/>
            <p:cNvSpPr/>
            <p:nvPr/>
          </p:nvSpPr>
          <p:spPr>
            <a:xfrm>
              <a:off x="17124623" y="1932546"/>
              <a:ext cx="339725" cy="588010"/>
            </a:xfrm>
            <a:custGeom>
              <a:rect b="b" l="l" r="r" t="t"/>
              <a:pathLst>
                <a:path extrusionOk="0" h="588010" w="339725">
                  <a:moveTo>
                    <a:pt x="339256" y="0"/>
                  </a:moveTo>
                  <a:lnTo>
                    <a:pt x="0" y="195868"/>
                  </a:lnTo>
                  <a:lnTo>
                    <a:pt x="0" y="587605"/>
                  </a:lnTo>
                  <a:lnTo>
                    <a:pt x="339256" y="391736"/>
                  </a:lnTo>
                  <a:lnTo>
                    <a:pt x="339256"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719" name="Google Shape;719;p17"/>
            <p:cNvSpPr/>
            <p:nvPr/>
          </p:nvSpPr>
          <p:spPr>
            <a:xfrm>
              <a:off x="17093209" y="1901133"/>
              <a:ext cx="402590" cy="650875"/>
            </a:xfrm>
            <a:custGeom>
              <a:rect b="b" l="l" r="r" t="t"/>
              <a:pathLst>
                <a:path extrusionOk="0" h="650875" w="402590">
                  <a:moveTo>
                    <a:pt x="370673" y="0"/>
                  </a:moveTo>
                  <a:lnTo>
                    <a:pt x="15706" y="200080"/>
                  </a:lnTo>
                  <a:lnTo>
                    <a:pt x="0" y="227283"/>
                  </a:lnTo>
                  <a:lnTo>
                    <a:pt x="0" y="619020"/>
                  </a:lnTo>
                  <a:lnTo>
                    <a:pt x="25988" y="650433"/>
                  </a:lnTo>
                  <a:lnTo>
                    <a:pt x="36836" y="650433"/>
                  </a:lnTo>
                  <a:lnTo>
                    <a:pt x="42260" y="649029"/>
                  </a:lnTo>
                  <a:lnTo>
                    <a:pt x="188474" y="564613"/>
                  </a:lnTo>
                  <a:lnTo>
                    <a:pt x="62825" y="564613"/>
                  </a:lnTo>
                  <a:lnTo>
                    <a:pt x="62825" y="245419"/>
                  </a:lnTo>
                  <a:lnTo>
                    <a:pt x="339256" y="85821"/>
                  </a:lnTo>
                  <a:lnTo>
                    <a:pt x="402081" y="85821"/>
                  </a:lnTo>
                  <a:lnTo>
                    <a:pt x="402081" y="31415"/>
                  </a:lnTo>
                  <a:lnTo>
                    <a:pt x="378738" y="1050"/>
                  </a:lnTo>
                  <a:lnTo>
                    <a:pt x="370673" y="0"/>
                  </a:lnTo>
                  <a:close/>
                </a:path>
                <a:path extrusionOk="0" h="650875" w="402590">
                  <a:moveTo>
                    <a:pt x="402081" y="85821"/>
                  </a:moveTo>
                  <a:lnTo>
                    <a:pt x="339256" y="85821"/>
                  </a:lnTo>
                  <a:lnTo>
                    <a:pt x="339256" y="405016"/>
                  </a:lnTo>
                  <a:lnTo>
                    <a:pt x="62825" y="564613"/>
                  </a:lnTo>
                  <a:lnTo>
                    <a:pt x="188474" y="564613"/>
                  </a:lnTo>
                  <a:lnTo>
                    <a:pt x="386375" y="450355"/>
                  </a:lnTo>
                  <a:lnTo>
                    <a:pt x="392929" y="445315"/>
                  </a:lnTo>
                  <a:lnTo>
                    <a:pt x="397872" y="438858"/>
                  </a:lnTo>
                  <a:lnTo>
                    <a:pt x="400994" y="431348"/>
                  </a:lnTo>
                  <a:lnTo>
                    <a:pt x="402081" y="423152"/>
                  </a:lnTo>
                  <a:lnTo>
                    <a:pt x="402081" y="85821"/>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grpSp>
      <p:grpSp>
        <p:nvGrpSpPr>
          <p:cNvPr id="720" name="Google Shape;720;p17"/>
          <p:cNvGrpSpPr/>
          <p:nvPr/>
        </p:nvGrpSpPr>
        <p:grpSpPr>
          <a:xfrm>
            <a:off x="8552000" y="878882"/>
            <a:ext cx="242956" cy="277142"/>
            <a:chOff x="18355431" y="2280417"/>
            <a:chExt cx="741851" cy="846752"/>
          </a:xfrm>
        </p:grpSpPr>
        <p:sp>
          <p:nvSpPr>
            <p:cNvPr id="721" name="Google Shape;721;p17"/>
            <p:cNvSpPr/>
            <p:nvPr/>
          </p:nvSpPr>
          <p:spPr>
            <a:xfrm>
              <a:off x="18386848" y="2311830"/>
              <a:ext cx="678815" cy="783589"/>
            </a:xfrm>
            <a:custGeom>
              <a:rect b="b" l="l" r="r" t="t"/>
              <a:pathLst>
                <a:path extrusionOk="0" h="783589" w="678815">
                  <a:moveTo>
                    <a:pt x="339256" y="0"/>
                  </a:moveTo>
                  <a:lnTo>
                    <a:pt x="0" y="195878"/>
                  </a:lnTo>
                  <a:lnTo>
                    <a:pt x="0" y="587615"/>
                  </a:lnTo>
                  <a:lnTo>
                    <a:pt x="339256" y="783483"/>
                  </a:lnTo>
                  <a:lnTo>
                    <a:pt x="678513" y="587615"/>
                  </a:lnTo>
                  <a:lnTo>
                    <a:pt x="678513" y="195878"/>
                  </a:lnTo>
                  <a:lnTo>
                    <a:pt x="339256" y="0"/>
                  </a:lnTo>
                  <a:close/>
                </a:path>
              </a:pathLst>
            </a:custGeom>
            <a:solidFill>
              <a:srgbClr val="901F7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722" name="Google Shape;722;p17"/>
            <p:cNvSpPr/>
            <p:nvPr/>
          </p:nvSpPr>
          <p:spPr>
            <a:xfrm>
              <a:off x="18355431" y="2280417"/>
              <a:ext cx="741680" cy="846455"/>
            </a:xfrm>
            <a:custGeom>
              <a:rect b="b" l="l" r="r" t="t"/>
              <a:pathLst>
                <a:path extrusionOk="0" h="846455" w="741680">
                  <a:moveTo>
                    <a:pt x="370673" y="0"/>
                  </a:moveTo>
                  <a:lnTo>
                    <a:pt x="15706" y="200085"/>
                  </a:lnTo>
                  <a:lnTo>
                    <a:pt x="0" y="227288"/>
                  </a:lnTo>
                  <a:lnTo>
                    <a:pt x="0" y="619025"/>
                  </a:lnTo>
                  <a:lnTo>
                    <a:pt x="359821" y="844914"/>
                  </a:lnTo>
                  <a:lnTo>
                    <a:pt x="365255" y="846306"/>
                  </a:lnTo>
                  <a:lnTo>
                    <a:pt x="376093" y="846306"/>
                  </a:lnTo>
                  <a:lnTo>
                    <a:pt x="381527" y="844914"/>
                  </a:lnTo>
                  <a:lnTo>
                    <a:pt x="496323" y="778633"/>
                  </a:lnTo>
                  <a:lnTo>
                    <a:pt x="370669" y="778633"/>
                  </a:lnTo>
                  <a:lnTo>
                    <a:pt x="62825" y="600890"/>
                  </a:lnTo>
                  <a:lnTo>
                    <a:pt x="62825" y="245424"/>
                  </a:lnTo>
                  <a:lnTo>
                    <a:pt x="370669" y="67691"/>
                  </a:lnTo>
                  <a:lnTo>
                    <a:pt x="496321" y="67691"/>
                  </a:lnTo>
                  <a:lnTo>
                    <a:pt x="386375" y="4217"/>
                  </a:lnTo>
                  <a:lnTo>
                    <a:pt x="378738" y="1054"/>
                  </a:lnTo>
                  <a:lnTo>
                    <a:pt x="370673" y="0"/>
                  </a:lnTo>
                  <a:close/>
                </a:path>
                <a:path extrusionOk="0" h="846455" w="741680">
                  <a:moveTo>
                    <a:pt x="496321" y="67691"/>
                  </a:moveTo>
                  <a:lnTo>
                    <a:pt x="370669" y="67691"/>
                  </a:lnTo>
                  <a:lnTo>
                    <a:pt x="678523" y="245424"/>
                  </a:lnTo>
                  <a:lnTo>
                    <a:pt x="678523" y="600890"/>
                  </a:lnTo>
                  <a:lnTo>
                    <a:pt x="370669" y="778633"/>
                  </a:lnTo>
                  <a:lnTo>
                    <a:pt x="496323" y="778633"/>
                  </a:lnTo>
                  <a:lnTo>
                    <a:pt x="725642" y="646229"/>
                  </a:lnTo>
                  <a:lnTo>
                    <a:pt x="741349" y="619025"/>
                  </a:lnTo>
                  <a:lnTo>
                    <a:pt x="741349" y="227288"/>
                  </a:lnTo>
                  <a:lnTo>
                    <a:pt x="740261" y="219092"/>
                  </a:lnTo>
                  <a:lnTo>
                    <a:pt x="737139" y="211582"/>
                  </a:lnTo>
                  <a:lnTo>
                    <a:pt x="732196" y="205125"/>
                  </a:lnTo>
                  <a:lnTo>
                    <a:pt x="725642" y="200085"/>
                  </a:lnTo>
                  <a:lnTo>
                    <a:pt x="496321" y="67691"/>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723" name="Google Shape;723;p17"/>
            <p:cNvSpPr/>
            <p:nvPr/>
          </p:nvSpPr>
          <p:spPr>
            <a:xfrm>
              <a:off x="18386847" y="2507703"/>
              <a:ext cx="339725" cy="588010"/>
            </a:xfrm>
            <a:custGeom>
              <a:rect b="b" l="l" r="r" t="t"/>
              <a:pathLst>
                <a:path extrusionOk="0" h="588010" w="339725">
                  <a:moveTo>
                    <a:pt x="0" y="0"/>
                  </a:moveTo>
                  <a:lnTo>
                    <a:pt x="0" y="391736"/>
                  </a:lnTo>
                  <a:lnTo>
                    <a:pt x="339256" y="587615"/>
                  </a:lnTo>
                  <a:lnTo>
                    <a:pt x="339256" y="195868"/>
                  </a:lnTo>
                  <a:lnTo>
                    <a:pt x="0"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724" name="Google Shape;724;p17"/>
            <p:cNvSpPr/>
            <p:nvPr/>
          </p:nvSpPr>
          <p:spPr>
            <a:xfrm>
              <a:off x="18355431" y="2476294"/>
              <a:ext cx="402590" cy="650875"/>
            </a:xfrm>
            <a:custGeom>
              <a:rect b="b" l="l" r="r" t="t"/>
              <a:pathLst>
                <a:path extrusionOk="0" h="650875" w="402590">
                  <a:moveTo>
                    <a:pt x="31412" y="0"/>
                  </a:moveTo>
                  <a:lnTo>
                    <a:pt x="1087" y="23215"/>
                  </a:lnTo>
                  <a:lnTo>
                    <a:pt x="0" y="31412"/>
                  </a:lnTo>
                  <a:lnTo>
                    <a:pt x="0" y="423149"/>
                  </a:lnTo>
                  <a:lnTo>
                    <a:pt x="359821" y="649037"/>
                  </a:lnTo>
                  <a:lnTo>
                    <a:pt x="365255" y="650430"/>
                  </a:lnTo>
                  <a:lnTo>
                    <a:pt x="376093" y="650430"/>
                  </a:lnTo>
                  <a:lnTo>
                    <a:pt x="402081" y="619017"/>
                  </a:lnTo>
                  <a:lnTo>
                    <a:pt x="402081" y="564611"/>
                  </a:lnTo>
                  <a:lnTo>
                    <a:pt x="339256" y="564611"/>
                  </a:lnTo>
                  <a:lnTo>
                    <a:pt x="62825" y="405013"/>
                  </a:lnTo>
                  <a:lnTo>
                    <a:pt x="62825" y="85819"/>
                  </a:lnTo>
                  <a:lnTo>
                    <a:pt x="188472" y="85819"/>
                  </a:lnTo>
                  <a:lnTo>
                    <a:pt x="47118" y="4209"/>
                  </a:lnTo>
                  <a:lnTo>
                    <a:pt x="39477" y="1052"/>
                  </a:lnTo>
                  <a:lnTo>
                    <a:pt x="31412" y="0"/>
                  </a:lnTo>
                  <a:close/>
                </a:path>
                <a:path extrusionOk="0" h="650875" w="402590">
                  <a:moveTo>
                    <a:pt x="188472" y="85819"/>
                  </a:moveTo>
                  <a:lnTo>
                    <a:pt x="62825" y="85819"/>
                  </a:lnTo>
                  <a:lnTo>
                    <a:pt x="339256" y="245416"/>
                  </a:lnTo>
                  <a:lnTo>
                    <a:pt x="339256" y="564611"/>
                  </a:lnTo>
                  <a:lnTo>
                    <a:pt x="402081" y="564611"/>
                  </a:lnTo>
                  <a:lnTo>
                    <a:pt x="402081" y="227281"/>
                  </a:lnTo>
                  <a:lnTo>
                    <a:pt x="400994" y="219084"/>
                  </a:lnTo>
                  <a:lnTo>
                    <a:pt x="397872" y="211574"/>
                  </a:lnTo>
                  <a:lnTo>
                    <a:pt x="392929" y="205117"/>
                  </a:lnTo>
                  <a:lnTo>
                    <a:pt x="386375" y="200077"/>
                  </a:lnTo>
                  <a:lnTo>
                    <a:pt x="188472" y="85819"/>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725" name="Google Shape;725;p17"/>
            <p:cNvSpPr/>
            <p:nvPr/>
          </p:nvSpPr>
          <p:spPr>
            <a:xfrm>
              <a:off x="18726105" y="2507707"/>
              <a:ext cx="339725" cy="588010"/>
            </a:xfrm>
            <a:custGeom>
              <a:rect b="b" l="l" r="r" t="t"/>
              <a:pathLst>
                <a:path extrusionOk="0" h="588010" w="339725">
                  <a:moveTo>
                    <a:pt x="339256" y="0"/>
                  </a:moveTo>
                  <a:lnTo>
                    <a:pt x="0" y="195868"/>
                  </a:lnTo>
                  <a:lnTo>
                    <a:pt x="0" y="587605"/>
                  </a:lnTo>
                  <a:lnTo>
                    <a:pt x="339256" y="391736"/>
                  </a:lnTo>
                  <a:lnTo>
                    <a:pt x="339256"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726" name="Google Shape;726;p17"/>
            <p:cNvSpPr/>
            <p:nvPr/>
          </p:nvSpPr>
          <p:spPr>
            <a:xfrm>
              <a:off x="18694692" y="2476293"/>
              <a:ext cx="402590" cy="650875"/>
            </a:xfrm>
            <a:custGeom>
              <a:rect b="b" l="l" r="r" t="t"/>
              <a:pathLst>
                <a:path extrusionOk="0" h="650875" w="402590">
                  <a:moveTo>
                    <a:pt x="370673" y="0"/>
                  </a:moveTo>
                  <a:lnTo>
                    <a:pt x="15706" y="200077"/>
                  </a:lnTo>
                  <a:lnTo>
                    <a:pt x="0" y="227281"/>
                  </a:lnTo>
                  <a:lnTo>
                    <a:pt x="0" y="619028"/>
                  </a:lnTo>
                  <a:lnTo>
                    <a:pt x="25988" y="650440"/>
                  </a:lnTo>
                  <a:lnTo>
                    <a:pt x="36836" y="650440"/>
                  </a:lnTo>
                  <a:lnTo>
                    <a:pt x="42260" y="649037"/>
                  </a:lnTo>
                  <a:lnTo>
                    <a:pt x="188484" y="564611"/>
                  </a:lnTo>
                  <a:lnTo>
                    <a:pt x="62825" y="564611"/>
                  </a:lnTo>
                  <a:lnTo>
                    <a:pt x="62825" y="245416"/>
                  </a:lnTo>
                  <a:lnTo>
                    <a:pt x="339256" y="85819"/>
                  </a:lnTo>
                  <a:lnTo>
                    <a:pt x="402081" y="85819"/>
                  </a:lnTo>
                  <a:lnTo>
                    <a:pt x="402081" y="31412"/>
                  </a:lnTo>
                  <a:lnTo>
                    <a:pt x="378738" y="1052"/>
                  </a:lnTo>
                  <a:lnTo>
                    <a:pt x="370673" y="0"/>
                  </a:lnTo>
                  <a:close/>
                </a:path>
                <a:path extrusionOk="0" h="650875" w="402590">
                  <a:moveTo>
                    <a:pt x="402081" y="85819"/>
                  </a:moveTo>
                  <a:lnTo>
                    <a:pt x="339256" y="85819"/>
                  </a:lnTo>
                  <a:lnTo>
                    <a:pt x="339256" y="405013"/>
                  </a:lnTo>
                  <a:lnTo>
                    <a:pt x="62825" y="564611"/>
                  </a:lnTo>
                  <a:lnTo>
                    <a:pt x="188484" y="564611"/>
                  </a:lnTo>
                  <a:lnTo>
                    <a:pt x="386375" y="450352"/>
                  </a:lnTo>
                  <a:lnTo>
                    <a:pt x="392929" y="445313"/>
                  </a:lnTo>
                  <a:lnTo>
                    <a:pt x="397872" y="438855"/>
                  </a:lnTo>
                  <a:lnTo>
                    <a:pt x="400994" y="431346"/>
                  </a:lnTo>
                  <a:lnTo>
                    <a:pt x="402081" y="423149"/>
                  </a:lnTo>
                  <a:lnTo>
                    <a:pt x="402081" y="85819"/>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grpSp>
      <p:sp>
        <p:nvSpPr>
          <p:cNvPr id="727" name="Google Shape;727;p17"/>
          <p:cNvSpPr/>
          <p:nvPr/>
        </p:nvSpPr>
        <p:spPr>
          <a:xfrm>
            <a:off x="452437" y="728934"/>
            <a:ext cx="571782" cy="76276"/>
          </a:xfrm>
          <a:custGeom>
            <a:rect b="b" l="l" r="r" t="t"/>
            <a:pathLst>
              <a:path extrusionOk="0" h="167639" w="1256664">
                <a:moveTo>
                  <a:pt x="1256506" y="0"/>
                </a:moveTo>
                <a:lnTo>
                  <a:pt x="0" y="0"/>
                </a:lnTo>
                <a:lnTo>
                  <a:pt x="0" y="167534"/>
                </a:lnTo>
                <a:lnTo>
                  <a:pt x="1256506" y="167534"/>
                </a:lnTo>
                <a:lnTo>
                  <a:pt x="1256506" y="0"/>
                </a:lnTo>
                <a:close/>
              </a:path>
            </a:pathLst>
          </a:custGeom>
          <a:solidFill>
            <a:schemeClr val="accent1"/>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chemeClr val="dk1"/>
              </a:solidFill>
              <a:latin typeface="Calibri"/>
              <a:ea typeface="Calibri"/>
              <a:cs typeface="Calibri"/>
              <a:sym typeface="Calibri"/>
            </a:endParaRPr>
          </a:p>
        </p:txBody>
      </p:sp>
      <p:pic>
        <p:nvPicPr>
          <p:cNvPr id="728" name="Google Shape;728;p17"/>
          <p:cNvPicPr preferRelativeResize="0"/>
          <p:nvPr/>
        </p:nvPicPr>
        <p:blipFill rotWithShape="1">
          <a:blip r:embed="rId2">
            <a:alphaModFix/>
          </a:blip>
          <a:srcRect b="0" l="0" r="0" t="0"/>
          <a:stretch/>
        </p:blipFill>
        <p:spPr>
          <a:xfrm>
            <a:off x="8439003" y="4352324"/>
            <a:ext cx="389777" cy="51479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6">
  <p:cSld name="Text 6">
    <p:spTree>
      <p:nvGrpSpPr>
        <p:cNvPr id="729" name="Shape 729"/>
        <p:cNvGrpSpPr/>
        <p:nvPr/>
      </p:nvGrpSpPr>
      <p:grpSpPr>
        <a:xfrm>
          <a:off x="0" y="0"/>
          <a:ext cx="0" cy="0"/>
          <a:chOff x="0" y="0"/>
          <a:chExt cx="0" cy="0"/>
        </a:xfrm>
      </p:grpSpPr>
      <p:sp>
        <p:nvSpPr>
          <p:cNvPr id="730" name="Google Shape;730;p18"/>
          <p:cNvSpPr txBox="1"/>
          <p:nvPr>
            <p:ph idx="1" type="body"/>
          </p:nvPr>
        </p:nvSpPr>
        <p:spPr>
          <a:xfrm>
            <a:off x="452425" y="1383075"/>
            <a:ext cx="3650100" cy="2415000"/>
          </a:xfrm>
          <a:prstGeom prst="rect">
            <a:avLst/>
          </a:prstGeom>
          <a:noFill/>
          <a:ln>
            <a:noFill/>
          </a:ln>
        </p:spPr>
        <p:txBody>
          <a:bodyPr anchorCtr="0" anchor="t" bIns="0" lIns="0" spcFirstLastPara="1" rIns="0" wrap="square" tIns="0">
            <a:noAutofit/>
          </a:bodyPr>
          <a:lstStyle>
            <a:lvl1pPr indent="-317500" lvl="0" marL="457200" marR="0" rtl="0" algn="l">
              <a:lnSpc>
                <a:spcPct val="100000"/>
              </a:lnSpc>
              <a:spcBef>
                <a:spcPts val="0"/>
              </a:spcBef>
              <a:spcAft>
                <a:spcPts val="0"/>
              </a:spcAft>
              <a:buClr>
                <a:srgbClr val="000000"/>
              </a:buClr>
              <a:buSzPts val="1400"/>
              <a:buFont typeface="Proxima Nova"/>
              <a:buChar char="●"/>
              <a:defRPr b="0" i="0" sz="1400" u="none" cap="none" strike="noStrike">
                <a:solidFill>
                  <a:srgbClr val="000000"/>
                </a:solidFill>
                <a:latin typeface="Proxima Nova"/>
                <a:ea typeface="Proxima Nova"/>
                <a:cs typeface="Proxima Nova"/>
                <a:sym typeface="Proxima Nova"/>
              </a:defRPr>
            </a:lvl1pPr>
            <a:lvl2pPr indent="-317500" lvl="1" marL="914400" marR="0" rtl="0" algn="l">
              <a:lnSpc>
                <a:spcPct val="100000"/>
              </a:lnSpc>
              <a:spcBef>
                <a:spcPts val="0"/>
              </a:spcBef>
              <a:spcAft>
                <a:spcPts val="0"/>
              </a:spcAft>
              <a:buClr>
                <a:srgbClr val="000000"/>
              </a:buClr>
              <a:buSzPts val="1400"/>
              <a:buFont typeface="Proxima Nova"/>
              <a:buChar char="○"/>
              <a:defRPr b="0" i="0" sz="1400" u="none" cap="none" strike="noStrike">
                <a:solidFill>
                  <a:srgbClr val="000000"/>
                </a:solidFill>
                <a:latin typeface="Proxima Nova"/>
                <a:ea typeface="Proxima Nova"/>
                <a:cs typeface="Proxima Nova"/>
                <a:sym typeface="Proxima Nova"/>
              </a:defRPr>
            </a:lvl2pPr>
            <a:lvl3pPr indent="-317500" lvl="2" marL="1371600" marR="0" rtl="0" algn="l">
              <a:lnSpc>
                <a:spcPct val="100000"/>
              </a:lnSpc>
              <a:spcBef>
                <a:spcPts val="0"/>
              </a:spcBef>
              <a:spcAft>
                <a:spcPts val="0"/>
              </a:spcAft>
              <a:buClr>
                <a:srgbClr val="000000"/>
              </a:buClr>
              <a:buSzPts val="1400"/>
              <a:buFont typeface="Proxima Nova"/>
              <a:buChar char="■"/>
              <a:defRPr b="0" i="0" sz="1400" u="none" cap="none" strike="noStrike">
                <a:solidFill>
                  <a:srgbClr val="000000"/>
                </a:solidFill>
                <a:latin typeface="Proxima Nova"/>
                <a:ea typeface="Proxima Nova"/>
                <a:cs typeface="Proxima Nova"/>
                <a:sym typeface="Proxima Nova"/>
              </a:defRPr>
            </a:lvl3pPr>
            <a:lvl4pPr indent="-317500" lvl="3" marL="1828800" marR="0" rtl="0" algn="l">
              <a:lnSpc>
                <a:spcPct val="100000"/>
              </a:lnSpc>
              <a:spcBef>
                <a:spcPts val="0"/>
              </a:spcBef>
              <a:spcAft>
                <a:spcPts val="0"/>
              </a:spcAft>
              <a:buClr>
                <a:srgbClr val="000000"/>
              </a:buClr>
              <a:buSzPts val="1400"/>
              <a:buFont typeface="Proxima Nova"/>
              <a:buChar char="●"/>
              <a:defRPr b="0" i="0" sz="1400" u="none" cap="none" strike="noStrike">
                <a:solidFill>
                  <a:srgbClr val="000000"/>
                </a:solidFill>
                <a:latin typeface="Proxima Nova"/>
                <a:ea typeface="Proxima Nova"/>
                <a:cs typeface="Proxima Nova"/>
                <a:sym typeface="Proxima Nova"/>
              </a:defRPr>
            </a:lvl4pPr>
            <a:lvl5pPr indent="-317500" lvl="4" marL="2286000" marR="0" rtl="0" algn="l">
              <a:lnSpc>
                <a:spcPct val="100000"/>
              </a:lnSpc>
              <a:spcBef>
                <a:spcPts val="0"/>
              </a:spcBef>
              <a:spcAft>
                <a:spcPts val="0"/>
              </a:spcAft>
              <a:buClr>
                <a:srgbClr val="000000"/>
              </a:buClr>
              <a:buSzPts val="1400"/>
              <a:buFont typeface="Proxima Nova"/>
              <a:buChar char="○"/>
              <a:defRPr b="0" i="0" sz="1400" u="none" cap="none" strike="noStrike">
                <a:solidFill>
                  <a:srgbClr val="000000"/>
                </a:solidFill>
                <a:latin typeface="Proxima Nova"/>
                <a:ea typeface="Proxima Nova"/>
                <a:cs typeface="Proxima Nova"/>
                <a:sym typeface="Proxima Nova"/>
              </a:defRPr>
            </a:lvl5pPr>
            <a:lvl6pPr indent="-317500" lvl="5" marL="2743200" marR="0" rtl="0" algn="l">
              <a:lnSpc>
                <a:spcPct val="100000"/>
              </a:lnSpc>
              <a:spcBef>
                <a:spcPts val="0"/>
              </a:spcBef>
              <a:spcAft>
                <a:spcPts val="0"/>
              </a:spcAft>
              <a:buClr>
                <a:srgbClr val="000000"/>
              </a:buClr>
              <a:buSzPts val="1400"/>
              <a:buFont typeface="Proxima Nova"/>
              <a:buChar char="■"/>
              <a:defRPr b="0" i="0" sz="1400" u="none" cap="none" strike="noStrike">
                <a:solidFill>
                  <a:srgbClr val="000000"/>
                </a:solidFill>
                <a:latin typeface="Proxima Nova"/>
                <a:ea typeface="Proxima Nova"/>
                <a:cs typeface="Proxima Nova"/>
                <a:sym typeface="Proxima Nova"/>
              </a:defRPr>
            </a:lvl6pPr>
            <a:lvl7pPr indent="-317500" lvl="6" marL="3200400" marR="0" rtl="0" algn="l">
              <a:lnSpc>
                <a:spcPct val="100000"/>
              </a:lnSpc>
              <a:spcBef>
                <a:spcPts val="0"/>
              </a:spcBef>
              <a:spcAft>
                <a:spcPts val="0"/>
              </a:spcAft>
              <a:buClr>
                <a:srgbClr val="000000"/>
              </a:buClr>
              <a:buSzPts val="1400"/>
              <a:buFont typeface="Proxima Nova"/>
              <a:buChar char="●"/>
              <a:defRPr b="0" i="0" sz="1400" u="none" cap="none" strike="noStrike">
                <a:solidFill>
                  <a:srgbClr val="000000"/>
                </a:solidFill>
                <a:latin typeface="Proxima Nova"/>
                <a:ea typeface="Proxima Nova"/>
                <a:cs typeface="Proxima Nova"/>
                <a:sym typeface="Proxima Nova"/>
              </a:defRPr>
            </a:lvl7pPr>
            <a:lvl8pPr indent="-317500" lvl="7" marL="3657600" marR="0" rtl="0" algn="l">
              <a:lnSpc>
                <a:spcPct val="100000"/>
              </a:lnSpc>
              <a:spcBef>
                <a:spcPts val="0"/>
              </a:spcBef>
              <a:spcAft>
                <a:spcPts val="0"/>
              </a:spcAft>
              <a:buClr>
                <a:srgbClr val="000000"/>
              </a:buClr>
              <a:buSzPts val="1400"/>
              <a:buFont typeface="Proxima Nova"/>
              <a:buChar char="○"/>
              <a:defRPr b="0" i="0" sz="1400" u="none" cap="none" strike="noStrike">
                <a:solidFill>
                  <a:srgbClr val="000000"/>
                </a:solidFill>
                <a:latin typeface="Proxima Nova"/>
                <a:ea typeface="Proxima Nova"/>
                <a:cs typeface="Proxima Nova"/>
                <a:sym typeface="Proxima Nova"/>
              </a:defRPr>
            </a:lvl8pPr>
            <a:lvl9pPr indent="-317500" lvl="8" marL="4114800" marR="0" rtl="0" algn="l">
              <a:lnSpc>
                <a:spcPct val="100000"/>
              </a:lnSpc>
              <a:spcBef>
                <a:spcPts val="0"/>
              </a:spcBef>
              <a:spcAft>
                <a:spcPts val="0"/>
              </a:spcAft>
              <a:buClr>
                <a:srgbClr val="000000"/>
              </a:buClr>
              <a:buSzPts val="1400"/>
              <a:buFont typeface="Proxima Nova"/>
              <a:buChar char="■"/>
              <a:defRPr b="0" i="0" sz="1400" u="none" cap="none" strike="noStrike">
                <a:solidFill>
                  <a:srgbClr val="000000"/>
                </a:solidFill>
                <a:latin typeface="Proxima Nova"/>
                <a:ea typeface="Proxima Nova"/>
                <a:cs typeface="Proxima Nova"/>
                <a:sym typeface="Proxima Nova"/>
              </a:defRPr>
            </a:lvl9pPr>
          </a:lstStyle>
          <a:p/>
        </p:txBody>
      </p:sp>
      <p:grpSp>
        <p:nvGrpSpPr>
          <p:cNvPr id="731" name="Google Shape;731;p18"/>
          <p:cNvGrpSpPr/>
          <p:nvPr/>
        </p:nvGrpSpPr>
        <p:grpSpPr>
          <a:xfrm>
            <a:off x="8533002" y="307017"/>
            <a:ext cx="242955" cy="278663"/>
            <a:chOff x="18292080" y="1008720"/>
            <a:chExt cx="741846" cy="846743"/>
          </a:xfrm>
        </p:grpSpPr>
        <p:sp>
          <p:nvSpPr>
            <p:cNvPr id="732" name="Google Shape;732;p18"/>
            <p:cNvSpPr/>
            <p:nvPr/>
          </p:nvSpPr>
          <p:spPr>
            <a:xfrm>
              <a:off x="18292080" y="1008720"/>
              <a:ext cx="741680" cy="846455"/>
            </a:xfrm>
            <a:custGeom>
              <a:rect b="b" l="l" r="r" t="t"/>
              <a:pathLst>
                <a:path extrusionOk="0" h="846455" w="741680">
                  <a:moveTo>
                    <a:pt x="370669" y="0"/>
                  </a:moveTo>
                  <a:lnTo>
                    <a:pt x="15706" y="200077"/>
                  </a:lnTo>
                  <a:lnTo>
                    <a:pt x="0" y="227281"/>
                  </a:lnTo>
                  <a:lnTo>
                    <a:pt x="0" y="619017"/>
                  </a:lnTo>
                  <a:lnTo>
                    <a:pt x="359821" y="844906"/>
                  </a:lnTo>
                  <a:lnTo>
                    <a:pt x="365245" y="846298"/>
                  </a:lnTo>
                  <a:lnTo>
                    <a:pt x="376093" y="846298"/>
                  </a:lnTo>
                  <a:lnTo>
                    <a:pt x="381517" y="844906"/>
                  </a:lnTo>
                  <a:lnTo>
                    <a:pt x="496331" y="778615"/>
                  </a:lnTo>
                  <a:lnTo>
                    <a:pt x="370669" y="778615"/>
                  </a:lnTo>
                  <a:lnTo>
                    <a:pt x="62825" y="600882"/>
                  </a:lnTo>
                  <a:lnTo>
                    <a:pt x="62825" y="245416"/>
                  </a:lnTo>
                  <a:lnTo>
                    <a:pt x="370669" y="67683"/>
                  </a:lnTo>
                  <a:lnTo>
                    <a:pt x="496317" y="67683"/>
                  </a:lnTo>
                  <a:lnTo>
                    <a:pt x="386375" y="4209"/>
                  </a:lnTo>
                  <a:lnTo>
                    <a:pt x="378734" y="1052"/>
                  </a:lnTo>
                  <a:lnTo>
                    <a:pt x="370669" y="0"/>
                  </a:lnTo>
                  <a:close/>
                </a:path>
                <a:path extrusionOk="0" h="846455" w="741680">
                  <a:moveTo>
                    <a:pt x="496317" y="67683"/>
                  </a:moveTo>
                  <a:lnTo>
                    <a:pt x="370669" y="67683"/>
                  </a:lnTo>
                  <a:lnTo>
                    <a:pt x="678513" y="245416"/>
                  </a:lnTo>
                  <a:lnTo>
                    <a:pt x="678513" y="600882"/>
                  </a:lnTo>
                  <a:lnTo>
                    <a:pt x="370669" y="778615"/>
                  </a:lnTo>
                  <a:lnTo>
                    <a:pt x="496331" y="778615"/>
                  </a:lnTo>
                  <a:lnTo>
                    <a:pt x="725632" y="646221"/>
                  </a:lnTo>
                  <a:lnTo>
                    <a:pt x="741338" y="619017"/>
                  </a:lnTo>
                  <a:lnTo>
                    <a:pt x="741338" y="227281"/>
                  </a:lnTo>
                  <a:lnTo>
                    <a:pt x="740251" y="219084"/>
                  </a:lnTo>
                  <a:lnTo>
                    <a:pt x="737129" y="211574"/>
                  </a:lnTo>
                  <a:lnTo>
                    <a:pt x="732185" y="205117"/>
                  </a:lnTo>
                  <a:lnTo>
                    <a:pt x="725632" y="200077"/>
                  </a:lnTo>
                  <a:lnTo>
                    <a:pt x="496317" y="67683"/>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733" name="Google Shape;733;p18"/>
            <p:cNvSpPr/>
            <p:nvPr/>
          </p:nvSpPr>
          <p:spPr>
            <a:xfrm>
              <a:off x="18323491" y="1235998"/>
              <a:ext cx="339725" cy="588010"/>
            </a:xfrm>
            <a:custGeom>
              <a:rect b="b" l="l" r="r" t="t"/>
              <a:pathLst>
                <a:path extrusionOk="0" h="588010" w="339725">
                  <a:moveTo>
                    <a:pt x="0" y="0"/>
                  </a:moveTo>
                  <a:lnTo>
                    <a:pt x="0" y="391736"/>
                  </a:lnTo>
                  <a:lnTo>
                    <a:pt x="339256" y="587615"/>
                  </a:lnTo>
                  <a:lnTo>
                    <a:pt x="339256" y="195868"/>
                  </a:lnTo>
                  <a:lnTo>
                    <a:pt x="0" y="0"/>
                  </a:lnTo>
                  <a:close/>
                </a:path>
              </a:pathLst>
            </a:custGeom>
            <a:solidFill>
              <a:srgbClr val="901F7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734" name="Google Shape;734;p18"/>
            <p:cNvSpPr/>
            <p:nvPr/>
          </p:nvSpPr>
          <p:spPr>
            <a:xfrm>
              <a:off x="18292080" y="1204588"/>
              <a:ext cx="402590" cy="650875"/>
            </a:xfrm>
            <a:custGeom>
              <a:rect b="b" l="l" r="r" t="t"/>
              <a:pathLst>
                <a:path extrusionOk="0" h="650875" w="402590">
                  <a:moveTo>
                    <a:pt x="31412" y="0"/>
                  </a:moveTo>
                  <a:lnTo>
                    <a:pt x="1087" y="23215"/>
                  </a:lnTo>
                  <a:lnTo>
                    <a:pt x="0" y="31412"/>
                  </a:lnTo>
                  <a:lnTo>
                    <a:pt x="0" y="423149"/>
                  </a:lnTo>
                  <a:lnTo>
                    <a:pt x="359821" y="649037"/>
                  </a:lnTo>
                  <a:lnTo>
                    <a:pt x="365245" y="650430"/>
                  </a:lnTo>
                  <a:lnTo>
                    <a:pt x="376093" y="650430"/>
                  </a:lnTo>
                  <a:lnTo>
                    <a:pt x="402081" y="619017"/>
                  </a:lnTo>
                  <a:lnTo>
                    <a:pt x="402081" y="564611"/>
                  </a:lnTo>
                  <a:lnTo>
                    <a:pt x="339256" y="564611"/>
                  </a:lnTo>
                  <a:lnTo>
                    <a:pt x="62825" y="405013"/>
                  </a:lnTo>
                  <a:lnTo>
                    <a:pt x="62825" y="85819"/>
                  </a:lnTo>
                  <a:lnTo>
                    <a:pt x="188472" y="85819"/>
                  </a:lnTo>
                  <a:lnTo>
                    <a:pt x="47118" y="4209"/>
                  </a:lnTo>
                  <a:lnTo>
                    <a:pt x="39477" y="1052"/>
                  </a:lnTo>
                  <a:lnTo>
                    <a:pt x="31412" y="0"/>
                  </a:lnTo>
                  <a:close/>
                </a:path>
                <a:path extrusionOk="0" h="650875" w="402590">
                  <a:moveTo>
                    <a:pt x="188472" y="85819"/>
                  </a:moveTo>
                  <a:lnTo>
                    <a:pt x="62825" y="85819"/>
                  </a:lnTo>
                  <a:lnTo>
                    <a:pt x="339256" y="245416"/>
                  </a:lnTo>
                  <a:lnTo>
                    <a:pt x="339256" y="564611"/>
                  </a:lnTo>
                  <a:lnTo>
                    <a:pt x="402081" y="564611"/>
                  </a:lnTo>
                  <a:lnTo>
                    <a:pt x="402081" y="227281"/>
                  </a:lnTo>
                  <a:lnTo>
                    <a:pt x="400994" y="219084"/>
                  </a:lnTo>
                  <a:lnTo>
                    <a:pt x="397872" y="211574"/>
                  </a:lnTo>
                  <a:lnTo>
                    <a:pt x="392929" y="205117"/>
                  </a:lnTo>
                  <a:lnTo>
                    <a:pt x="386375" y="200077"/>
                  </a:lnTo>
                  <a:lnTo>
                    <a:pt x="188472" y="85819"/>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735" name="Google Shape;735;p18"/>
            <p:cNvSpPr/>
            <p:nvPr/>
          </p:nvSpPr>
          <p:spPr>
            <a:xfrm>
              <a:off x="18662748" y="1236001"/>
              <a:ext cx="339725" cy="588010"/>
            </a:xfrm>
            <a:custGeom>
              <a:rect b="b" l="l" r="r" t="t"/>
              <a:pathLst>
                <a:path extrusionOk="0" h="588010" w="339725">
                  <a:moveTo>
                    <a:pt x="339256" y="0"/>
                  </a:moveTo>
                  <a:lnTo>
                    <a:pt x="0" y="195868"/>
                  </a:lnTo>
                  <a:lnTo>
                    <a:pt x="0" y="587605"/>
                  </a:lnTo>
                  <a:lnTo>
                    <a:pt x="339256" y="391736"/>
                  </a:lnTo>
                  <a:lnTo>
                    <a:pt x="339256"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736" name="Google Shape;736;p18"/>
            <p:cNvSpPr/>
            <p:nvPr/>
          </p:nvSpPr>
          <p:spPr>
            <a:xfrm>
              <a:off x="18631336" y="1204582"/>
              <a:ext cx="402590" cy="650875"/>
            </a:xfrm>
            <a:custGeom>
              <a:rect b="b" l="l" r="r" t="t"/>
              <a:pathLst>
                <a:path extrusionOk="0" h="650875" w="402590">
                  <a:moveTo>
                    <a:pt x="370669" y="0"/>
                  </a:moveTo>
                  <a:lnTo>
                    <a:pt x="15706" y="200081"/>
                  </a:lnTo>
                  <a:lnTo>
                    <a:pt x="0" y="227284"/>
                  </a:lnTo>
                  <a:lnTo>
                    <a:pt x="0" y="619032"/>
                  </a:lnTo>
                  <a:lnTo>
                    <a:pt x="25988" y="650444"/>
                  </a:lnTo>
                  <a:lnTo>
                    <a:pt x="36836" y="650444"/>
                  </a:lnTo>
                  <a:lnTo>
                    <a:pt x="42260" y="649041"/>
                  </a:lnTo>
                  <a:lnTo>
                    <a:pt x="188484" y="564615"/>
                  </a:lnTo>
                  <a:lnTo>
                    <a:pt x="62825" y="564615"/>
                  </a:lnTo>
                  <a:lnTo>
                    <a:pt x="62825" y="245420"/>
                  </a:lnTo>
                  <a:lnTo>
                    <a:pt x="339256" y="85823"/>
                  </a:lnTo>
                  <a:lnTo>
                    <a:pt x="402081" y="85823"/>
                  </a:lnTo>
                  <a:lnTo>
                    <a:pt x="402081" y="31416"/>
                  </a:lnTo>
                  <a:lnTo>
                    <a:pt x="378712" y="1051"/>
                  </a:lnTo>
                  <a:lnTo>
                    <a:pt x="370669" y="0"/>
                  </a:lnTo>
                  <a:close/>
                </a:path>
                <a:path extrusionOk="0" h="650875" w="402590">
                  <a:moveTo>
                    <a:pt x="402081" y="85823"/>
                  </a:moveTo>
                  <a:lnTo>
                    <a:pt x="339256" y="85823"/>
                  </a:lnTo>
                  <a:lnTo>
                    <a:pt x="339256" y="405017"/>
                  </a:lnTo>
                  <a:lnTo>
                    <a:pt x="62825" y="564615"/>
                  </a:lnTo>
                  <a:lnTo>
                    <a:pt x="188484" y="564615"/>
                  </a:lnTo>
                  <a:lnTo>
                    <a:pt x="386375" y="450356"/>
                  </a:lnTo>
                  <a:lnTo>
                    <a:pt x="392929" y="445316"/>
                  </a:lnTo>
                  <a:lnTo>
                    <a:pt x="397872" y="438859"/>
                  </a:lnTo>
                  <a:lnTo>
                    <a:pt x="400994" y="431350"/>
                  </a:lnTo>
                  <a:lnTo>
                    <a:pt x="402081" y="423153"/>
                  </a:lnTo>
                  <a:lnTo>
                    <a:pt x="402081" y="85823"/>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grpSp>
      <p:grpSp>
        <p:nvGrpSpPr>
          <p:cNvPr id="737" name="Google Shape;737;p18"/>
          <p:cNvGrpSpPr/>
          <p:nvPr/>
        </p:nvGrpSpPr>
        <p:grpSpPr>
          <a:xfrm>
            <a:off x="7797003" y="325795"/>
            <a:ext cx="465059" cy="407604"/>
            <a:chOff x="15817545" y="812840"/>
            <a:chExt cx="1420027" cy="1238541"/>
          </a:xfrm>
        </p:grpSpPr>
        <p:sp>
          <p:nvSpPr>
            <p:cNvPr id="738" name="Google Shape;738;p18"/>
            <p:cNvSpPr/>
            <p:nvPr/>
          </p:nvSpPr>
          <p:spPr>
            <a:xfrm>
              <a:off x="15817545" y="812840"/>
              <a:ext cx="1419859" cy="846455"/>
            </a:xfrm>
            <a:custGeom>
              <a:rect b="b" l="l" r="r" t="t"/>
              <a:pathLst>
                <a:path extrusionOk="0" h="846455" w="1419859">
                  <a:moveTo>
                    <a:pt x="1049182" y="0"/>
                  </a:moveTo>
                  <a:lnTo>
                    <a:pt x="15706" y="591824"/>
                  </a:lnTo>
                  <a:lnTo>
                    <a:pt x="0" y="619028"/>
                  </a:lnTo>
                  <a:lnTo>
                    <a:pt x="1087" y="627225"/>
                  </a:lnTo>
                  <a:lnTo>
                    <a:pt x="359821" y="844916"/>
                  </a:lnTo>
                  <a:lnTo>
                    <a:pt x="365245" y="846319"/>
                  </a:lnTo>
                  <a:lnTo>
                    <a:pt x="376093" y="846319"/>
                  </a:lnTo>
                  <a:lnTo>
                    <a:pt x="381517" y="844916"/>
                  </a:lnTo>
                  <a:lnTo>
                    <a:pt x="496335" y="778625"/>
                  </a:lnTo>
                  <a:lnTo>
                    <a:pt x="370669" y="778625"/>
                  </a:lnTo>
                  <a:lnTo>
                    <a:pt x="94237" y="619028"/>
                  </a:lnTo>
                  <a:lnTo>
                    <a:pt x="1049182" y="67683"/>
                  </a:lnTo>
                  <a:lnTo>
                    <a:pt x="1174830" y="67683"/>
                  </a:lnTo>
                  <a:lnTo>
                    <a:pt x="1064889" y="4209"/>
                  </a:lnTo>
                  <a:lnTo>
                    <a:pt x="1057247" y="1052"/>
                  </a:lnTo>
                  <a:lnTo>
                    <a:pt x="1049182" y="0"/>
                  </a:lnTo>
                  <a:close/>
                </a:path>
                <a:path extrusionOk="0" h="846455" w="1419859">
                  <a:moveTo>
                    <a:pt x="1174830" y="67683"/>
                  </a:moveTo>
                  <a:lnTo>
                    <a:pt x="1049182" y="67683"/>
                  </a:lnTo>
                  <a:lnTo>
                    <a:pt x="1325614" y="227281"/>
                  </a:lnTo>
                  <a:lnTo>
                    <a:pt x="370669" y="778625"/>
                  </a:lnTo>
                  <a:lnTo>
                    <a:pt x="496335" y="778625"/>
                  </a:lnTo>
                  <a:lnTo>
                    <a:pt x="1404145" y="254494"/>
                  </a:lnTo>
                  <a:lnTo>
                    <a:pt x="1410699" y="249449"/>
                  </a:lnTo>
                  <a:lnTo>
                    <a:pt x="1415642" y="242988"/>
                  </a:lnTo>
                  <a:lnTo>
                    <a:pt x="1418764" y="235477"/>
                  </a:lnTo>
                  <a:lnTo>
                    <a:pt x="1419852" y="227281"/>
                  </a:lnTo>
                  <a:lnTo>
                    <a:pt x="1418764" y="219088"/>
                  </a:lnTo>
                  <a:lnTo>
                    <a:pt x="1415642" y="211578"/>
                  </a:lnTo>
                  <a:lnTo>
                    <a:pt x="1410699" y="205118"/>
                  </a:lnTo>
                  <a:lnTo>
                    <a:pt x="1404145" y="200077"/>
                  </a:lnTo>
                  <a:lnTo>
                    <a:pt x="1174830" y="67683"/>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739" name="Google Shape;739;p18"/>
            <p:cNvSpPr/>
            <p:nvPr/>
          </p:nvSpPr>
          <p:spPr>
            <a:xfrm>
              <a:off x="16188216" y="1040125"/>
              <a:ext cx="1017905" cy="979805"/>
            </a:xfrm>
            <a:custGeom>
              <a:rect b="b" l="l" r="r" t="t"/>
              <a:pathLst>
                <a:path extrusionOk="0" h="979805" w="1017905">
                  <a:moveTo>
                    <a:pt x="1017770" y="0"/>
                  </a:moveTo>
                  <a:lnTo>
                    <a:pt x="0" y="587615"/>
                  </a:lnTo>
                  <a:lnTo>
                    <a:pt x="0" y="979352"/>
                  </a:lnTo>
                  <a:lnTo>
                    <a:pt x="1017770" y="391747"/>
                  </a:lnTo>
                  <a:lnTo>
                    <a:pt x="1017770" y="0"/>
                  </a:lnTo>
                  <a:close/>
                </a:path>
              </a:pathLst>
            </a:custGeom>
            <a:solidFill>
              <a:srgbClr val="CC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740" name="Google Shape;740;p18"/>
            <p:cNvSpPr/>
            <p:nvPr/>
          </p:nvSpPr>
          <p:spPr>
            <a:xfrm>
              <a:off x="16156803" y="1008712"/>
              <a:ext cx="1080769" cy="1042669"/>
            </a:xfrm>
            <a:custGeom>
              <a:rect b="b" l="l" r="r" t="t"/>
              <a:pathLst>
                <a:path extrusionOk="0" h="1042669" w="1080769">
                  <a:moveTo>
                    <a:pt x="1049182" y="0"/>
                  </a:moveTo>
                  <a:lnTo>
                    <a:pt x="15706" y="591824"/>
                  </a:lnTo>
                  <a:lnTo>
                    <a:pt x="0" y="619028"/>
                  </a:lnTo>
                  <a:lnTo>
                    <a:pt x="0" y="1010765"/>
                  </a:lnTo>
                  <a:lnTo>
                    <a:pt x="25988" y="1042177"/>
                  </a:lnTo>
                  <a:lnTo>
                    <a:pt x="36836" y="1042177"/>
                  </a:lnTo>
                  <a:lnTo>
                    <a:pt x="42260" y="1040774"/>
                  </a:lnTo>
                  <a:lnTo>
                    <a:pt x="188474" y="956358"/>
                  </a:lnTo>
                  <a:lnTo>
                    <a:pt x="62825" y="956358"/>
                  </a:lnTo>
                  <a:lnTo>
                    <a:pt x="62825" y="637163"/>
                  </a:lnTo>
                  <a:lnTo>
                    <a:pt x="1017770" y="85819"/>
                  </a:lnTo>
                  <a:lnTo>
                    <a:pt x="1080595" y="85819"/>
                  </a:lnTo>
                  <a:lnTo>
                    <a:pt x="1080595" y="31412"/>
                  </a:lnTo>
                  <a:lnTo>
                    <a:pt x="1057247" y="1052"/>
                  </a:lnTo>
                  <a:lnTo>
                    <a:pt x="1049182" y="0"/>
                  </a:lnTo>
                  <a:close/>
                </a:path>
                <a:path extrusionOk="0" h="1042669" w="1080769">
                  <a:moveTo>
                    <a:pt x="1080595" y="85819"/>
                  </a:moveTo>
                  <a:lnTo>
                    <a:pt x="1017770" y="85819"/>
                  </a:lnTo>
                  <a:lnTo>
                    <a:pt x="1017770" y="405024"/>
                  </a:lnTo>
                  <a:lnTo>
                    <a:pt x="62825" y="956358"/>
                  </a:lnTo>
                  <a:lnTo>
                    <a:pt x="188474" y="956358"/>
                  </a:lnTo>
                  <a:lnTo>
                    <a:pt x="1064889" y="450363"/>
                  </a:lnTo>
                  <a:lnTo>
                    <a:pt x="1071442" y="445322"/>
                  </a:lnTo>
                  <a:lnTo>
                    <a:pt x="1076386" y="438862"/>
                  </a:lnTo>
                  <a:lnTo>
                    <a:pt x="1079507" y="431352"/>
                  </a:lnTo>
                  <a:lnTo>
                    <a:pt x="1080595" y="423159"/>
                  </a:lnTo>
                  <a:lnTo>
                    <a:pt x="1080595" y="85819"/>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741" name="Google Shape;741;p18"/>
            <p:cNvSpPr/>
            <p:nvPr/>
          </p:nvSpPr>
          <p:spPr>
            <a:xfrm>
              <a:off x="15848959" y="1431868"/>
              <a:ext cx="339725" cy="588010"/>
            </a:xfrm>
            <a:custGeom>
              <a:rect b="b" l="l" r="r" t="t"/>
              <a:pathLst>
                <a:path extrusionOk="0" h="588010" w="339725">
                  <a:moveTo>
                    <a:pt x="0" y="0"/>
                  </a:moveTo>
                  <a:lnTo>
                    <a:pt x="0" y="391747"/>
                  </a:lnTo>
                  <a:lnTo>
                    <a:pt x="339256" y="587615"/>
                  </a:lnTo>
                  <a:lnTo>
                    <a:pt x="339256" y="195868"/>
                  </a:lnTo>
                  <a:lnTo>
                    <a:pt x="0"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742" name="Google Shape;742;p18"/>
            <p:cNvSpPr/>
            <p:nvPr/>
          </p:nvSpPr>
          <p:spPr>
            <a:xfrm>
              <a:off x="15817545" y="1400451"/>
              <a:ext cx="402590" cy="650875"/>
            </a:xfrm>
            <a:custGeom>
              <a:rect b="b" l="l" r="r" t="t"/>
              <a:pathLst>
                <a:path extrusionOk="0" h="650875" w="402590">
                  <a:moveTo>
                    <a:pt x="31412" y="0"/>
                  </a:moveTo>
                  <a:lnTo>
                    <a:pt x="1087" y="23220"/>
                  </a:lnTo>
                  <a:lnTo>
                    <a:pt x="0" y="31412"/>
                  </a:lnTo>
                  <a:lnTo>
                    <a:pt x="0" y="423159"/>
                  </a:lnTo>
                  <a:lnTo>
                    <a:pt x="359821" y="649037"/>
                  </a:lnTo>
                  <a:lnTo>
                    <a:pt x="365245" y="650440"/>
                  </a:lnTo>
                  <a:lnTo>
                    <a:pt x="376093" y="650440"/>
                  </a:lnTo>
                  <a:lnTo>
                    <a:pt x="402081" y="619028"/>
                  </a:lnTo>
                  <a:lnTo>
                    <a:pt x="402081" y="564621"/>
                  </a:lnTo>
                  <a:lnTo>
                    <a:pt x="339256" y="564621"/>
                  </a:lnTo>
                  <a:lnTo>
                    <a:pt x="62825" y="405024"/>
                  </a:lnTo>
                  <a:lnTo>
                    <a:pt x="62825" y="85829"/>
                  </a:lnTo>
                  <a:lnTo>
                    <a:pt x="188483" y="85829"/>
                  </a:lnTo>
                  <a:lnTo>
                    <a:pt x="47118" y="4209"/>
                  </a:lnTo>
                  <a:lnTo>
                    <a:pt x="39477" y="1052"/>
                  </a:lnTo>
                  <a:lnTo>
                    <a:pt x="31412" y="0"/>
                  </a:lnTo>
                  <a:close/>
                </a:path>
                <a:path extrusionOk="0" h="650875" w="402590">
                  <a:moveTo>
                    <a:pt x="188483" y="85829"/>
                  </a:moveTo>
                  <a:lnTo>
                    <a:pt x="62825" y="85829"/>
                  </a:lnTo>
                  <a:lnTo>
                    <a:pt x="339256" y="245427"/>
                  </a:lnTo>
                  <a:lnTo>
                    <a:pt x="339256" y="564621"/>
                  </a:lnTo>
                  <a:lnTo>
                    <a:pt x="402081" y="564621"/>
                  </a:lnTo>
                  <a:lnTo>
                    <a:pt x="402081" y="227291"/>
                  </a:lnTo>
                  <a:lnTo>
                    <a:pt x="400994" y="219094"/>
                  </a:lnTo>
                  <a:lnTo>
                    <a:pt x="397872" y="211585"/>
                  </a:lnTo>
                  <a:lnTo>
                    <a:pt x="392929" y="205127"/>
                  </a:lnTo>
                  <a:lnTo>
                    <a:pt x="386375" y="200088"/>
                  </a:lnTo>
                  <a:lnTo>
                    <a:pt x="188483" y="85829"/>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grpSp>
      <p:grpSp>
        <p:nvGrpSpPr>
          <p:cNvPr id="743" name="Google Shape;743;p18"/>
          <p:cNvGrpSpPr/>
          <p:nvPr/>
        </p:nvGrpSpPr>
        <p:grpSpPr>
          <a:xfrm>
            <a:off x="8330772" y="733401"/>
            <a:ext cx="465060" cy="407491"/>
            <a:chOff x="17674542" y="2138203"/>
            <a:chExt cx="1420032" cy="1238197"/>
          </a:xfrm>
        </p:grpSpPr>
        <p:sp>
          <p:nvSpPr>
            <p:cNvPr id="744" name="Google Shape;744;p18"/>
            <p:cNvSpPr/>
            <p:nvPr/>
          </p:nvSpPr>
          <p:spPr>
            <a:xfrm>
              <a:off x="17674542" y="2138203"/>
              <a:ext cx="402590" cy="650875"/>
            </a:xfrm>
            <a:custGeom>
              <a:rect b="b" l="l" r="r" t="t"/>
              <a:pathLst>
                <a:path extrusionOk="0" h="650875" w="402590">
                  <a:moveTo>
                    <a:pt x="370675" y="0"/>
                  </a:moveTo>
                  <a:lnTo>
                    <a:pt x="15706" y="200088"/>
                  </a:lnTo>
                  <a:lnTo>
                    <a:pt x="0" y="227291"/>
                  </a:lnTo>
                  <a:lnTo>
                    <a:pt x="0" y="619038"/>
                  </a:lnTo>
                  <a:lnTo>
                    <a:pt x="25988" y="650451"/>
                  </a:lnTo>
                  <a:lnTo>
                    <a:pt x="36836" y="650451"/>
                  </a:lnTo>
                  <a:lnTo>
                    <a:pt x="42260" y="649048"/>
                  </a:lnTo>
                  <a:lnTo>
                    <a:pt x="188488" y="564621"/>
                  </a:lnTo>
                  <a:lnTo>
                    <a:pt x="62825" y="564621"/>
                  </a:lnTo>
                  <a:lnTo>
                    <a:pt x="62825" y="245427"/>
                  </a:lnTo>
                  <a:lnTo>
                    <a:pt x="339267" y="85829"/>
                  </a:lnTo>
                  <a:lnTo>
                    <a:pt x="402092" y="85829"/>
                  </a:lnTo>
                  <a:lnTo>
                    <a:pt x="402092" y="31423"/>
                  </a:lnTo>
                  <a:lnTo>
                    <a:pt x="378740" y="1052"/>
                  </a:lnTo>
                  <a:lnTo>
                    <a:pt x="370675" y="0"/>
                  </a:lnTo>
                  <a:close/>
                </a:path>
                <a:path extrusionOk="0" h="650875" w="402590">
                  <a:moveTo>
                    <a:pt x="402092" y="85829"/>
                  </a:moveTo>
                  <a:lnTo>
                    <a:pt x="339267" y="85829"/>
                  </a:lnTo>
                  <a:lnTo>
                    <a:pt x="339267" y="405024"/>
                  </a:lnTo>
                  <a:lnTo>
                    <a:pt x="62825" y="564621"/>
                  </a:lnTo>
                  <a:lnTo>
                    <a:pt x="188488" y="564621"/>
                  </a:lnTo>
                  <a:lnTo>
                    <a:pt x="386386" y="450363"/>
                  </a:lnTo>
                  <a:lnTo>
                    <a:pt x="392939" y="445323"/>
                  </a:lnTo>
                  <a:lnTo>
                    <a:pt x="397883" y="438866"/>
                  </a:lnTo>
                  <a:lnTo>
                    <a:pt x="401004" y="431356"/>
                  </a:lnTo>
                  <a:lnTo>
                    <a:pt x="402092" y="423159"/>
                  </a:lnTo>
                  <a:lnTo>
                    <a:pt x="402092" y="85829"/>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745" name="Google Shape;745;p18"/>
            <p:cNvSpPr/>
            <p:nvPr/>
          </p:nvSpPr>
          <p:spPr>
            <a:xfrm>
              <a:off x="18045217" y="2169622"/>
              <a:ext cx="1017905" cy="979805"/>
            </a:xfrm>
            <a:custGeom>
              <a:rect b="b" l="l" r="r" t="t"/>
              <a:pathLst>
                <a:path extrusionOk="0" h="979805" w="1017905">
                  <a:moveTo>
                    <a:pt x="0" y="0"/>
                  </a:moveTo>
                  <a:lnTo>
                    <a:pt x="0" y="391736"/>
                  </a:lnTo>
                  <a:lnTo>
                    <a:pt x="1017770" y="979352"/>
                  </a:lnTo>
                  <a:lnTo>
                    <a:pt x="1017770" y="587615"/>
                  </a:lnTo>
                  <a:lnTo>
                    <a:pt x="0" y="0"/>
                  </a:lnTo>
                  <a:close/>
                </a:path>
              </a:pathLst>
            </a:custGeom>
            <a:solidFill>
              <a:srgbClr val="00852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746" name="Google Shape;746;p18"/>
            <p:cNvSpPr/>
            <p:nvPr/>
          </p:nvSpPr>
          <p:spPr>
            <a:xfrm>
              <a:off x="18013805" y="2138204"/>
              <a:ext cx="1080769" cy="1042669"/>
            </a:xfrm>
            <a:custGeom>
              <a:rect b="b" l="l" r="r" t="t"/>
              <a:pathLst>
                <a:path extrusionOk="0" h="1042669" w="1080769">
                  <a:moveTo>
                    <a:pt x="31412" y="0"/>
                  </a:moveTo>
                  <a:lnTo>
                    <a:pt x="1087" y="23220"/>
                  </a:lnTo>
                  <a:lnTo>
                    <a:pt x="0" y="31412"/>
                  </a:lnTo>
                  <a:lnTo>
                    <a:pt x="0" y="423159"/>
                  </a:lnTo>
                  <a:lnTo>
                    <a:pt x="1038334" y="1040785"/>
                  </a:lnTo>
                  <a:lnTo>
                    <a:pt x="1043758" y="1042188"/>
                  </a:lnTo>
                  <a:lnTo>
                    <a:pt x="1054606" y="1042188"/>
                  </a:lnTo>
                  <a:lnTo>
                    <a:pt x="1080595" y="1010775"/>
                  </a:lnTo>
                  <a:lnTo>
                    <a:pt x="1080595" y="956358"/>
                  </a:lnTo>
                  <a:lnTo>
                    <a:pt x="1017770" y="956358"/>
                  </a:lnTo>
                  <a:lnTo>
                    <a:pt x="62825" y="405024"/>
                  </a:lnTo>
                  <a:lnTo>
                    <a:pt x="62825" y="85829"/>
                  </a:lnTo>
                  <a:lnTo>
                    <a:pt x="188488" y="85829"/>
                  </a:lnTo>
                  <a:lnTo>
                    <a:pt x="47118" y="4209"/>
                  </a:lnTo>
                  <a:lnTo>
                    <a:pt x="39477" y="1052"/>
                  </a:lnTo>
                  <a:lnTo>
                    <a:pt x="31412" y="0"/>
                  </a:lnTo>
                  <a:close/>
                </a:path>
                <a:path extrusionOk="0" h="1042669" w="1080769">
                  <a:moveTo>
                    <a:pt x="188488" y="85829"/>
                  </a:moveTo>
                  <a:lnTo>
                    <a:pt x="62825" y="85829"/>
                  </a:lnTo>
                  <a:lnTo>
                    <a:pt x="1017770" y="637163"/>
                  </a:lnTo>
                  <a:lnTo>
                    <a:pt x="1017770" y="956358"/>
                  </a:lnTo>
                  <a:lnTo>
                    <a:pt x="1080595" y="956358"/>
                  </a:lnTo>
                  <a:lnTo>
                    <a:pt x="1080595" y="619028"/>
                  </a:lnTo>
                  <a:lnTo>
                    <a:pt x="1079507" y="610831"/>
                  </a:lnTo>
                  <a:lnTo>
                    <a:pt x="1076386" y="603321"/>
                  </a:lnTo>
                  <a:lnTo>
                    <a:pt x="1071442" y="596864"/>
                  </a:lnTo>
                  <a:lnTo>
                    <a:pt x="1064889" y="591824"/>
                  </a:lnTo>
                  <a:lnTo>
                    <a:pt x="188488" y="85829"/>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747" name="Google Shape;747;p18"/>
            <p:cNvSpPr/>
            <p:nvPr/>
          </p:nvSpPr>
          <p:spPr>
            <a:xfrm>
              <a:off x="17705952" y="2561359"/>
              <a:ext cx="1357630" cy="783589"/>
            </a:xfrm>
            <a:custGeom>
              <a:rect b="b" l="l" r="r" t="t"/>
              <a:pathLst>
                <a:path extrusionOk="0" h="783589" w="1357630">
                  <a:moveTo>
                    <a:pt x="339267" y="0"/>
                  </a:moveTo>
                  <a:lnTo>
                    <a:pt x="0" y="195878"/>
                  </a:lnTo>
                  <a:lnTo>
                    <a:pt x="1017780" y="783483"/>
                  </a:lnTo>
                  <a:lnTo>
                    <a:pt x="1357037" y="587615"/>
                  </a:lnTo>
                  <a:lnTo>
                    <a:pt x="339267"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748" name="Google Shape;748;p18"/>
            <p:cNvSpPr/>
            <p:nvPr/>
          </p:nvSpPr>
          <p:spPr>
            <a:xfrm>
              <a:off x="17674542" y="2529946"/>
              <a:ext cx="1419859" cy="846454"/>
            </a:xfrm>
            <a:custGeom>
              <a:rect b="b" l="l" r="r" t="t"/>
              <a:pathLst>
                <a:path extrusionOk="0" h="846454" w="1419859">
                  <a:moveTo>
                    <a:pt x="370675" y="0"/>
                  </a:moveTo>
                  <a:lnTo>
                    <a:pt x="15706" y="200088"/>
                  </a:lnTo>
                  <a:lnTo>
                    <a:pt x="0" y="227291"/>
                  </a:lnTo>
                  <a:lnTo>
                    <a:pt x="1087" y="235488"/>
                  </a:lnTo>
                  <a:lnTo>
                    <a:pt x="1038345" y="844906"/>
                  </a:lnTo>
                  <a:lnTo>
                    <a:pt x="1043769" y="846309"/>
                  </a:lnTo>
                  <a:lnTo>
                    <a:pt x="1054617" y="846309"/>
                  </a:lnTo>
                  <a:lnTo>
                    <a:pt x="1060041" y="844906"/>
                  </a:lnTo>
                  <a:lnTo>
                    <a:pt x="1174842" y="778625"/>
                  </a:lnTo>
                  <a:lnTo>
                    <a:pt x="1049193" y="778625"/>
                  </a:lnTo>
                  <a:lnTo>
                    <a:pt x="94237" y="227291"/>
                  </a:lnTo>
                  <a:lnTo>
                    <a:pt x="370679" y="67683"/>
                  </a:lnTo>
                  <a:lnTo>
                    <a:pt x="496326" y="67683"/>
                  </a:lnTo>
                  <a:lnTo>
                    <a:pt x="386386" y="4209"/>
                  </a:lnTo>
                  <a:lnTo>
                    <a:pt x="378740" y="1052"/>
                  </a:lnTo>
                  <a:lnTo>
                    <a:pt x="370675" y="0"/>
                  </a:lnTo>
                  <a:close/>
                </a:path>
                <a:path extrusionOk="0" h="846454" w="1419859">
                  <a:moveTo>
                    <a:pt x="496326" y="67683"/>
                  </a:moveTo>
                  <a:lnTo>
                    <a:pt x="370679" y="67683"/>
                  </a:lnTo>
                  <a:lnTo>
                    <a:pt x="1325624" y="619028"/>
                  </a:lnTo>
                  <a:lnTo>
                    <a:pt x="1049193" y="778625"/>
                  </a:lnTo>
                  <a:lnTo>
                    <a:pt x="1174842" y="778625"/>
                  </a:lnTo>
                  <a:lnTo>
                    <a:pt x="1404156" y="646231"/>
                  </a:lnTo>
                  <a:lnTo>
                    <a:pt x="1410709" y="641191"/>
                  </a:lnTo>
                  <a:lnTo>
                    <a:pt x="1415653" y="634734"/>
                  </a:lnTo>
                  <a:lnTo>
                    <a:pt x="1418774" y="627225"/>
                  </a:lnTo>
                  <a:lnTo>
                    <a:pt x="1419862" y="619028"/>
                  </a:lnTo>
                  <a:lnTo>
                    <a:pt x="1418774" y="610831"/>
                  </a:lnTo>
                  <a:lnTo>
                    <a:pt x="1415653" y="603321"/>
                  </a:lnTo>
                  <a:lnTo>
                    <a:pt x="1410709" y="596864"/>
                  </a:lnTo>
                  <a:lnTo>
                    <a:pt x="1404156" y="591824"/>
                  </a:lnTo>
                  <a:lnTo>
                    <a:pt x="496326" y="67683"/>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grpSp>
      <p:sp>
        <p:nvSpPr>
          <p:cNvPr id="749" name="Google Shape;749;p18"/>
          <p:cNvSpPr txBox="1"/>
          <p:nvPr>
            <p:ph idx="2" type="body"/>
          </p:nvPr>
        </p:nvSpPr>
        <p:spPr>
          <a:xfrm>
            <a:off x="4523750" y="1383075"/>
            <a:ext cx="3650100" cy="2415000"/>
          </a:xfrm>
          <a:prstGeom prst="rect">
            <a:avLst/>
          </a:prstGeom>
          <a:noFill/>
          <a:ln>
            <a:noFill/>
          </a:ln>
        </p:spPr>
        <p:txBody>
          <a:bodyPr anchorCtr="0" anchor="t" bIns="0" lIns="0" spcFirstLastPara="1" rIns="0" wrap="square" tIns="0">
            <a:noAutofit/>
          </a:bodyPr>
          <a:lstStyle>
            <a:lvl1pPr indent="-317500" lvl="0" marL="457200" marR="0" rtl="0" algn="l">
              <a:lnSpc>
                <a:spcPct val="100000"/>
              </a:lnSpc>
              <a:spcBef>
                <a:spcPts val="0"/>
              </a:spcBef>
              <a:spcAft>
                <a:spcPts val="0"/>
              </a:spcAft>
              <a:buClr>
                <a:srgbClr val="000000"/>
              </a:buClr>
              <a:buSzPts val="1400"/>
              <a:buFont typeface="Proxima Nova"/>
              <a:buChar char="●"/>
              <a:defRPr b="0" i="0" sz="1400" u="none" cap="none" strike="noStrike">
                <a:solidFill>
                  <a:srgbClr val="000000"/>
                </a:solidFill>
                <a:latin typeface="Proxima Nova"/>
                <a:ea typeface="Proxima Nova"/>
                <a:cs typeface="Proxima Nova"/>
                <a:sym typeface="Proxima Nova"/>
              </a:defRPr>
            </a:lvl1pPr>
            <a:lvl2pPr indent="-317500" lvl="1" marL="914400" marR="0" rtl="0" algn="l">
              <a:lnSpc>
                <a:spcPct val="100000"/>
              </a:lnSpc>
              <a:spcBef>
                <a:spcPts val="0"/>
              </a:spcBef>
              <a:spcAft>
                <a:spcPts val="0"/>
              </a:spcAft>
              <a:buClr>
                <a:srgbClr val="000000"/>
              </a:buClr>
              <a:buSzPts val="1400"/>
              <a:buFont typeface="Proxima Nova"/>
              <a:buChar char="○"/>
              <a:defRPr b="0" i="0" sz="1400" u="none" cap="none" strike="noStrike">
                <a:solidFill>
                  <a:srgbClr val="000000"/>
                </a:solidFill>
                <a:latin typeface="Proxima Nova"/>
                <a:ea typeface="Proxima Nova"/>
                <a:cs typeface="Proxima Nova"/>
                <a:sym typeface="Proxima Nova"/>
              </a:defRPr>
            </a:lvl2pPr>
            <a:lvl3pPr indent="-317500" lvl="2" marL="1371600" marR="0" rtl="0" algn="l">
              <a:lnSpc>
                <a:spcPct val="100000"/>
              </a:lnSpc>
              <a:spcBef>
                <a:spcPts val="0"/>
              </a:spcBef>
              <a:spcAft>
                <a:spcPts val="0"/>
              </a:spcAft>
              <a:buClr>
                <a:srgbClr val="000000"/>
              </a:buClr>
              <a:buSzPts val="1400"/>
              <a:buFont typeface="Proxima Nova"/>
              <a:buChar char="■"/>
              <a:defRPr b="0" i="0" sz="1400" u="none" cap="none" strike="noStrike">
                <a:solidFill>
                  <a:srgbClr val="000000"/>
                </a:solidFill>
                <a:latin typeface="Proxima Nova"/>
                <a:ea typeface="Proxima Nova"/>
                <a:cs typeface="Proxima Nova"/>
                <a:sym typeface="Proxima Nova"/>
              </a:defRPr>
            </a:lvl3pPr>
            <a:lvl4pPr indent="-317500" lvl="3" marL="1828800" marR="0" rtl="0" algn="l">
              <a:lnSpc>
                <a:spcPct val="100000"/>
              </a:lnSpc>
              <a:spcBef>
                <a:spcPts val="0"/>
              </a:spcBef>
              <a:spcAft>
                <a:spcPts val="0"/>
              </a:spcAft>
              <a:buClr>
                <a:srgbClr val="000000"/>
              </a:buClr>
              <a:buSzPts val="1400"/>
              <a:buFont typeface="Proxima Nova"/>
              <a:buChar char="●"/>
              <a:defRPr b="0" i="0" sz="1400" u="none" cap="none" strike="noStrike">
                <a:solidFill>
                  <a:srgbClr val="000000"/>
                </a:solidFill>
                <a:latin typeface="Proxima Nova"/>
                <a:ea typeface="Proxima Nova"/>
                <a:cs typeface="Proxima Nova"/>
                <a:sym typeface="Proxima Nova"/>
              </a:defRPr>
            </a:lvl4pPr>
            <a:lvl5pPr indent="-317500" lvl="4" marL="2286000" marR="0" rtl="0" algn="l">
              <a:lnSpc>
                <a:spcPct val="100000"/>
              </a:lnSpc>
              <a:spcBef>
                <a:spcPts val="0"/>
              </a:spcBef>
              <a:spcAft>
                <a:spcPts val="0"/>
              </a:spcAft>
              <a:buClr>
                <a:srgbClr val="000000"/>
              </a:buClr>
              <a:buSzPts val="1400"/>
              <a:buFont typeface="Proxima Nova"/>
              <a:buChar char="○"/>
              <a:defRPr b="0" i="0" sz="1400" u="none" cap="none" strike="noStrike">
                <a:solidFill>
                  <a:srgbClr val="000000"/>
                </a:solidFill>
                <a:latin typeface="Proxima Nova"/>
                <a:ea typeface="Proxima Nova"/>
                <a:cs typeface="Proxima Nova"/>
                <a:sym typeface="Proxima Nova"/>
              </a:defRPr>
            </a:lvl5pPr>
            <a:lvl6pPr indent="-317500" lvl="5" marL="2743200" marR="0" rtl="0" algn="l">
              <a:lnSpc>
                <a:spcPct val="100000"/>
              </a:lnSpc>
              <a:spcBef>
                <a:spcPts val="0"/>
              </a:spcBef>
              <a:spcAft>
                <a:spcPts val="0"/>
              </a:spcAft>
              <a:buClr>
                <a:srgbClr val="000000"/>
              </a:buClr>
              <a:buSzPts val="1400"/>
              <a:buFont typeface="Proxima Nova"/>
              <a:buChar char="■"/>
              <a:defRPr b="0" i="0" sz="1400" u="none" cap="none" strike="noStrike">
                <a:solidFill>
                  <a:srgbClr val="000000"/>
                </a:solidFill>
                <a:latin typeface="Proxima Nova"/>
                <a:ea typeface="Proxima Nova"/>
                <a:cs typeface="Proxima Nova"/>
                <a:sym typeface="Proxima Nova"/>
              </a:defRPr>
            </a:lvl6pPr>
            <a:lvl7pPr indent="-317500" lvl="6" marL="3200400" marR="0" rtl="0" algn="l">
              <a:lnSpc>
                <a:spcPct val="100000"/>
              </a:lnSpc>
              <a:spcBef>
                <a:spcPts val="0"/>
              </a:spcBef>
              <a:spcAft>
                <a:spcPts val="0"/>
              </a:spcAft>
              <a:buClr>
                <a:srgbClr val="000000"/>
              </a:buClr>
              <a:buSzPts val="1400"/>
              <a:buFont typeface="Proxima Nova"/>
              <a:buChar char="●"/>
              <a:defRPr b="0" i="0" sz="1400" u="none" cap="none" strike="noStrike">
                <a:solidFill>
                  <a:srgbClr val="000000"/>
                </a:solidFill>
                <a:latin typeface="Proxima Nova"/>
                <a:ea typeface="Proxima Nova"/>
                <a:cs typeface="Proxima Nova"/>
                <a:sym typeface="Proxima Nova"/>
              </a:defRPr>
            </a:lvl7pPr>
            <a:lvl8pPr indent="-317500" lvl="7" marL="3657600" marR="0" rtl="0" algn="l">
              <a:lnSpc>
                <a:spcPct val="100000"/>
              </a:lnSpc>
              <a:spcBef>
                <a:spcPts val="0"/>
              </a:spcBef>
              <a:spcAft>
                <a:spcPts val="0"/>
              </a:spcAft>
              <a:buClr>
                <a:srgbClr val="000000"/>
              </a:buClr>
              <a:buSzPts val="1400"/>
              <a:buFont typeface="Proxima Nova"/>
              <a:buChar char="○"/>
              <a:defRPr b="0" i="0" sz="1400" u="none" cap="none" strike="noStrike">
                <a:solidFill>
                  <a:srgbClr val="000000"/>
                </a:solidFill>
                <a:latin typeface="Proxima Nova"/>
                <a:ea typeface="Proxima Nova"/>
                <a:cs typeface="Proxima Nova"/>
                <a:sym typeface="Proxima Nova"/>
              </a:defRPr>
            </a:lvl8pPr>
            <a:lvl9pPr indent="-317500" lvl="8" marL="4114800" marR="0" rtl="0" algn="l">
              <a:lnSpc>
                <a:spcPct val="100000"/>
              </a:lnSpc>
              <a:spcBef>
                <a:spcPts val="0"/>
              </a:spcBef>
              <a:spcAft>
                <a:spcPts val="0"/>
              </a:spcAft>
              <a:buClr>
                <a:srgbClr val="000000"/>
              </a:buClr>
              <a:buSzPts val="1400"/>
              <a:buFont typeface="Proxima Nova"/>
              <a:buChar char="■"/>
              <a:defRPr b="0" i="0" sz="1400" u="none" cap="none" strike="noStrike">
                <a:solidFill>
                  <a:srgbClr val="000000"/>
                </a:solidFill>
                <a:latin typeface="Proxima Nova"/>
                <a:ea typeface="Proxima Nova"/>
                <a:cs typeface="Proxima Nova"/>
                <a:sym typeface="Proxima Nova"/>
              </a:defRPr>
            </a:lvl9pPr>
          </a:lstStyle>
          <a:p/>
        </p:txBody>
      </p:sp>
      <p:sp>
        <p:nvSpPr>
          <p:cNvPr id="750" name="Google Shape;750;p18"/>
          <p:cNvSpPr txBox="1"/>
          <p:nvPr>
            <p:ph type="title"/>
          </p:nvPr>
        </p:nvSpPr>
        <p:spPr>
          <a:xfrm>
            <a:off x="452424" y="351725"/>
            <a:ext cx="7164759" cy="344700"/>
          </a:xfrm>
          <a:prstGeom prst="rect">
            <a:avLst/>
          </a:prstGeom>
          <a:noFill/>
          <a:ln>
            <a:noFill/>
          </a:ln>
        </p:spPr>
        <p:txBody>
          <a:bodyPr anchorCtr="0" anchor="t" bIns="0" lIns="0" spcFirstLastPara="1" rIns="0" wrap="square" tIns="0">
            <a:noAutofit/>
          </a:bodyPr>
          <a:lstStyle>
            <a:lvl1pPr lvl="0" marR="0" rtl="0" algn="l">
              <a:lnSpc>
                <a:spcPct val="80000"/>
              </a:lnSpc>
              <a:spcBef>
                <a:spcPts val="0"/>
              </a:spcBef>
              <a:spcAft>
                <a:spcPts val="0"/>
              </a:spcAft>
              <a:buClr>
                <a:srgbClr val="000000"/>
              </a:buClr>
              <a:buSzPts val="2800"/>
              <a:buFont typeface="Proxima Nova"/>
              <a:buNone/>
              <a:defRPr b="1" i="0" sz="2800" u="none" cap="none" strike="noStrike">
                <a:solidFill>
                  <a:srgbClr val="000000"/>
                </a:solidFill>
                <a:latin typeface="Proxima Nova"/>
                <a:ea typeface="Proxima Nova"/>
                <a:cs typeface="Proxima Nova"/>
                <a:sym typeface="Proxima Nova"/>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751" name="Google Shape;751;p18"/>
          <p:cNvSpPr/>
          <p:nvPr/>
        </p:nvSpPr>
        <p:spPr>
          <a:xfrm>
            <a:off x="452437" y="728934"/>
            <a:ext cx="571782" cy="76276"/>
          </a:xfrm>
          <a:custGeom>
            <a:rect b="b" l="l" r="r" t="t"/>
            <a:pathLst>
              <a:path extrusionOk="0" h="167639" w="1256664">
                <a:moveTo>
                  <a:pt x="1256506" y="0"/>
                </a:moveTo>
                <a:lnTo>
                  <a:pt x="0" y="0"/>
                </a:lnTo>
                <a:lnTo>
                  <a:pt x="0" y="167534"/>
                </a:lnTo>
                <a:lnTo>
                  <a:pt x="1256506" y="167534"/>
                </a:lnTo>
                <a:lnTo>
                  <a:pt x="1256506" y="0"/>
                </a:lnTo>
                <a:close/>
              </a:path>
            </a:pathLst>
          </a:custGeom>
          <a:solidFill>
            <a:schemeClr val="accent1"/>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chemeClr val="dk1"/>
              </a:solidFill>
              <a:latin typeface="Calibri"/>
              <a:ea typeface="Calibri"/>
              <a:cs typeface="Calibri"/>
              <a:sym typeface="Calibri"/>
            </a:endParaRPr>
          </a:p>
        </p:txBody>
      </p:sp>
      <p:pic>
        <p:nvPicPr>
          <p:cNvPr id="752" name="Google Shape;752;p18"/>
          <p:cNvPicPr preferRelativeResize="0"/>
          <p:nvPr/>
        </p:nvPicPr>
        <p:blipFill rotWithShape="1">
          <a:blip r:embed="rId2">
            <a:alphaModFix/>
          </a:blip>
          <a:srcRect b="0" l="0" r="0" t="0"/>
          <a:stretch/>
        </p:blipFill>
        <p:spPr>
          <a:xfrm>
            <a:off x="8439003" y="4352324"/>
            <a:ext cx="389777" cy="514799"/>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7">
  <p:cSld name="Text 7">
    <p:spTree>
      <p:nvGrpSpPr>
        <p:cNvPr id="753" name="Shape 753"/>
        <p:cNvGrpSpPr/>
        <p:nvPr/>
      </p:nvGrpSpPr>
      <p:grpSpPr>
        <a:xfrm>
          <a:off x="0" y="0"/>
          <a:ext cx="0" cy="0"/>
          <a:chOff x="0" y="0"/>
          <a:chExt cx="0" cy="0"/>
        </a:xfrm>
      </p:grpSpPr>
      <p:sp>
        <p:nvSpPr>
          <p:cNvPr id="754" name="Google Shape;754;p19"/>
          <p:cNvSpPr txBox="1"/>
          <p:nvPr>
            <p:ph idx="1" type="body"/>
          </p:nvPr>
        </p:nvSpPr>
        <p:spPr>
          <a:xfrm>
            <a:off x="6045125" y="1382575"/>
            <a:ext cx="2505600" cy="2867100"/>
          </a:xfrm>
          <a:prstGeom prst="rect">
            <a:avLst/>
          </a:prstGeom>
          <a:noFill/>
          <a:ln>
            <a:noFill/>
          </a:ln>
        </p:spPr>
        <p:txBody>
          <a:bodyPr anchorCtr="0" anchor="t" bIns="0" lIns="0" spcFirstLastPara="1" rIns="0" wrap="square" tIns="0">
            <a:noAutofit/>
          </a:bodyPr>
          <a:lstStyle>
            <a:lvl1pPr indent="-317500" lvl="0" marL="457200" marR="0" rtl="0" algn="l">
              <a:lnSpc>
                <a:spcPct val="100000"/>
              </a:lnSpc>
              <a:spcBef>
                <a:spcPts val="0"/>
              </a:spcBef>
              <a:spcAft>
                <a:spcPts val="0"/>
              </a:spcAft>
              <a:buClr>
                <a:srgbClr val="000000"/>
              </a:buClr>
              <a:buSzPts val="1400"/>
              <a:buFont typeface="Proxima Nova"/>
              <a:buChar char="●"/>
              <a:defRPr b="0" i="0" sz="1400" u="none" cap="none" strike="noStrike">
                <a:solidFill>
                  <a:srgbClr val="000000"/>
                </a:solidFill>
                <a:latin typeface="Proxima Nova"/>
                <a:ea typeface="Proxima Nova"/>
                <a:cs typeface="Proxima Nova"/>
                <a:sym typeface="Proxima Nova"/>
              </a:defRPr>
            </a:lvl1pPr>
            <a:lvl2pPr indent="-317500" lvl="1" marL="914400" marR="0" rtl="0" algn="l">
              <a:lnSpc>
                <a:spcPct val="100000"/>
              </a:lnSpc>
              <a:spcBef>
                <a:spcPts val="0"/>
              </a:spcBef>
              <a:spcAft>
                <a:spcPts val="0"/>
              </a:spcAft>
              <a:buClr>
                <a:srgbClr val="000000"/>
              </a:buClr>
              <a:buSzPts val="1400"/>
              <a:buFont typeface="Proxima Nova"/>
              <a:buChar char="○"/>
              <a:defRPr b="0" i="0" sz="1400" u="none" cap="none" strike="noStrike">
                <a:solidFill>
                  <a:srgbClr val="000000"/>
                </a:solidFill>
                <a:latin typeface="Proxima Nova"/>
                <a:ea typeface="Proxima Nova"/>
                <a:cs typeface="Proxima Nova"/>
                <a:sym typeface="Proxima Nova"/>
              </a:defRPr>
            </a:lvl2pPr>
            <a:lvl3pPr indent="-317500" lvl="2" marL="1371600" marR="0" rtl="0" algn="l">
              <a:lnSpc>
                <a:spcPct val="100000"/>
              </a:lnSpc>
              <a:spcBef>
                <a:spcPts val="0"/>
              </a:spcBef>
              <a:spcAft>
                <a:spcPts val="0"/>
              </a:spcAft>
              <a:buClr>
                <a:srgbClr val="000000"/>
              </a:buClr>
              <a:buSzPts val="1400"/>
              <a:buFont typeface="Proxima Nova"/>
              <a:buChar char="■"/>
              <a:defRPr b="0" i="0" sz="1400" u="none" cap="none" strike="noStrike">
                <a:solidFill>
                  <a:srgbClr val="000000"/>
                </a:solidFill>
                <a:latin typeface="Proxima Nova"/>
                <a:ea typeface="Proxima Nova"/>
                <a:cs typeface="Proxima Nova"/>
                <a:sym typeface="Proxima Nova"/>
              </a:defRPr>
            </a:lvl3pPr>
            <a:lvl4pPr indent="-317500" lvl="3" marL="1828800" marR="0" rtl="0" algn="l">
              <a:lnSpc>
                <a:spcPct val="100000"/>
              </a:lnSpc>
              <a:spcBef>
                <a:spcPts val="0"/>
              </a:spcBef>
              <a:spcAft>
                <a:spcPts val="0"/>
              </a:spcAft>
              <a:buClr>
                <a:srgbClr val="000000"/>
              </a:buClr>
              <a:buSzPts val="1400"/>
              <a:buFont typeface="Proxima Nova"/>
              <a:buChar char="●"/>
              <a:defRPr b="0" i="0" sz="1400" u="none" cap="none" strike="noStrike">
                <a:solidFill>
                  <a:srgbClr val="000000"/>
                </a:solidFill>
                <a:latin typeface="Proxima Nova"/>
                <a:ea typeface="Proxima Nova"/>
                <a:cs typeface="Proxima Nova"/>
                <a:sym typeface="Proxima Nova"/>
              </a:defRPr>
            </a:lvl4pPr>
            <a:lvl5pPr indent="-317500" lvl="4" marL="2286000" marR="0" rtl="0" algn="l">
              <a:lnSpc>
                <a:spcPct val="100000"/>
              </a:lnSpc>
              <a:spcBef>
                <a:spcPts val="0"/>
              </a:spcBef>
              <a:spcAft>
                <a:spcPts val="0"/>
              </a:spcAft>
              <a:buClr>
                <a:srgbClr val="000000"/>
              </a:buClr>
              <a:buSzPts val="1400"/>
              <a:buFont typeface="Proxima Nova"/>
              <a:buChar char="○"/>
              <a:defRPr b="0" i="0" sz="1400" u="none" cap="none" strike="noStrike">
                <a:solidFill>
                  <a:srgbClr val="000000"/>
                </a:solidFill>
                <a:latin typeface="Proxima Nova"/>
                <a:ea typeface="Proxima Nova"/>
                <a:cs typeface="Proxima Nova"/>
                <a:sym typeface="Proxima Nova"/>
              </a:defRPr>
            </a:lvl5pPr>
            <a:lvl6pPr indent="-317500" lvl="5" marL="2743200" marR="0" rtl="0" algn="l">
              <a:lnSpc>
                <a:spcPct val="100000"/>
              </a:lnSpc>
              <a:spcBef>
                <a:spcPts val="0"/>
              </a:spcBef>
              <a:spcAft>
                <a:spcPts val="0"/>
              </a:spcAft>
              <a:buClr>
                <a:srgbClr val="000000"/>
              </a:buClr>
              <a:buSzPts val="1400"/>
              <a:buFont typeface="Proxima Nova"/>
              <a:buChar char="■"/>
              <a:defRPr b="0" i="0" sz="1400" u="none" cap="none" strike="noStrike">
                <a:solidFill>
                  <a:srgbClr val="000000"/>
                </a:solidFill>
                <a:latin typeface="Proxima Nova"/>
                <a:ea typeface="Proxima Nova"/>
                <a:cs typeface="Proxima Nova"/>
                <a:sym typeface="Proxima Nova"/>
              </a:defRPr>
            </a:lvl6pPr>
            <a:lvl7pPr indent="-317500" lvl="6" marL="3200400" marR="0" rtl="0" algn="l">
              <a:lnSpc>
                <a:spcPct val="100000"/>
              </a:lnSpc>
              <a:spcBef>
                <a:spcPts val="0"/>
              </a:spcBef>
              <a:spcAft>
                <a:spcPts val="0"/>
              </a:spcAft>
              <a:buClr>
                <a:srgbClr val="000000"/>
              </a:buClr>
              <a:buSzPts val="1400"/>
              <a:buFont typeface="Proxima Nova"/>
              <a:buChar char="●"/>
              <a:defRPr b="0" i="0" sz="1400" u="none" cap="none" strike="noStrike">
                <a:solidFill>
                  <a:srgbClr val="000000"/>
                </a:solidFill>
                <a:latin typeface="Proxima Nova"/>
                <a:ea typeface="Proxima Nova"/>
                <a:cs typeface="Proxima Nova"/>
                <a:sym typeface="Proxima Nova"/>
              </a:defRPr>
            </a:lvl7pPr>
            <a:lvl8pPr indent="-317500" lvl="7" marL="3657600" marR="0" rtl="0" algn="l">
              <a:lnSpc>
                <a:spcPct val="100000"/>
              </a:lnSpc>
              <a:spcBef>
                <a:spcPts val="0"/>
              </a:spcBef>
              <a:spcAft>
                <a:spcPts val="0"/>
              </a:spcAft>
              <a:buClr>
                <a:srgbClr val="000000"/>
              </a:buClr>
              <a:buSzPts val="1400"/>
              <a:buFont typeface="Proxima Nova"/>
              <a:buChar char="○"/>
              <a:defRPr b="0" i="0" sz="1400" u="none" cap="none" strike="noStrike">
                <a:solidFill>
                  <a:srgbClr val="000000"/>
                </a:solidFill>
                <a:latin typeface="Proxima Nova"/>
                <a:ea typeface="Proxima Nova"/>
                <a:cs typeface="Proxima Nova"/>
                <a:sym typeface="Proxima Nova"/>
              </a:defRPr>
            </a:lvl8pPr>
            <a:lvl9pPr indent="-317500" lvl="8" marL="4114800" marR="0" rtl="0" algn="l">
              <a:lnSpc>
                <a:spcPct val="100000"/>
              </a:lnSpc>
              <a:spcBef>
                <a:spcPts val="0"/>
              </a:spcBef>
              <a:spcAft>
                <a:spcPts val="0"/>
              </a:spcAft>
              <a:buClr>
                <a:srgbClr val="000000"/>
              </a:buClr>
              <a:buSzPts val="1400"/>
              <a:buFont typeface="Proxima Nova"/>
              <a:buChar char="■"/>
              <a:defRPr b="0" i="0" sz="1400" u="none" cap="none" strike="noStrike">
                <a:solidFill>
                  <a:srgbClr val="000000"/>
                </a:solidFill>
                <a:latin typeface="Proxima Nova"/>
                <a:ea typeface="Proxima Nova"/>
                <a:cs typeface="Proxima Nova"/>
                <a:sym typeface="Proxima Nova"/>
              </a:defRPr>
            </a:lvl9pPr>
          </a:lstStyle>
          <a:p/>
        </p:txBody>
      </p:sp>
      <p:sp>
        <p:nvSpPr>
          <p:cNvPr id="755" name="Google Shape;755;p19"/>
          <p:cNvSpPr txBox="1"/>
          <p:nvPr>
            <p:ph idx="2" type="body"/>
          </p:nvPr>
        </p:nvSpPr>
        <p:spPr>
          <a:xfrm>
            <a:off x="458200" y="1382575"/>
            <a:ext cx="2505600" cy="2867100"/>
          </a:xfrm>
          <a:prstGeom prst="rect">
            <a:avLst/>
          </a:prstGeom>
          <a:noFill/>
          <a:ln>
            <a:noFill/>
          </a:ln>
        </p:spPr>
        <p:txBody>
          <a:bodyPr anchorCtr="0" anchor="t" bIns="0" lIns="0" spcFirstLastPara="1" rIns="0" wrap="square" tIns="0">
            <a:noAutofit/>
          </a:bodyPr>
          <a:lstStyle>
            <a:lvl1pPr indent="-317500" lvl="0" marL="457200" marR="0" rtl="0" algn="l">
              <a:lnSpc>
                <a:spcPct val="100000"/>
              </a:lnSpc>
              <a:spcBef>
                <a:spcPts val="0"/>
              </a:spcBef>
              <a:spcAft>
                <a:spcPts val="0"/>
              </a:spcAft>
              <a:buClr>
                <a:srgbClr val="000000"/>
              </a:buClr>
              <a:buSzPts val="1400"/>
              <a:buFont typeface="Proxima Nova"/>
              <a:buChar char="●"/>
              <a:defRPr b="0" i="0" sz="1400" u="none" cap="none" strike="noStrike">
                <a:solidFill>
                  <a:srgbClr val="000000"/>
                </a:solidFill>
                <a:latin typeface="Proxima Nova"/>
                <a:ea typeface="Proxima Nova"/>
                <a:cs typeface="Proxima Nova"/>
                <a:sym typeface="Proxima Nova"/>
              </a:defRPr>
            </a:lvl1pPr>
            <a:lvl2pPr indent="-317500" lvl="1" marL="914400" marR="0" rtl="0" algn="l">
              <a:lnSpc>
                <a:spcPct val="100000"/>
              </a:lnSpc>
              <a:spcBef>
                <a:spcPts val="0"/>
              </a:spcBef>
              <a:spcAft>
                <a:spcPts val="0"/>
              </a:spcAft>
              <a:buClr>
                <a:srgbClr val="000000"/>
              </a:buClr>
              <a:buSzPts val="1400"/>
              <a:buFont typeface="Proxima Nova"/>
              <a:buChar char="○"/>
              <a:defRPr b="0" i="0" sz="1400" u="none" cap="none" strike="noStrike">
                <a:solidFill>
                  <a:srgbClr val="000000"/>
                </a:solidFill>
                <a:latin typeface="Proxima Nova"/>
                <a:ea typeface="Proxima Nova"/>
                <a:cs typeface="Proxima Nova"/>
                <a:sym typeface="Proxima Nova"/>
              </a:defRPr>
            </a:lvl2pPr>
            <a:lvl3pPr indent="-317500" lvl="2" marL="1371600" marR="0" rtl="0" algn="l">
              <a:lnSpc>
                <a:spcPct val="100000"/>
              </a:lnSpc>
              <a:spcBef>
                <a:spcPts val="0"/>
              </a:spcBef>
              <a:spcAft>
                <a:spcPts val="0"/>
              </a:spcAft>
              <a:buClr>
                <a:srgbClr val="000000"/>
              </a:buClr>
              <a:buSzPts val="1400"/>
              <a:buFont typeface="Proxima Nova"/>
              <a:buChar char="■"/>
              <a:defRPr b="0" i="0" sz="1400" u="none" cap="none" strike="noStrike">
                <a:solidFill>
                  <a:srgbClr val="000000"/>
                </a:solidFill>
                <a:latin typeface="Proxima Nova"/>
                <a:ea typeface="Proxima Nova"/>
                <a:cs typeface="Proxima Nova"/>
                <a:sym typeface="Proxima Nova"/>
              </a:defRPr>
            </a:lvl3pPr>
            <a:lvl4pPr indent="-317500" lvl="3" marL="1828800" marR="0" rtl="0" algn="l">
              <a:lnSpc>
                <a:spcPct val="100000"/>
              </a:lnSpc>
              <a:spcBef>
                <a:spcPts val="0"/>
              </a:spcBef>
              <a:spcAft>
                <a:spcPts val="0"/>
              </a:spcAft>
              <a:buClr>
                <a:srgbClr val="000000"/>
              </a:buClr>
              <a:buSzPts val="1400"/>
              <a:buFont typeface="Proxima Nova"/>
              <a:buChar char="●"/>
              <a:defRPr b="0" i="0" sz="1400" u="none" cap="none" strike="noStrike">
                <a:solidFill>
                  <a:srgbClr val="000000"/>
                </a:solidFill>
                <a:latin typeface="Proxima Nova"/>
                <a:ea typeface="Proxima Nova"/>
                <a:cs typeface="Proxima Nova"/>
                <a:sym typeface="Proxima Nova"/>
              </a:defRPr>
            </a:lvl4pPr>
            <a:lvl5pPr indent="-317500" lvl="4" marL="2286000" marR="0" rtl="0" algn="l">
              <a:lnSpc>
                <a:spcPct val="100000"/>
              </a:lnSpc>
              <a:spcBef>
                <a:spcPts val="0"/>
              </a:spcBef>
              <a:spcAft>
                <a:spcPts val="0"/>
              </a:spcAft>
              <a:buClr>
                <a:srgbClr val="000000"/>
              </a:buClr>
              <a:buSzPts val="1400"/>
              <a:buFont typeface="Proxima Nova"/>
              <a:buChar char="○"/>
              <a:defRPr b="0" i="0" sz="1400" u="none" cap="none" strike="noStrike">
                <a:solidFill>
                  <a:srgbClr val="000000"/>
                </a:solidFill>
                <a:latin typeface="Proxima Nova"/>
                <a:ea typeface="Proxima Nova"/>
                <a:cs typeface="Proxima Nova"/>
                <a:sym typeface="Proxima Nova"/>
              </a:defRPr>
            </a:lvl5pPr>
            <a:lvl6pPr indent="-317500" lvl="5" marL="2743200" marR="0" rtl="0" algn="l">
              <a:lnSpc>
                <a:spcPct val="100000"/>
              </a:lnSpc>
              <a:spcBef>
                <a:spcPts val="0"/>
              </a:spcBef>
              <a:spcAft>
                <a:spcPts val="0"/>
              </a:spcAft>
              <a:buClr>
                <a:srgbClr val="000000"/>
              </a:buClr>
              <a:buSzPts val="1400"/>
              <a:buFont typeface="Proxima Nova"/>
              <a:buChar char="■"/>
              <a:defRPr b="0" i="0" sz="1400" u="none" cap="none" strike="noStrike">
                <a:solidFill>
                  <a:srgbClr val="000000"/>
                </a:solidFill>
                <a:latin typeface="Proxima Nova"/>
                <a:ea typeface="Proxima Nova"/>
                <a:cs typeface="Proxima Nova"/>
                <a:sym typeface="Proxima Nova"/>
              </a:defRPr>
            </a:lvl6pPr>
            <a:lvl7pPr indent="-317500" lvl="6" marL="3200400" marR="0" rtl="0" algn="l">
              <a:lnSpc>
                <a:spcPct val="100000"/>
              </a:lnSpc>
              <a:spcBef>
                <a:spcPts val="0"/>
              </a:spcBef>
              <a:spcAft>
                <a:spcPts val="0"/>
              </a:spcAft>
              <a:buClr>
                <a:srgbClr val="000000"/>
              </a:buClr>
              <a:buSzPts val="1400"/>
              <a:buFont typeface="Proxima Nova"/>
              <a:buChar char="●"/>
              <a:defRPr b="0" i="0" sz="1400" u="none" cap="none" strike="noStrike">
                <a:solidFill>
                  <a:srgbClr val="000000"/>
                </a:solidFill>
                <a:latin typeface="Proxima Nova"/>
                <a:ea typeface="Proxima Nova"/>
                <a:cs typeface="Proxima Nova"/>
                <a:sym typeface="Proxima Nova"/>
              </a:defRPr>
            </a:lvl7pPr>
            <a:lvl8pPr indent="-317500" lvl="7" marL="3657600" marR="0" rtl="0" algn="l">
              <a:lnSpc>
                <a:spcPct val="100000"/>
              </a:lnSpc>
              <a:spcBef>
                <a:spcPts val="0"/>
              </a:spcBef>
              <a:spcAft>
                <a:spcPts val="0"/>
              </a:spcAft>
              <a:buClr>
                <a:srgbClr val="000000"/>
              </a:buClr>
              <a:buSzPts val="1400"/>
              <a:buFont typeface="Proxima Nova"/>
              <a:buChar char="○"/>
              <a:defRPr b="0" i="0" sz="1400" u="none" cap="none" strike="noStrike">
                <a:solidFill>
                  <a:srgbClr val="000000"/>
                </a:solidFill>
                <a:latin typeface="Proxima Nova"/>
                <a:ea typeface="Proxima Nova"/>
                <a:cs typeface="Proxima Nova"/>
                <a:sym typeface="Proxima Nova"/>
              </a:defRPr>
            </a:lvl8pPr>
            <a:lvl9pPr indent="-317500" lvl="8" marL="4114800" marR="0" rtl="0" algn="l">
              <a:lnSpc>
                <a:spcPct val="100000"/>
              </a:lnSpc>
              <a:spcBef>
                <a:spcPts val="0"/>
              </a:spcBef>
              <a:spcAft>
                <a:spcPts val="0"/>
              </a:spcAft>
              <a:buClr>
                <a:srgbClr val="000000"/>
              </a:buClr>
              <a:buSzPts val="1400"/>
              <a:buFont typeface="Proxima Nova"/>
              <a:buChar char="■"/>
              <a:defRPr b="0" i="0" sz="1400" u="none" cap="none" strike="noStrike">
                <a:solidFill>
                  <a:srgbClr val="000000"/>
                </a:solidFill>
                <a:latin typeface="Proxima Nova"/>
                <a:ea typeface="Proxima Nova"/>
                <a:cs typeface="Proxima Nova"/>
                <a:sym typeface="Proxima Nova"/>
              </a:defRPr>
            </a:lvl9pPr>
          </a:lstStyle>
          <a:p/>
        </p:txBody>
      </p:sp>
      <p:grpSp>
        <p:nvGrpSpPr>
          <p:cNvPr id="756" name="Google Shape;756;p19"/>
          <p:cNvGrpSpPr/>
          <p:nvPr/>
        </p:nvGrpSpPr>
        <p:grpSpPr>
          <a:xfrm>
            <a:off x="8338984" y="304062"/>
            <a:ext cx="465057" cy="405373"/>
            <a:chOff x="17846550" y="487291"/>
            <a:chExt cx="1420021" cy="1238537"/>
          </a:xfrm>
        </p:grpSpPr>
        <p:sp>
          <p:nvSpPr>
            <p:cNvPr id="757" name="Google Shape;757;p19"/>
            <p:cNvSpPr/>
            <p:nvPr/>
          </p:nvSpPr>
          <p:spPr>
            <a:xfrm>
              <a:off x="17877963" y="518702"/>
              <a:ext cx="1357630" cy="783590"/>
            </a:xfrm>
            <a:custGeom>
              <a:rect b="b" l="l" r="r" t="t"/>
              <a:pathLst>
                <a:path extrusionOk="0" h="783590" w="1357630">
                  <a:moveTo>
                    <a:pt x="1017770" y="0"/>
                  </a:moveTo>
                  <a:lnTo>
                    <a:pt x="0" y="587605"/>
                  </a:lnTo>
                  <a:lnTo>
                    <a:pt x="339256" y="783483"/>
                  </a:lnTo>
                  <a:lnTo>
                    <a:pt x="1357026" y="195868"/>
                  </a:lnTo>
                  <a:lnTo>
                    <a:pt x="1017770" y="0"/>
                  </a:lnTo>
                  <a:close/>
                </a:path>
              </a:pathLst>
            </a:custGeom>
            <a:solidFill>
              <a:srgbClr val="F9C80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758" name="Google Shape;758;p19"/>
            <p:cNvSpPr/>
            <p:nvPr/>
          </p:nvSpPr>
          <p:spPr>
            <a:xfrm>
              <a:off x="17846550" y="487291"/>
              <a:ext cx="1419859" cy="846455"/>
            </a:xfrm>
            <a:custGeom>
              <a:rect b="b" l="l" r="r" t="t"/>
              <a:pathLst>
                <a:path extrusionOk="0" h="846455" w="1419859">
                  <a:moveTo>
                    <a:pt x="1049182" y="0"/>
                  </a:moveTo>
                  <a:lnTo>
                    <a:pt x="15706" y="591817"/>
                  </a:lnTo>
                  <a:lnTo>
                    <a:pt x="0" y="619020"/>
                  </a:lnTo>
                  <a:lnTo>
                    <a:pt x="1087" y="627217"/>
                  </a:lnTo>
                  <a:lnTo>
                    <a:pt x="359821" y="844908"/>
                  </a:lnTo>
                  <a:lnTo>
                    <a:pt x="365255" y="846311"/>
                  </a:lnTo>
                  <a:lnTo>
                    <a:pt x="376093" y="846311"/>
                  </a:lnTo>
                  <a:lnTo>
                    <a:pt x="381527" y="844908"/>
                  </a:lnTo>
                  <a:lnTo>
                    <a:pt x="496344" y="778617"/>
                  </a:lnTo>
                  <a:lnTo>
                    <a:pt x="370669" y="778617"/>
                  </a:lnTo>
                  <a:lnTo>
                    <a:pt x="94237" y="619020"/>
                  </a:lnTo>
                  <a:lnTo>
                    <a:pt x="1049182" y="67686"/>
                  </a:lnTo>
                  <a:lnTo>
                    <a:pt x="1174843" y="67686"/>
                  </a:lnTo>
                  <a:lnTo>
                    <a:pt x="1064889" y="4201"/>
                  </a:lnTo>
                  <a:lnTo>
                    <a:pt x="1057247" y="1050"/>
                  </a:lnTo>
                  <a:lnTo>
                    <a:pt x="1049182" y="0"/>
                  </a:lnTo>
                  <a:close/>
                </a:path>
                <a:path extrusionOk="0" h="846455" w="1419859">
                  <a:moveTo>
                    <a:pt x="1174843" y="67686"/>
                  </a:moveTo>
                  <a:lnTo>
                    <a:pt x="1049182" y="67686"/>
                  </a:lnTo>
                  <a:lnTo>
                    <a:pt x="1325614" y="227283"/>
                  </a:lnTo>
                  <a:lnTo>
                    <a:pt x="370669" y="778617"/>
                  </a:lnTo>
                  <a:lnTo>
                    <a:pt x="496344" y="778617"/>
                  </a:lnTo>
                  <a:lnTo>
                    <a:pt x="1404145" y="254487"/>
                  </a:lnTo>
                  <a:lnTo>
                    <a:pt x="1410694" y="249445"/>
                  </a:lnTo>
                  <a:lnTo>
                    <a:pt x="1415638" y="242986"/>
                  </a:lnTo>
                  <a:lnTo>
                    <a:pt x="1418762" y="235475"/>
                  </a:lnTo>
                  <a:lnTo>
                    <a:pt x="1419852" y="227283"/>
                  </a:lnTo>
                  <a:lnTo>
                    <a:pt x="1418762" y="219085"/>
                  </a:lnTo>
                  <a:lnTo>
                    <a:pt x="1415638" y="211573"/>
                  </a:lnTo>
                  <a:lnTo>
                    <a:pt x="1410694" y="205115"/>
                  </a:lnTo>
                  <a:lnTo>
                    <a:pt x="1404145" y="200080"/>
                  </a:lnTo>
                  <a:lnTo>
                    <a:pt x="1174843" y="67686"/>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759" name="Google Shape;759;p19"/>
            <p:cNvSpPr/>
            <p:nvPr/>
          </p:nvSpPr>
          <p:spPr>
            <a:xfrm>
              <a:off x="18217219" y="714568"/>
              <a:ext cx="1017905" cy="979805"/>
            </a:xfrm>
            <a:custGeom>
              <a:rect b="b" l="l" r="r" t="t"/>
              <a:pathLst>
                <a:path extrusionOk="0" h="979805" w="1017905">
                  <a:moveTo>
                    <a:pt x="1017770" y="0"/>
                  </a:moveTo>
                  <a:lnTo>
                    <a:pt x="0" y="587615"/>
                  </a:lnTo>
                  <a:lnTo>
                    <a:pt x="0" y="979352"/>
                  </a:lnTo>
                  <a:lnTo>
                    <a:pt x="1017770" y="391747"/>
                  </a:lnTo>
                  <a:lnTo>
                    <a:pt x="1017770"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760" name="Google Shape;760;p19"/>
            <p:cNvSpPr/>
            <p:nvPr/>
          </p:nvSpPr>
          <p:spPr>
            <a:xfrm>
              <a:off x="18185802" y="683159"/>
              <a:ext cx="1080769" cy="1042669"/>
            </a:xfrm>
            <a:custGeom>
              <a:rect b="b" l="l" r="r" t="t"/>
              <a:pathLst>
                <a:path extrusionOk="0" h="1042669" w="1080769">
                  <a:moveTo>
                    <a:pt x="1049182" y="0"/>
                  </a:moveTo>
                  <a:lnTo>
                    <a:pt x="15716" y="591824"/>
                  </a:lnTo>
                  <a:lnTo>
                    <a:pt x="0" y="1010765"/>
                  </a:lnTo>
                  <a:lnTo>
                    <a:pt x="1086" y="1018961"/>
                  </a:lnTo>
                  <a:lnTo>
                    <a:pt x="25988" y="1042177"/>
                  </a:lnTo>
                  <a:lnTo>
                    <a:pt x="36836" y="1042177"/>
                  </a:lnTo>
                  <a:lnTo>
                    <a:pt x="42260" y="1040774"/>
                  </a:lnTo>
                  <a:lnTo>
                    <a:pt x="188472" y="956358"/>
                  </a:lnTo>
                  <a:lnTo>
                    <a:pt x="62825" y="956358"/>
                  </a:lnTo>
                  <a:lnTo>
                    <a:pt x="62835" y="637163"/>
                  </a:lnTo>
                  <a:lnTo>
                    <a:pt x="1017770" y="85819"/>
                  </a:lnTo>
                  <a:lnTo>
                    <a:pt x="1080595" y="85819"/>
                  </a:lnTo>
                  <a:lnTo>
                    <a:pt x="1080595" y="31412"/>
                  </a:lnTo>
                  <a:lnTo>
                    <a:pt x="1057247" y="1052"/>
                  </a:lnTo>
                  <a:lnTo>
                    <a:pt x="1049182" y="0"/>
                  </a:lnTo>
                  <a:close/>
                </a:path>
                <a:path extrusionOk="0" h="1042669" w="1080769">
                  <a:moveTo>
                    <a:pt x="1080595" y="85819"/>
                  </a:moveTo>
                  <a:lnTo>
                    <a:pt x="1017770" y="85819"/>
                  </a:lnTo>
                  <a:lnTo>
                    <a:pt x="1017770" y="405013"/>
                  </a:lnTo>
                  <a:lnTo>
                    <a:pt x="62825" y="956358"/>
                  </a:lnTo>
                  <a:lnTo>
                    <a:pt x="188472" y="956358"/>
                  </a:lnTo>
                  <a:lnTo>
                    <a:pt x="1064889" y="450352"/>
                  </a:lnTo>
                  <a:lnTo>
                    <a:pt x="1080595" y="423149"/>
                  </a:lnTo>
                  <a:lnTo>
                    <a:pt x="1080595" y="85819"/>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761" name="Google Shape;761;p19"/>
            <p:cNvSpPr/>
            <p:nvPr/>
          </p:nvSpPr>
          <p:spPr>
            <a:xfrm>
              <a:off x="17877961" y="1106312"/>
              <a:ext cx="339725" cy="588010"/>
            </a:xfrm>
            <a:custGeom>
              <a:rect b="b" l="l" r="r" t="t"/>
              <a:pathLst>
                <a:path extrusionOk="0" h="588010" w="339725">
                  <a:moveTo>
                    <a:pt x="0" y="0"/>
                  </a:moveTo>
                  <a:lnTo>
                    <a:pt x="0" y="391747"/>
                  </a:lnTo>
                  <a:lnTo>
                    <a:pt x="339256" y="587615"/>
                  </a:lnTo>
                  <a:lnTo>
                    <a:pt x="339256" y="195868"/>
                  </a:lnTo>
                  <a:lnTo>
                    <a:pt x="0"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762" name="Google Shape;762;p19"/>
            <p:cNvSpPr/>
            <p:nvPr/>
          </p:nvSpPr>
          <p:spPr>
            <a:xfrm>
              <a:off x="17846550" y="1074903"/>
              <a:ext cx="402590" cy="650875"/>
            </a:xfrm>
            <a:custGeom>
              <a:rect b="b" l="l" r="r" t="t"/>
              <a:pathLst>
                <a:path extrusionOk="0" h="650875" w="402590">
                  <a:moveTo>
                    <a:pt x="31412" y="0"/>
                  </a:moveTo>
                  <a:lnTo>
                    <a:pt x="1087" y="23212"/>
                  </a:lnTo>
                  <a:lnTo>
                    <a:pt x="0" y="31404"/>
                  </a:lnTo>
                  <a:lnTo>
                    <a:pt x="0" y="423152"/>
                  </a:lnTo>
                  <a:lnTo>
                    <a:pt x="359811" y="649029"/>
                  </a:lnTo>
                  <a:lnTo>
                    <a:pt x="365245" y="650433"/>
                  </a:lnTo>
                  <a:lnTo>
                    <a:pt x="376082" y="650433"/>
                  </a:lnTo>
                  <a:lnTo>
                    <a:pt x="402071" y="619020"/>
                  </a:lnTo>
                  <a:lnTo>
                    <a:pt x="402072" y="564613"/>
                  </a:lnTo>
                  <a:lnTo>
                    <a:pt x="339246" y="564613"/>
                  </a:lnTo>
                  <a:lnTo>
                    <a:pt x="62825" y="405016"/>
                  </a:lnTo>
                  <a:lnTo>
                    <a:pt x="62825" y="85821"/>
                  </a:lnTo>
                  <a:lnTo>
                    <a:pt x="188483" y="85821"/>
                  </a:lnTo>
                  <a:lnTo>
                    <a:pt x="47118" y="4201"/>
                  </a:lnTo>
                  <a:lnTo>
                    <a:pt x="39477" y="1050"/>
                  </a:lnTo>
                  <a:lnTo>
                    <a:pt x="31412" y="0"/>
                  </a:lnTo>
                  <a:close/>
                </a:path>
                <a:path extrusionOk="0" h="650875" w="402590">
                  <a:moveTo>
                    <a:pt x="188483" y="85821"/>
                  </a:moveTo>
                  <a:lnTo>
                    <a:pt x="62825" y="85821"/>
                  </a:lnTo>
                  <a:lnTo>
                    <a:pt x="339256" y="245419"/>
                  </a:lnTo>
                  <a:lnTo>
                    <a:pt x="339246" y="564613"/>
                  </a:lnTo>
                  <a:lnTo>
                    <a:pt x="402072" y="564613"/>
                  </a:lnTo>
                  <a:lnTo>
                    <a:pt x="402081" y="227283"/>
                  </a:lnTo>
                  <a:lnTo>
                    <a:pt x="400995" y="219086"/>
                  </a:lnTo>
                  <a:lnTo>
                    <a:pt x="397876" y="211577"/>
                  </a:lnTo>
                  <a:lnTo>
                    <a:pt x="392933" y="205120"/>
                  </a:lnTo>
                  <a:lnTo>
                    <a:pt x="386375" y="200080"/>
                  </a:lnTo>
                  <a:lnTo>
                    <a:pt x="188483" y="85821"/>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grpSp>
      <p:grpSp>
        <p:nvGrpSpPr>
          <p:cNvPr id="763" name="Google Shape;763;p19"/>
          <p:cNvGrpSpPr/>
          <p:nvPr/>
        </p:nvGrpSpPr>
        <p:grpSpPr>
          <a:xfrm>
            <a:off x="7796942" y="564384"/>
            <a:ext cx="465168" cy="405377"/>
            <a:chOff x="16075438" y="1313513"/>
            <a:chExt cx="1420361" cy="1238550"/>
          </a:xfrm>
        </p:grpSpPr>
        <p:sp>
          <p:nvSpPr>
            <p:cNvPr id="764" name="Google Shape;764;p19"/>
            <p:cNvSpPr/>
            <p:nvPr/>
          </p:nvSpPr>
          <p:spPr>
            <a:xfrm>
              <a:off x="16106852" y="1344924"/>
              <a:ext cx="1357630" cy="783589"/>
            </a:xfrm>
            <a:custGeom>
              <a:rect b="b" l="l" r="r" t="t"/>
              <a:pathLst>
                <a:path extrusionOk="0" h="783589" w="1357630">
                  <a:moveTo>
                    <a:pt x="339256" y="0"/>
                  </a:moveTo>
                  <a:lnTo>
                    <a:pt x="0" y="195878"/>
                  </a:lnTo>
                  <a:lnTo>
                    <a:pt x="1017770" y="783494"/>
                  </a:lnTo>
                  <a:lnTo>
                    <a:pt x="1357026" y="587615"/>
                  </a:lnTo>
                  <a:lnTo>
                    <a:pt x="339256" y="0"/>
                  </a:lnTo>
                  <a:close/>
                </a:path>
              </a:pathLst>
            </a:custGeom>
            <a:solidFill>
              <a:schemeClr val="accent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765" name="Google Shape;765;p19"/>
            <p:cNvSpPr/>
            <p:nvPr/>
          </p:nvSpPr>
          <p:spPr>
            <a:xfrm>
              <a:off x="16075438" y="1313513"/>
              <a:ext cx="1419859" cy="846455"/>
            </a:xfrm>
            <a:custGeom>
              <a:rect b="b" l="l" r="r" t="t"/>
              <a:pathLst>
                <a:path extrusionOk="0" h="846455" w="1419859">
                  <a:moveTo>
                    <a:pt x="370673" y="0"/>
                  </a:moveTo>
                  <a:lnTo>
                    <a:pt x="15706" y="200088"/>
                  </a:lnTo>
                  <a:lnTo>
                    <a:pt x="0" y="227291"/>
                  </a:lnTo>
                  <a:lnTo>
                    <a:pt x="1087" y="235488"/>
                  </a:lnTo>
                  <a:lnTo>
                    <a:pt x="1038334" y="844906"/>
                  </a:lnTo>
                  <a:lnTo>
                    <a:pt x="1043769" y="846309"/>
                  </a:lnTo>
                  <a:lnTo>
                    <a:pt x="1054606" y="846309"/>
                  </a:lnTo>
                  <a:lnTo>
                    <a:pt x="1060030" y="844906"/>
                  </a:lnTo>
                  <a:lnTo>
                    <a:pt x="1174835" y="778625"/>
                  </a:lnTo>
                  <a:lnTo>
                    <a:pt x="1049182" y="778625"/>
                  </a:lnTo>
                  <a:lnTo>
                    <a:pt x="94237" y="227291"/>
                  </a:lnTo>
                  <a:lnTo>
                    <a:pt x="370669" y="67683"/>
                  </a:lnTo>
                  <a:lnTo>
                    <a:pt x="496316" y="67683"/>
                  </a:lnTo>
                  <a:lnTo>
                    <a:pt x="386375" y="4209"/>
                  </a:lnTo>
                  <a:lnTo>
                    <a:pt x="378738" y="1052"/>
                  </a:lnTo>
                  <a:lnTo>
                    <a:pt x="370673" y="0"/>
                  </a:lnTo>
                  <a:close/>
                </a:path>
                <a:path extrusionOk="0" h="846455" w="1419859">
                  <a:moveTo>
                    <a:pt x="496316" y="67683"/>
                  </a:moveTo>
                  <a:lnTo>
                    <a:pt x="370669" y="67683"/>
                  </a:lnTo>
                  <a:lnTo>
                    <a:pt x="1325624" y="619028"/>
                  </a:lnTo>
                  <a:lnTo>
                    <a:pt x="1049182" y="778625"/>
                  </a:lnTo>
                  <a:lnTo>
                    <a:pt x="1174835" y="778625"/>
                  </a:lnTo>
                  <a:lnTo>
                    <a:pt x="1404156" y="646231"/>
                  </a:lnTo>
                  <a:lnTo>
                    <a:pt x="1410705" y="641191"/>
                  </a:lnTo>
                  <a:lnTo>
                    <a:pt x="1415649" y="634734"/>
                  </a:lnTo>
                  <a:lnTo>
                    <a:pt x="1418773" y="627225"/>
                  </a:lnTo>
                  <a:lnTo>
                    <a:pt x="1419862" y="619028"/>
                  </a:lnTo>
                  <a:lnTo>
                    <a:pt x="1418773" y="610831"/>
                  </a:lnTo>
                  <a:lnTo>
                    <a:pt x="1415649" y="603321"/>
                  </a:lnTo>
                  <a:lnTo>
                    <a:pt x="1410705" y="596864"/>
                  </a:lnTo>
                  <a:lnTo>
                    <a:pt x="1404156" y="591824"/>
                  </a:lnTo>
                  <a:lnTo>
                    <a:pt x="496316" y="67683"/>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766" name="Google Shape;766;p19"/>
            <p:cNvSpPr/>
            <p:nvPr/>
          </p:nvSpPr>
          <p:spPr>
            <a:xfrm>
              <a:off x="16106852" y="1540803"/>
              <a:ext cx="1017905" cy="979805"/>
            </a:xfrm>
            <a:custGeom>
              <a:rect b="b" l="l" r="r" t="t"/>
              <a:pathLst>
                <a:path extrusionOk="0" h="979805" w="1017905">
                  <a:moveTo>
                    <a:pt x="0" y="0"/>
                  </a:moveTo>
                  <a:lnTo>
                    <a:pt x="0" y="391736"/>
                  </a:lnTo>
                  <a:lnTo>
                    <a:pt x="1017770" y="979352"/>
                  </a:lnTo>
                  <a:lnTo>
                    <a:pt x="1017770" y="587615"/>
                  </a:lnTo>
                  <a:lnTo>
                    <a:pt x="0"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767" name="Google Shape;767;p19"/>
            <p:cNvSpPr/>
            <p:nvPr/>
          </p:nvSpPr>
          <p:spPr>
            <a:xfrm>
              <a:off x="16075438" y="1509394"/>
              <a:ext cx="1080769" cy="1042669"/>
            </a:xfrm>
            <a:custGeom>
              <a:rect b="b" l="l" r="r" t="t"/>
              <a:pathLst>
                <a:path extrusionOk="0" h="1042669" w="1080769">
                  <a:moveTo>
                    <a:pt x="31412" y="0"/>
                  </a:moveTo>
                  <a:lnTo>
                    <a:pt x="1087" y="23216"/>
                  </a:lnTo>
                  <a:lnTo>
                    <a:pt x="0" y="31415"/>
                  </a:lnTo>
                  <a:lnTo>
                    <a:pt x="0" y="423152"/>
                  </a:lnTo>
                  <a:lnTo>
                    <a:pt x="1038334" y="1040777"/>
                  </a:lnTo>
                  <a:lnTo>
                    <a:pt x="1043769" y="1042169"/>
                  </a:lnTo>
                  <a:lnTo>
                    <a:pt x="1054606" y="1042169"/>
                  </a:lnTo>
                  <a:lnTo>
                    <a:pt x="1080595" y="1010757"/>
                  </a:lnTo>
                  <a:lnTo>
                    <a:pt x="1080595" y="956350"/>
                  </a:lnTo>
                  <a:lnTo>
                    <a:pt x="1017770" y="956350"/>
                  </a:lnTo>
                  <a:lnTo>
                    <a:pt x="62825" y="405016"/>
                  </a:lnTo>
                  <a:lnTo>
                    <a:pt x="62825" y="85821"/>
                  </a:lnTo>
                  <a:lnTo>
                    <a:pt x="188488" y="85821"/>
                  </a:lnTo>
                  <a:lnTo>
                    <a:pt x="47118" y="4201"/>
                  </a:lnTo>
                  <a:lnTo>
                    <a:pt x="39477" y="1050"/>
                  </a:lnTo>
                  <a:lnTo>
                    <a:pt x="31412" y="0"/>
                  </a:lnTo>
                  <a:close/>
                </a:path>
                <a:path extrusionOk="0" h="1042669" w="1080769">
                  <a:moveTo>
                    <a:pt x="188488" y="85821"/>
                  </a:moveTo>
                  <a:lnTo>
                    <a:pt x="62825" y="85821"/>
                  </a:lnTo>
                  <a:lnTo>
                    <a:pt x="1017770" y="637155"/>
                  </a:lnTo>
                  <a:lnTo>
                    <a:pt x="1017770" y="956350"/>
                  </a:lnTo>
                  <a:lnTo>
                    <a:pt x="1080595" y="956350"/>
                  </a:lnTo>
                  <a:lnTo>
                    <a:pt x="1080595" y="619020"/>
                  </a:lnTo>
                  <a:lnTo>
                    <a:pt x="1079507" y="610823"/>
                  </a:lnTo>
                  <a:lnTo>
                    <a:pt x="1076386" y="603314"/>
                  </a:lnTo>
                  <a:lnTo>
                    <a:pt x="1071442" y="596856"/>
                  </a:lnTo>
                  <a:lnTo>
                    <a:pt x="1064889" y="591817"/>
                  </a:lnTo>
                  <a:lnTo>
                    <a:pt x="188488" y="85821"/>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768" name="Google Shape;768;p19"/>
            <p:cNvSpPr/>
            <p:nvPr/>
          </p:nvSpPr>
          <p:spPr>
            <a:xfrm>
              <a:off x="17124623" y="1932546"/>
              <a:ext cx="339725" cy="588010"/>
            </a:xfrm>
            <a:custGeom>
              <a:rect b="b" l="l" r="r" t="t"/>
              <a:pathLst>
                <a:path extrusionOk="0" h="588010" w="339725">
                  <a:moveTo>
                    <a:pt x="339256" y="0"/>
                  </a:moveTo>
                  <a:lnTo>
                    <a:pt x="0" y="195868"/>
                  </a:lnTo>
                  <a:lnTo>
                    <a:pt x="0" y="587605"/>
                  </a:lnTo>
                  <a:lnTo>
                    <a:pt x="339256" y="391736"/>
                  </a:lnTo>
                  <a:lnTo>
                    <a:pt x="339256"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769" name="Google Shape;769;p19"/>
            <p:cNvSpPr/>
            <p:nvPr/>
          </p:nvSpPr>
          <p:spPr>
            <a:xfrm>
              <a:off x="17093209" y="1901133"/>
              <a:ext cx="402590" cy="650875"/>
            </a:xfrm>
            <a:custGeom>
              <a:rect b="b" l="l" r="r" t="t"/>
              <a:pathLst>
                <a:path extrusionOk="0" h="650875" w="402590">
                  <a:moveTo>
                    <a:pt x="370673" y="0"/>
                  </a:moveTo>
                  <a:lnTo>
                    <a:pt x="15706" y="200080"/>
                  </a:lnTo>
                  <a:lnTo>
                    <a:pt x="0" y="227283"/>
                  </a:lnTo>
                  <a:lnTo>
                    <a:pt x="0" y="619020"/>
                  </a:lnTo>
                  <a:lnTo>
                    <a:pt x="25988" y="650433"/>
                  </a:lnTo>
                  <a:lnTo>
                    <a:pt x="36836" y="650433"/>
                  </a:lnTo>
                  <a:lnTo>
                    <a:pt x="42260" y="649029"/>
                  </a:lnTo>
                  <a:lnTo>
                    <a:pt x="188474" y="564613"/>
                  </a:lnTo>
                  <a:lnTo>
                    <a:pt x="62825" y="564613"/>
                  </a:lnTo>
                  <a:lnTo>
                    <a:pt x="62825" y="245419"/>
                  </a:lnTo>
                  <a:lnTo>
                    <a:pt x="339256" y="85821"/>
                  </a:lnTo>
                  <a:lnTo>
                    <a:pt x="402081" y="85821"/>
                  </a:lnTo>
                  <a:lnTo>
                    <a:pt x="402081" y="31415"/>
                  </a:lnTo>
                  <a:lnTo>
                    <a:pt x="378738" y="1050"/>
                  </a:lnTo>
                  <a:lnTo>
                    <a:pt x="370673" y="0"/>
                  </a:lnTo>
                  <a:close/>
                </a:path>
                <a:path extrusionOk="0" h="650875" w="402590">
                  <a:moveTo>
                    <a:pt x="402081" y="85821"/>
                  </a:moveTo>
                  <a:lnTo>
                    <a:pt x="339256" y="85821"/>
                  </a:lnTo>
                  <a:lnTo>
                    <a:pt x="339256" y="405016"/>
                  </a:lnTo>
                  <a:lnTo>
                    <a:pt x="62825" y="564613"/>
                  </a:lnTo>
                  <a:lnTo>
                    <a:pt x="188474" y="564613"/>
                  </a:lnTo>
                  <a:lnTo>
                    <a:pt x="386375" y="450355"/>
                  </a:lnTo>
                  <a:lnTo>
                    <a:pt x="392929" y="445315"/>
                  </a:lnTo>
                  <a:lnTo>
                    <a:pt x="397872" y="438858"/>
                  </a:lnTo>
                  <a:lnTo>
                    <a:pt x="400994" y="431348"/>
                  </a:lnTo>
                  <a:lnTo>
                    <a:pt x="402081" y="423152"/>
                  </a:lnTo>
                  <a:lnTo>
                    <a:pt x="402081" y="85821"/>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grpSp>
      <p:grpSp>
        <p:nvGrpSpPr>
          <p:cNvPr id="770" name="Google Shape;770;p19"/>
          <p:cNvGrpSpPr/>
          <p:nvPr/>
        </p:nvGrpSpPr>
        <p:grpSpPr>
          <a:xfrm>
            <a:off x="8620525" y="875377"/>
            <a:ext cx="242956" cy="277142"/>
            <a:chOff x="18355431" y="2280417"/>
            <a:chExt cx="741851" cy="846752"/>
          </a:xfrm>
        </p:grpSpPr>
        <p:sp>
          <p:nvSpPr>
            <p:cNvPr id="771" name="Google Shape;771;p19"/>
            <p:cNvSpPr/>
            <p:nvPr/>
          </p:nvSpPr>
          <p:spPr>
            <a:xfrm>
              <a:off x="18386848" y="2311830"/>
              <a:ext cx="678815" cy="783589"/>
            </a:xfrm>
            <a:custGeom>
              <a:rect b="b" l="l" r="r" t="t"/>
              <a:pathLst>
                <a:path extrusionOk="0" h="783589" w="678815">
                  <a:moveTo>
                    <a:pt x="339256" y="0"/>
                  </a:moveTo>
                  <a:lnTo>
                    <a:pt x="0" y="195878"/>
                  </a:lnTo>
                  <a:lnTo>
                    <a:pt x="0" y="587615"/>
                  </a:lnTo>
                  <a:lnTo>
                    <a:pt x="339256" y="783483"/>
                  </a:lnTo>
                  <a:lnTo>
                    <a:pt x="678513" y="587615"/>
                  </a:lnTo>
                  <a:lnTo>
                    <a:pt x="678513" y="195878"/>
                  </a:lnTo>
                  <a:lnTo>
                    <a:pt x="339256" y="0"/>
                  </a:lnTo>
                  <a:close/>
                </a:path>
              </a:pathLst>
            </a:custGeom>
            <a:solidFill>
              <a:schemeClr val="accent3"/>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772" name="Google Shape;772;p19"/>
            <p:cNvSpPr/>
            <p:nvPr/>
          </p:nvSpPr>
          <p:spPr>
            <a:xfrm>
              <a:off x="18355431" y="2280417"/>
              <a:ext cx="741680" cy="846455"/>
            </a:xfrm>
            <a:custGeom>
              <a:rect b="b" l="l" r="r" t="t"/>
              <a:pathLst>
                <a:path extrusionOk="0" h="846455" w="741680">
                  <a:moveTo>
                    <a:pt x="370673" y="0"/>
                  </a:moveTo>
                  <a:lnTo>
                    <a:pt x="15706" y="200085"/>
                  </a:lnTo>
                  <a:lnTo>
                    <a:pt x="0" y="227288"/>
                  </a:lnTo>
                  <a:lnTo>
                    <a:pt x="0" y="619025"/>
                  </a:lnTo>
                  <a:lnTo>
                    <a:pt x="359821" y="844914"/>
                  </a:lnTo>
                  <a:lnTo>
                    <a:pt x="365255" y="846306"/>
                  </a:lnTo>
                  <a:lnTo>
                    <a:pt x="376093" y="846306"/>
                  </a:lnTo>
                  <a:lnTo>
                    <a:pt x="381527" y="844914"/>
                  </a:lnTo>
                  <a:lnTo>
                    <a:pt x="496323" y="778633"/>
                  </a:lnTo>
                  <a:lnTo>
                    <a:pt x="370669" y="778633"/>
                  </a:lnTo>
                  <a:lnTo>
                    <a:pt x="62825" y="600890"/>
                  </a:lnTo>
                  <a:lnTo>
                    <a:pt x="62825" y="245424"/>
                  </a:lnTo>
                  <a:lnTo>
                    <a:pt x="370669" y="67691"/>
                  </a:lnTo>
                  <a:lnTo>
                    <a:pt x="496321" y="67691"/>
                  </a:lnTo>
                  <a:lnTo>
                    <a:pt x="386375" y="4217"/>
                  </a:lnTo>
                  <a:lnTo>
                    <a:pt x="378738" y="1054"/>
                  </a:lnTo>
                  <a:lnTo>
                    <a:pt x="370673" y="0"/>
                  </a:lnTo>
                  <a:close/>
                </a:path>
                <a:path extrusionOk="0" h="846455" w="741680">
                  <a:moveTo>
                    <a:pt x="496321" y="67691"/>
                  </a:moveTo>
                  <a:lnTo>
                    <a:pt x="370669" y="67691"/>
                  </a:lnTo>
                  <a:lnTo>
                    <a:pt x="678523" y="245424"/>
                  </a:lnTo>
                  <a:lnTo>
                    <a:pt x="678523" y="600890"/>
                  </a:lnTo>
                  <a:lnTo>
                    <a:pt x="370669" y="778633"/>
                  </a:lnTo>
                  <a:lnTo>
                    <a:pt x="496323" y="778633"/>
                  </a:lnTo>
                  <a:lnTo>
                    <a:pt x="725642" y="646229"/>
                  </a:lnTo>
                  <a:lnTo>
                    <a:pt x="741349" y="619025"/>
                  </a:lnTo>
                  <a:lnTo>
                    <a:pt x="741349" y="227288"/>
                  </a:lnTo>
                  <a:lnTo>
                    <a:pt x="740261" y="219092"/>
                  </a:lnTo>
                  <a:lnTo>
                    <a:pt x="737139" y="211582"/>
                  </a:lnTo>
                  <a:lnTo>
                    <a:pt x="732196" y="205125"/>
                  </a:lnTo>
                  <a:lnTo>
                    <a:pt x="725642" y="200085"/>
                  </a:lnTo>
                  <a:lnTo>
                    <a:pt x="496321" y="67691"/>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773" name="Google Shape;773;p19"/>
            <p:cNvSpPr/>
            <p:nvPr/>
          </p:nvSpPr>
          <p:spPr>
            <a:xfrm>
              <a:off x="18386847" y="2507703"/>
              <a:ext cx="339725" cy="588010"/>
            </a:xfrm>
            <a:custGeom>
              <a:rect b="b" l="l" r="r" t="t"/>
              <a:pathLst>
                <a:path extrusionOk="0" h="588010" w="339725">
                  <a:moveTo>
                    <a:pt x="0" y="0"/>
                  </a:moveTo>
                  <a:lnTo>
                    <a:pt x="0" y="391736"/>
                  </a:lnTo>
                  <a:lnTo>
                    <a:pt x="339256" y="587615"/>
                  </a:lnTo>
                  <a:lnTo>
                    <a:pt x="339256" y="195868"/>
                  </a:lnTo>
                  <a:lnTo>
                    <a:pt x="0"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774" name="Google Shape;774;p19"/>
            <p:cNvSpPr/>
            <p:nvPr/>
          </p:nvSpPr>
          <p:spPr>
            <a:xfrm>
              <a:off x="18355431" y="2476294"/>
              <a:ext cx="402590" cy="650875"/>
            </a:xfrm>
            <a:custGeom>
              <a:rect b="b" l="l" r="r" t="t"/>
              <a:pathLst>
                <a:path extrusionOk="0" h="650875" w="402590">
                  <a:moveTo>
                    <a:pt x="31412" y="0"/>
                  </a:moveTo>
                  <a:lnTo>
                    <a:pt x="1087" y="23215"/>
                  </a:lnTo>
                  <a:lnTo>
                    <a:pt x="0" y="31412"/>
                  </a:lnTo>
                  <a:lnTo>
                    <a:pt x="0" y="423149"/>
                  </a:lnTo>
                  <a:lnTo>
                    <a:pt x="359821" y="649037"/>
                  </a:lnTo>
                  <a:lnTo>
                    <a:pt x="365255" y="650430"/>
                  </a:lnTo>
                  <a:lnTo>
                    <a:pt x="376093" y="650430"/>
                  </a:lnTo>
                  <a:lnTo>
                    <a:pt x="402081" y="619017"/>
                  </a:lnTo>
                  <a:lnTo>
                    <a:pt x="402081" y="564611"/>
                  </a:lnTo>
                  <a:lnTo>
                    <a:pt x="339256" y="564611"/>
                  </a:lnTo>
                  <a:lnTo>
                    <a:pt x="62825" y="405013"/>
                  </a:lnTo>
                  <a:lnTo>
                    <a:pt x="62825" y="85819"/>
                  </a:lnTo>
                  <a:lnTo>
                    <a:pt x="188472" y="85819"/>
                  </a:lnTo>
                  <a:lnTo>
                    <a:pt x="47118" y="4209"/>
                  </a:lnTo>
                  <a:lnTo>
                    <a:pt x="39477" y="1052"/>
                  </a:lnTo>
                  <a:lnTo>
                    <a:pt x="31412" y="0"/>
                  </a:lnTo>
                  <a:close/>
                </a:path>
                <a:path extrusionOk="0" h="650875" w="402590">
                  <a:moveTo>
                    <a:pt x="188472" y="85819"/>
                  </a:moveTo>
                  <a:lnTo>
                    <a:pt x="62825" y="85819"/>
                  </a:lnTo>
                  <a:lnTo>
                    <a:pt x="339256" y="245416"/>
                  </a:lnTo>
                  <a:lnTo>
                    <a:pt x="339256" y="564611"/>
                  </a:lnTo>
                  <a:lnTo>
                    <a:pt x="402081" y="564611"/>
                  </a:lnTo>
                  <a:lnTo>
                    <a:pt x="402081" y="227281"/>
                  </a:lnTo>
                  <a:lnTo>
                    <a:pt x="400994" y="219084"/>
                  </a:lnTo>
                  <a:lnTo>
                    <a:pt x="397872" y="211574"/>
                  </a:lnTo>
                  <a:lnTo>
                    <a:pt x="392929" y="205117"/>
                  </a:lnTo>
                  <a:lnTo>
                    <a:pt x="386375" y="200077"/>
                  </a:lnTo>
                  <a:lnTo>
                    <a:pt x="188472" y="85819"/>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775" name="Google Shape;775;p19"/>
            <p:cNvSpPr/>
            <p:nvPr/>
          </p:nvSpPr>
          <p:spPr>
            <a:xfrm>
              <a:off x="18726105" y="2507707"/>
              <a:ext cx="339725" cy="588010"/>
            </a:xfrm>
            <a:custGeom>
              <a:rect b="b" l="l" r="r" t="t"/>
              <a:pathLst>
                <a:path extrusionOk="0" h="588010" w="339725">
                  <a:moveTo>
                    <a:pt x="339256" y="0"/>
                  </a:moveTo>
                  <a:lnTo>
                    <a:pt x="0" y="195868"/>
                  </a:lnTo>
                  <a:lnTo>
                    <a:pt x="0" y="587605"/>
                  </a:lnTo>
                  <a:lnTo>
                    <a:pt x="339256" y="391736"/>
                  </a:lnTo>
                  <a:lnTo>
                    <a:pt x="339256"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776" name="Google Shape;776;p19"/>
            <p:cNvSpPr/>
            <p:nvPr/>
          </p:nvSpPr>
          <p:spPr>
            <a:xfrm>
              <a:off x="18694692" y="2476293"/>
              <a:ext cx="402590" cy="650875"/>
            </a:xfrm>
            <a:custGeom>
              <a:rect b="b" l="l" r="r" t="t"/>
              <a:pathLst>
                <a:path extrusionOk="0" h="650875" w="402590">
                  <a:moveTo>
                    <a:pt x="370673" y="0"/>
                  </a:moveTo>
                  <a:lnTo>
                    <a:pt x="15706" y="200077"/>
                  </a:lnTo>
                  <a:lnTo>
                    <a:pt x="0" y="227281"/>
                  </a:lnTo>
                  <a:lnTo>
                    <a:pt x="0" y="619028"/>
                  </a:lnTo>
                  <a:lnTo>
                    <a:pt x="25988" y="650440"/>
                  </a:lnTo>
                  <a:lnTo>
                    <a:pt x="36836" y="650440"/>
                  </a:lnTo>
                  <a:lnTo>
                    <a:pt x="42260" y="649037"/>
                  </a:lnTo>
                  <a:lnTo>
                    <a:pt x="188484" y="564611"/>
                  </a:lnTo>
                  <a:lnTo>
                    <a:pt x="62825" y="564611"/>
                  </a:lnTo>
                  <a:lnTo>
                    <a:pt x="62825" y="245416"/>
                  </a:lnTo>
                  <a:lnTo>
                    <a:pt x="339256" y="85819"/>
                  </a:lnTo>
                  <a:lnTo>
                    <a:pt x="402081" y="85819"/>
                  </a:lnTo>
                  <a:lnTo>
                    <a:pt x="402081" y="31412"/>
                  </a:lnTo>
                  <a:lnTo>
                    <a:pt x="378738" y="1052"/>
                  </a:lnTo>
                  <a:lnTo>
                    <a:pt x="370673" y="0"/>
                  </a:lnTo>
                  <a:close/>
                </a:path>
                <a:path extrusionOk="0" h="650875" w="402590">
                  <a:moveTo>
                    <a:pt x="402081" y="85819"/>
                  </a:moveTo>
                  <a:lnTo>
                    <a:pt x="339256" y="85819"/>
                  </a:lnTo>
                  <a:lnTo>
                    <a:pt x="339256" y="405013"/>
                  </a:lnTo>
                  <a:lnTo>
                    <a:pt x="62825" y="564611"/>
                  </a:lnTo>
                  <a:lnTo>
                    <a:pt x="188484" y="564611"/>
                  </a:lnTo>
                  <a:lnTo>
                    <a:pt x="386375" y="450352"/>
                  </a:lnTo>
                  <a:lnTo>
                    <a:pt x="392929" y="445313"/>
                  </a:lnTo>
                  <a:lnTo>
                    <a:pt x="397872" y="438855"/>
                  </a:lnTo>
                  <a:lnTo>
                    <a:pt x="400994" y="431346"/>
                  </a:lnTo>
                  <a:lnTo>
                    <a:pt x="402081" y="423149"/>
                  </a:lnTo>
                  <a:lnTo>
                    <a:pt x="402081" y="85819"/>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grpSp>
      <p:sp>
        <p:nvSpPr>
          <p:cNvPr id="777" name="Google Shape;777;p19"/>
          <p:cNvSpPr txBox="1"/>
          <p:nvPr>
            <p:ph idx="3" type="body"/>
          </p:nvPr>
        </p:nvSpPr>
        <p:spPr>
          <a:xfrm>
            <a:off x="3248775" y="1382575"/>
            <a:ext cx="2505600" cy="2867100"/>
          </a:xfrm>
          <a:prstGeom prst="rect">
            <a:avLst/>
          </a:prstGeom>
          <a:noFill/>
          <a:ln>
            <a:noFill/>
          </a:ln>
        </p:spPr>
        <p:txBody>
          <a:bodyPr anchorCtr="0" anchor="t" bIns="0" lIns="0" spcFirstLastPara="1" rIns="0" wrap="square" tIns="0">
            <a:noAutofit/>
          </a:bodyPr>
          <a:lstStyle>
            <a:lvl1pPr indent="-317500" lvl="0" marL="457200" marR="0" rtl="0" algn="l">
              <a:lnSpc>
                <a:spcPct val="100000"/>
              </a:lnSpc>
              <a:spcBef>
                <a:spcPts val="0"/>
              </a:spcBef>
              <a:spcAft>
                <a:spcPts val="0"/>
              </a:spcAft>
              <a:buClr>
                <a:srgbClr val="000000"/>
              </a:buClr>
              <a:buSzPts val="1400"/>
              <a:buFont typeface="Proxima Nova"/>
              <a:buChar char="●"/>
              <a:defRPr b="0" i="0" sz="1400" u="none" cap="none" strike="noStrike">
                <a:solidFill>
                  <a:srgbClr val="000000"/>
                </a:solidFill>
                <a:latin typeface="Proxima Nova"/>
                <a:ea typeface="Proxima Nova"/>
                <a:cs typeface="Proxima Nova"/>
                <a:sym typeface="Proxima Nova"/>
              </a:defRPr>
            </a:lvl1pPr>
            <a:lvl2pPr indent="-317500" lvl="1" marL="914400" marR="0" rtl="0" algn="l">
              <a:lnSpc>
                <a:spcPct val="100000"/>
              </a:lnSpc>
              <a:spcBef>
                <a:spcPts val="0"/>
              </a:spcBef>
              <a:spcAft>
                <a:spcPts val="0"/>
              </a:spcAft>
              <a:buClr>
                <a:srgbClr val="000000"/>
              </a:buClr>
              <a:buSzPts val="1400"/>
              <a:buFont typeface="Proxima Nova"/>
              <a:buChar char="○"/>
              <a:defRPr b="0" i="0" sz="1400" u="none" cap="none" strike="noStrike">
                <a:solidFill>
                  <a:srgbClr val="000000"/>
                </a:solidFill>
                <a:latin typeface="Proxima Nova"/>
                <a:ea typeface="Proxima Nova"/>
                <a:cs typeface="Proxima Nova"/>
                <a:sym typeface="Proxima Nova"/>
              </a:defRPr>
            </a:lvl2pPr>
            <a:lvl3pPr indent="-317500" lvl="2" marL="1371600" marR="0" rtl="0" algn="l">
              <a:lnSpc>
                <a:spcPct val="100000"/>
              </a:lnSpc>
              <a:spcBef>
                <a:spcPts val="0"/>
              </a:spcBef>
              <a:spcAft>
                <a:spcPts val="0"/>
              </a:spcAft>
              <a:buClr>
                <a:srgbClr val="000000"/>
              </a:buClr>
              <a:buSzPts val="1400"/>
              <a:buFont typeface="Proxima Nova"/>
              <a:buChar char="■"/>
              <a:defRPr b="0" i="0" sz="1400" u="none" cap="none" strike="noStrike">
                <a:solidFill>
                  <a:srgbClr val="000000"/>
                </a:solidFill>
                <a:latin typeface="Proxima Nova"/>
                <a:ea typeface="Proxima Nova"/>
                <a:cs typeface="Proxima Nova"/>
                <a:sym typeface="Proxima Nova"/>
              </a:defRPr>
            </a:lvl3pPr>
            <a:lvl4pPr indent="-317500" lvl="3" marL="1828800" marR="0" rtl="0" algn="l">
              <a:lnSpc>
                <a:spcPct val="100000"/>
              </a:lnSpc>
              <a:spcBef>
                <a:spcPts val="0"/>
              </a:spcBef>
              <a:spcAft>
                <a:spcPts val="0"/>
              </a:spcAft>
              <a:buClr>
                <a:srgbClr val="000000"/>
              </a:buClr>
              <a:buSzPts val="1400"/>
              <a:buFont typeface="Proxima Nova"/>
              <a:buChar char="●"/>
              <a:defRPr b="0" i="0" sz="1400" u="none" cap="none" strike="noStrike">
                <a:solidFill>
                  <a:srgbClr val="000000"/>
                </a:solidFill>
                <a:latin typeface="Proxima Nova"/>
                <a:ea typeface="Proxima Nova"/>
                <a:cs typeface="Proxima Nova"/>
                <a:sym typeface="Proxima Nova"/>
              </a:defRPr>
            </a:lvl4pPr>
            <a:lvl5pPr indent="-317500" lvl="4" marL="2286000" marR="0" rtl="0" algn="l">
              <a:lnSpc>
                <a:spcPct val="100000"/>
              </a:lnSpc>
              <a:spcBef>
                <a:spcPts val="0"/>
              </a:spcBef>
              <a:spcAft>
                <a:spcPts val="0"/>
              </a:spcAft>
              <a:buClr>
                <a:srgbClr val="000000"/>
              </a:buClr>
              <a:buSzPts val="1400"/>
              <a:buFont typeface="Proxima Nova"/>
              <a:buChar char="○"/>
              <a:defRPr b="0" i="0" sz="1400" u="none" cap="none" strike="noStrike">
                <a:solidFill>
                  <a:srgbClr val="000000"/>
                </a:solidFill>
                <a:latin typeface="Proxima Nova"/>
                <a:ea typeface="Proxima Nova"/>
                <a:cs typeface="Proxima Nova"/>
                <a:sym typeface="Proxima Nova"/>
              </a:defRPr>
            </a:lvl5pPr>
            <a:lvl6pPr indent="-317500" lvl="5" marL="2743200" marR="0" rtl="0" algn="l">
              <a:lnSpc>
                <a:spcPct val="100000"/>
              </a:lnSpc>
              <a:spcBef>
                <a:spcPts val="0"/>
              </a:spcBef>
              <a:spcAft>
                <a:spcPts val="0"/>
              </a:spcAft>
              <a:buClr>
                <a:srgbClr val="000000"/>
              </a:buClr>
              <a:buSzPts val="1400"/>
              <a:buFont typeface="Proxima Nova"/>
              <a:buChar char="■"/>
              <a:defRPr b="0" i="0" sz="1400" u="none" cap="none" strike="noStrike">
                <a:solidFill>
                  <a:srgbClr val="000000"/>
                </a:solidFill>
                <a:latin typeface="Proxima Nova"/>
                <a:ea typeface="Proxima Nova"/>
                <a:cs typeface="Proxima Nova"/>
                <a:sym typeface="Proxima Nova"/>
              </a:defRPr>
            </a:lvl6pPr>
            <a:lvl7pPr indent="-317500" lvl="6" marL="3200400" marR="0" rtl="0" algn="l">
              <a:lnSpc>
                <a:spcPct val="100000"/>
              </a:lnSpc>
              <a:spcBef>
                <a:spcPts val="0"/>
              </a:spcBef>
              <a:spcAft>
                <a:spcPts val="0"/>
              </a:spcAft>
              <a:buClr>
                <a:srgbClr val="000000"/>
              </a:buClr>
              <a:buSzPts val="1400"/>
              <a:buFont typeface="Proxima Nova"/>
              <a:buChar char="●"/>
              <a:defRPr b="0" i="0" sz="1400" u="none" cap="none" strike="noStrike">
                <a:solidFill>
                  <a:srgbClr val="000000"/>
                </a:solidFill>
                <a:latin typeface="Proxima Nova"/>
                <a:ea typeface="Proxima Nova"/>
                <a:cs typeface="Proxima Nova"/>
                <a:sym typeface="Proxima Nova"/>
              </a:defRPr>
            </a:lvl7pPr>
            <a:lvl8pPr indent="-317500" lvl="7" marL="3657600" marR="0" rtl="0" algn="l">
              <a:lnSpc>
                <a:spcPct val="100000"/>
              </a:lnSpc>
              <a:spcBef>
                <a:spcPts val="0"/>
              </a:spcBef>
              <a:spcAft>
                <a:spcPts val="0"/>
              </a:spcAft>
              <a:buClr>
                <a:srgbClr val="000000"/>
              </a:buClr>
              <a:buSzPts val="1400"/>
              <a:buFont typeface="Proxima Nova"/>
              <a:buChar char="○"/>
              <a:defRPr b="0" i="0" sz="1400" u="none" cap="none" strike="noStrike">
                <a:solidFill>
                  <a:srgbClr val="000000"/>
                </a:solidFill>
                <a:latin typeface="Proxima Nova"/>
                <a:ea typeface="Proxima Nova"/>
                <a:cs typeface="Proxima Nova"/>
                <a:sym typeface="Proxima Nova"/>
              </a:defRPr>
            </a:lvl8pPr>
            <a:lvl9pPr indent="-317500" lvl="8" marL="4114800" marR="0" rtl="0" algn="l">
              <a:lnSpc>
                <a:spcPct val="100000"/>
              </a:lnSpc>
              <a:spcBef>
                <a:spcPts val="0"/>
              </a:spcBef>
              <a:spcAft>
                <a:spcPts val="0"/>
              </a:spcAft>
              <a:buClr>
                <a:srgbClr val="000000"/>
              </a:buClr>
              <a:buSzPts val="1400"/>
              <a:buFont typeface="Proxima Nova"/>
              <a:buChar char="■"/>
              <a:defRPr b="0" i="0" sz="1400" u="none" cap="none" strike="noStrike">
                <a:solidFill>
                  <a:srgbClr val="000000"/>
                </a:solidFill>
                <a:latin typeface="Proxima Nova"/>
                <a:ea typeface="Proxima Nova"/>
                <a:cs typeface="Proxima Nova"/>
                <a:sym typeface="Proxima Nova"/>
              </a:defRPr>
            </a:lvl9pPr>
          </a:lstStyle>
          <a:p/>
        </p:txBody>
      </p:sp>
      <p:sp>
        <p:nvSpPr>
          <p:cNvPr id="778" name="Google Shape;778;p19"/>
          <p:cNvSpPr txBox="1"/>
          <p:nvPr>
            <p:ph type="title"/>
          </p:nvPr>
        </p:nvSpPr>
        <p:spPr>
          <a:xfrm>
            <a:off x="452425" y="351725"/>
            <a:ext cx="7156374" cy="344700"/>
          </a:xfrm>
          <a:prstGeom prst="rect">
            <a:avLst/>
          </a:prstGeom>
          <a:noFill/>
          <a:ln>
            <a:noFill/>
          </a:ln>
        </p:spPr>
        <p:txBody>
          <a:bodyPr anchorCtr="0" anchor="t" bIns="0" lIns="0" spcFirstLastPara="1" rIns="0" wrap="square" tIns="0">
            <a:noAutofit/>
          </a:bodyPr>
          <a:lstStyle>
            <a:lvl1pPr lvl="0" marR="0" rtl="0" algn="l">
              <a:lnSpc>
                <a:spcPct val="80000"/>
              </a:lnSpc>
              <a:spcBef>
                <a:spcPts val="0"/>
              </a:spcBef>
              <a:spcAft>
                <a:spcPts val="0"/>
              </a:spcAft>
              <a:buClr>
                <a:srgbClr val="000000"/>
              </a:buClr>
              <a:buSzPts val="2800"/>
              <a:buFont typeface="Proxima Nova"/>
              <a:buNone/>
              <a:defRPr b="1" i="0" sz="2800" u="none" cap="none" strike="noStrike">
                <a:solidFill>
                  <a:srgbClr val="000000"/>
                </a:solidFill>
                <a:latin typeface="Proxima Nova"/>
                <a:ea typeface="Proxima Nova"/>
                <a:cs typeface="Proxima Nova"/>
                <a:sym typeface="Proxima Nova"/>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779" name="Google Shape;779;p19"/>
          <p:cNvSpPr/>
          <p:nvPr/>
        </p:nvSpPr>
        <p:spPr>
          <a:xfrm>
            <a:off x="452437" y="728934"/>
            <a:ext cx="571782" cy="76276"/>
          </a:xfrm>
          <a:custGeom>
            <a:rect b="b" l="l" r="r" t="t"/>
            <a:pathLst>
              <a:path extrusionOk="0" h="167639" w="1256664">
                <a:moveTo>
                  <a:pt x="1256506" y="0"/>
                </a:moveTo>
                <a:lnTo>
                  <a:pt x="0" y="0"/>
                </a:lnTo>
                <a:lnTo>
                  <a:pt x="0" y="167534"/>
                </a:lnTo>
                <a:lnTo>
                  <a:pt x="1256506" y="167534"/>
                </a:lnTo>
                <a:lnTo>
                  <a:pt x="1256506" y="0"/>
                </a:lnTo>
                <a:close/>
              </a:path>
            </a:pathLst>
          </a:custGeom>
          <a:solidFill>
            <a:schemeClr val="accent1"/>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chemeClr val="dk1"/>
              </a:solidFill>
              <a:latin typeface="Calibri"/>
              <a:ea typeface="Calibri"/>
              <a:cs typeface="Calibri"/>
              <a:sym typeface="Calibri"/>
            </a:endParaRPr>
          </a:p>
        </p:txBody>
      </p:sp>
      <p:pic>
        <p:nvPicPr>
          <p:cNvPr id="780" name="Google Shape;780;p19"/>
          <p:cNvPicPr preferRelativeResize="0"/>
          <p:nvPr/>
        </p:nvPicPr>
        <p:blipFill rotWithShape="1">
          <a:blip r:embed="rId2">
            <a:alphaModFix/>
          </a:blip>
          <a:srcRect b="0" l="0" r="0" t="0"/>
          <a:stretch/>
        </p:blipFill>
        <p:spPr>
          <a:xfrm>
            <a:off x="8439003" y="4352324"/>
            <a:ext cx="389777" cy="514799"/>
          </a:xfrm>
          <a:prstGeom prst="rect">
            <a:avLst/>
          </a:prstGeom>
          <a:noFill/>
          <a:ln>
            <a:noFill/>
          </a:ln>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and Visual 1">
  <p:cSld name="Text and Visual 1">
    <p:spTree>
      <p:nvGrpSpPr>
        <p:cNvPr id="781" name="Shape 781"/>
        <p:cNvGrpSpPr/>
        <p:nvPr/>
      </p:nvGrpSpPr>
      <p:grpSpPr>
        <a:xfrm>
          <a:off x="0" y="0"/>
          <a:ext cx="0" cy="0"/>
          <a:chOff x="0" y="0"/>
          <a:chExt cx="0" cy="0"/>
        </a:xfrm>
      </p:grpSpPr>
      <p:sp>
        <p:nvSpPr>
          <p:cNvPr id="782" name="Google Shape;782;p20"/>
          <p:cNvSpPr txBox="1"/>
          <p:nvPr>
            <p:ph type="title"/>
          </p:nvPr>
        </p:nvSpPr>
        <p:spPr>
          <a:xfrm>
            <a:off x="452425" y="302297"/>
            <a:ext cx="4203416" cy="689420"/>
          </a:xfrm>
          <a:prstGeom prst="rect">
            <a:avLst/>
          </a:prstGeom>
          <a:noFill/>
          <a:ln>
            <a:noFill/>
          </a:ln>
        </p:spPr>
        <p:txBody>
          <a:bodyPr anchorCtr="0" anchor="b" bIns="0" lIns="0" spcFirstLastPara="1" rIns="0" wrap="square" tIns="0">
            <a:spAutoFit/>
          </a:bodyPr>
          <a:lstStyle>
            <a:lvl1pPr lvl="0" marR="0" rtl="0" algn="l">
              <a:lnSpc>
                <a:spcPct val="80000"/>
              </a:lnSpc>
              <a:spcBef>
                <a:spcPts val="0"/>
              </a:spcBef>
              <a:spcAft>
                <a:spcPts val="0"/>
              </a:spcAft>
              <a:buSzPts val="1400"/>
              <a:buNone/>
              <a:defRPr b="1" i="0" sz="2800" u="none" cap="none" strike="noStrike">
                <a:solidFill>
                  <a:srgbClr val="000000"/>
                </a:solidFill>
                <a:latin typeface="Proxima Nova"/>
                <a:ea typeface="Proxima Nova"/>
                <a:cs typeface="Proxima Nova"/>
                <a:sym typeface="Proxima Nova"/>
              </a:defRPr>
            </a:lvl1pPr>
            <a:lvl2pPr lvl="1"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
        <p:nvSpPr>
          <p:cNvPr id="783" name="Google Shape;783;p20"/>
          <p:cNvSpPr/>
          <p:nvPr/>
        </p:nvSpPr>
        <p:spPr>
          <a:xfrm>
            <a:off x="461962" y="1045167"/>
            <a:ext cx="571782" cy="76276"/>
          </a:xfrm>
          <a:custGeom>
            <a:rect b="b" l="l" r="r" t="t"/>
            <a:pathLst>
              <a:path extrusionOk="0" h="167639" w="1256664">
                <a:moveTo>
                  <a:pt x="1256506" y="0"/>
                </a:moveTo>
                <a:lnTo>
                  <a:pt x="0" y="0"/>
                </a:lnTo>
                <a:lnTo>
                  <a:pt x="0" y="167534"/>
                </a:lnTo>
                <a:lnTo>
                  <a:pt x="1256506" y="167534"/>
                </a:lnTo>
                <a:lnTo>
                  <a:pt x="1256506" y="0"/>
                </a:lnTo>
                <a:close/>
              </a:path>
            </a:pathLst>
          </a:custGeom>
          <a:solidFill>
            <a:schemeClr val="accent1"/>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chemeClr val="dk1"/>
              </a:solidFill>
              <a:latin typeface="Calibri"/>
              <a:ea typeface="Calibri"/>
              <a:cs typeface="Calibri"/>
              <a:sym typeface="Calibri"/>
            </a:endParaRPr>
          </a:p>
        </p:txBody>
      </p:sp>
      <p:sp>
        <p:nvSpPr>
          <p:cNvPr id="784" name="Google Shape;784;p20"/>
          <p:cNvSpPr txBox="1"/>
          <p:nvPr>
            <p:ph idx="1" type="body"/>
          </p:nvPr>
        </p:nvSpPr>
        <p:spPr>
          <a:xfrm>
            <a:off x="452425" y="1518625"/>
            <a:ext cx="3417300" cy="2415000"/>
          </a:xfrm>
          <a:prstGeom prst="rect">
            <a:avLst/>
          </a:prstGeom>
          <a:noFill/>
          <a:ln>
            <a:noFill/>
          </a:ln>
        </p:spPr>
        <p:txBody>
          <a:bodyPr anchorCtr="0" anchor="t" bIns="0" lIns="0" spcFirstLastPara="1" rIns="0" wrap="square" tIns="0">
            <a:noAutofit/>
          </a:bodyPr>
          <a:lstStyle>
            <a:lvl1pPr indent="-317500" lvl="0" marL="457200" marR="0" rtl="0" algn="l">
              <a:lnSpc>
                <a:spcPct val="100000"/>
              </a:lnSpc>
              <a:spcBef>
                <a:spcPts val="0"/>
              </a:spcBef>
              <a:spcAft>
                <a:spcPts val="0"/>
              </a:spcAft>
              <a:buClr>
                <a:srgbClr val="000000"/>
              </a:buClr>
              <a:buSzPts val="1400"/>
              <a:buFont typeface="Proxima Nova"/>
              <a:buChar char="●"/>
              <a:defRPr b="0" i="0" sz="1400" u="none" cap="none" strike="noStrike">
                <a:solidFill>
                  <a:srgbClr val="000000"/>
                </a:solidFill>
                <a:latin typeface="Proxima Nova"/>
                <a:ea typeface="Proxima Nova"/>
                <a:cs typeface="Proxima Nova"/>
                <a:sym typeface="Proxima Nova"/>
              </a:defRPr>
            </a:lvl1pPr>
            <a:lvl2pPr indent="-317500" lvl="1" marL="914400" marR="0" rtl="0" algn="l">
              <a:lnSpc>
                <a:spcPct val="100000"/>
              </a:lnSpc>
              <a:spcBef>
                <a:spcPts val="0"/>
              </a:spcBef>
              <a:spcAft>
                <a:spcPts val="0"/>
              </a:spcAft>
              <a:buClr>
                <a:srgbClr val="000000"/>
              </a:buClr>
              <a:buSzPts val="1400"/>
              <a:buFont typeface="Proxima Nova"/>
              <a:buChar char="○"/>
              <a:defRPr b="0" i="0" sz="1400" u="none" cap="none" strike="noStrike">
                <a:solidFill>
                  <a:srgbClr val="000000"/>
                </a:solidFill>
                <a:latin typeface="Proxima Nova"/>
                <a:ea typeface="Proxima Nova"/>
                <a:cs typeface="Proxima Nova"/>
                <a:sym typeface="Proxima Nova"/>
              </a:defRPr>
            </a:lvl2pPr>
            <a:lvl3pPr indent="-317500" lvl="2" marL="1371600" marR="0" rtl="0" algn="l">
              <a:lnSpc>
                <a:spcPct val="100000"/>
              </a:lnSpc>
              <a:spcBef>
                <a:spcPts val="0"/>
              </a:spcBef>
              <a:spcAft>
                <a:spcPts val="0"/>
              </a:spcAft>
              <a:buClr>
                <a:srgbClr val="000000"/>
              </a:buClr>
              <a:buSzPts val="1400"/>
              <a:buFont typeface="Proxima Nova"/>
              <a:buChar char="■"/>
              <a:defRPr b="0" i="0" sz="1400" u="none" cap="none" strike="noStrike">
                <a:solidFill>
                  <a:srgbClr val="000000"/>
                </a:solidFill>
                <a:latin typeface="Proxima Nova"/>
                <a:ea typeface="Proxima Nova"/>
                <a:cs typeface="Proxima Nova"/>
                <a:sym typeface="Proxima Nova"/>
              </a:defRPr>
            </a:lvl3pPr>
            <a:lvl4pPr indent="-317500" lvl="3" marL="1828800" marR="0" rtl="0" algn="l">
              <a:lnSpc>
                <a:spcPct val="100000"/>
              </a:lnSpc>
              <a:spcBef>
                <a:spcPts val="0"/>
              </a:spcBef>
              <a:spcAft>
                <a:spcPts val="0"/>
              </a:spcAft>
              <a:buClr>
                <a:srgbClr val="000000"/>
              </a:buClr>
              <a:buSzPts val="1400"/>
              <a:buFont typeface="Proxima Nova"/>
              <a:buChar char="●"/>
              <a:defRPr b="0" i="0" sz="1400" u="none" cap="none" strike="noStrike">
                <a:solidFill>
                  <a:srgbClr val="000000"/>
                </a:solidFill>
                <a:latin typeface="Proxima Nova"/>
                <a:ea typeface="Proxima Nova"/>
                <a:cs typeface="Proxima Nova"/>
                <a:sym typeface="Proxima Nova"/>
              </a:defRPr>
            </a:lvl4pPr>
            <a:lvl5pPr indent="-317500" lvl="4" marL="2286000" marR="0" rtl="0" algn="l">
              <a:lnSpc>
                <a:spcPct val="100000"/>
              </a:lnSpc>
              <a:spcBef>
                <a:spcPts val="0"/>
              </a:spcBef>
              <a:spcAft>
                <a:spcPts val="0"/>
              </a:spcAft>
              <a:buClr>
                <a:srgbClr val="000000"/>
              </a:buClr>
              <a:buSzPts val="1400"/>
              <a:buFont typeface="Proxima Nova"/>
              <a:buChar char="○"/>
              <a:defRPr b="0" i="0" sz="1400" u="none" cap="none" strike="noStrike">
                <a:solidFill>
                  <a:srgbClr val="000000"/>
                </a:solidFill>
                <a:latin typeface="Proxima Nova"/>
                <a:ea typeface="Proxima Nova"/>
                <a:cs typeface="Proxima Nova"/>
                <a:sym typeface="Proxima Nova"/>
              </a:defRPr>
            </a:lvl5pPr>
            <a:lvl6pPr indent="-317500" lvl="5" marL="2743200" marR="0" rtl="0" algn="l">
              <a:lnSpc>
                <a:spcPct val="100000"/>
              </a:lnSpc>
              <a:spcBef>
                <a:spcPts val="0"/>
              </a:spcBef>
              <a:spcAft>
                <a:spcPts val="0"/>
              </a:spcAft>
              <a:buClr>
                <a:srgbClr val="000000"/>
              </a:buClr>
              <a:buSzPts val="1400"/>
              <a:buFont typeface="Proxima Nova"/>
              <a:buChar char="■"/>
              <a:defRPr b="0" i="0" sz="1400" u="none" cap="none" strike="noStrike">
                <a:solidFill>
                  <a:srgbClr val="000000"/>
                </a:solidFill>
                <a:latin typeface="Proxima Nova"/>
                <a:ea typeface="Proxima Nova"/>
                <a:cs typeface="Proxima Nova"/>
                <a:sym typeface="Proxima Nova"/>
              </a:defRPr>
            </a:lvl6pPr>
            <a:lvl7pPr indent="-317500" lvl="6" marL="3200400" marR="0" rtl="0" algn="l">
              <a:lnSpc>
                <a:spcPct val="100000"/>
              </a:lnSpc>
              <a:spcBef>
                <a:spcPts val="0"/>
              </a:spcBef>
              <a:spcAft>
                <a:spcPts val="0"/>
              </a:spcAft>
              <a:buClr>
                <a:srgbClr val="000000"/>
              </a:buClr>
              <a:buSzPts val="1400"/>
              <a:buFont typeface="Proxima Nova"/>
              <a:buChar char="●"/>
              <a:defRPr b="0" i="0" sz="1400" u="none" cap="none" strike="noStrike">
                <a:solidFill>
                  <a:srgbClr val="000000"/>
                </a:solidFill>
                <a:latin typeface="Proxima Nova"/>
                <a:ea typeface="Proxima Nova"/>
                <a:cs typeface="Proxima Nova"/>
                <a:sym typeface="Proxima Nova"/>
              </a:defRPr>
            </a:lvl7pPr>
            <a:lvl8pPr indent="-317500" lvl="7" marL="3657600" marR="0" rtl="0" algn="l">
              <a:lnSpc>
                <a:spcPct val="100000"/>
              </a:lnSpc>
              <a:spcBef>
                <a:spcPts val="0"/>
              </a:spcBef>
              <a:spcAft>
                <a:spcPts val="0"/>
              </a:spcAft>
              <a:buClr>
                <a:srgbClr val="000000"/>
              </a:buClr>
              <a:buSzPts val="1400"/>
              <a:buFont typeface="Proxima Nova"/>
              <a:buChar char="○"/>
              <a:defRPr b="0" i="0" sz="1400" u="none" cap="none" strike="noStrike">
                <a:solidFill>
                  <a:srgbClr val="000000"/>
                </a:solidFill>
                <a:latin typeface="Proxima Nova"/>
                <a:ea typeface="Proxima Nova"/>
                <a:cs typeface="Proxima Nova"/>
                <a:sym typeface="Proxima Nova"/>
              </a:defRPr>
            </a:lvl8pPr>
            <a:lvl9pPr indent="-317500" lvl="8" marL="4114800" marR="0" rtl="0" algn="l">
              <a:lnSpc>
                <a:spcPct val="100000"/>
              </a:lnSpc>
              <a:spcBef>
                <a:spcPts val="0"/>
              </a:spcBef>
              <a:spcAft>
                <a:spcPts val="0"/>
              </a:spcAft>
              <a:buClr>
                <a:srgbClr val="000000"/>
              </a:buClr>
              <a:buSzPts val="1400"/>
              <a:buFont typeface="Proxima Nova"/>
              <a:buChar char="■"/>
              <a:defRPr b="0" i="0" sz="1400" u="none" cap="none" strike="noStrike">
                <a:solidFill>
                  <a:srgbClr val="000000"/>
                </a:solidFill>
                <a:latin typeface="Proxima Nova"/>
                <a:ea typeface="Proxima Nova"/>
                <a:cs typeface="Proxima Nova"/>
                <a:sym typeface="Proxima Nova"/>
              </a:defRPr>
            </a:lvl9pPr>
          </a:lstStyle>
          <a:p/>
        </p:txBody>
      </p:sp>
      <p:grpSp>
        <p:nvGrpSpPr>
          <p:cNvPr id="785" name="Google Shape;785;p20"/>
          <p:cNvGrpSpPr/>
          <p:nvPr/>
        </p:nvGrpSpPr>
        <p:grpSpPr>
          <a:xfrm flipH="1" rot="10800000">
            <a:off x="8179601" y="291779"/>
            <a:ext cx="265905" cy="307434"/>
            <a:chOff x="11814819" y="4804083"/>
            <a:chExt cx="433070" cy="494664"/>
          </a:xfrm>
        </p:grpSpPr>
        <p:sp>
          <p:nvSpPr>
            <p:cNvPr id="786" name="Google Shape;786;p20"/>
            <p:cNvSpPr/>
            <p:nvPr/>
          </p:nvSpPr>
          <p:spPr>
            <a:xfrm>
              <a:off x="11833147" y="4823224"/>
              <a:ext cx="396240" cy="457200"/>
            </a:xfrm>
            <a:custGeom>
              <a:rect b="b" l="l" r="r" t="t"/>
              <a:pathLst>
                <a:path extrusionOk="0" h="457200" w="396240">
                  <a:moveTo>
                    <a:pt x="197899" y="0"/>
                  </a:moveTo>
                  <a:lnTo>
                    <a:pt x="0" y="114258"/>
                  </a:lnTo>
                  <a:lnTo>
                    <a:pt x="0" y="342774"/>
                  </a:lnTo>
                  <a:lnTo>
                    <a:pt x="197899" y="457033"/>
                  </a:lnTo>
                  <a:lnTo>
                    <a:pt x="395799" y="342774"/>
                  </a:lnTo>
                  <a:lnTo>
                    <a:pt x="395799" y="114258"/>
                  </a:lnTo>
                  <a:lnTo>
                    <a:pt x="197899" y="0"/>
                  </a:lnTo>
                  <a:close/>
                </a:path>
              </a:pathLst>
            </a:custGeom>
            <a:solidFill>
              <a:schemeClr val="accent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Arial"/>
                <a:ea typeface="Arial"/>
                <a:cs typeface="Arial"/>
                <a:sym typeface="Arial"/>
              </a:endParaRPr>
            </a:p>
          </p:txBody>
        </p:sp>
        <p:sp>
          <p:nvSpPr>
            <p:cNvPr id="787" name="Google Shape;787;p20"/>
            <p:cNvSpPr/>
            <p:nvPr/>
          </p:nvSpPr>
          <p:spPr>
            <a:xfrm>
              <a:off x="11814819" y="4804083"/>
              <a:ext cx="433070" cy="494664"/>
            </a:xfrm>
            <a:custGeom>
              <a:rect b="b" l="l" r="r" t="t"/>
              <a:pathLst>
                <a:path extrusionOk="0" h="494664" w="433070">
                  <a:moveTo>
                    <a:pt x="219721" y="0"/>
                  </a:moveTo>
                  <a:lnTo>
                    <a:pt x="212726" y="0"/>
                  </a:lnTo>
                  <a:lnTo>
                    <a:pt x="3497" y="120802"/>
                  </a:lnTo>
                  <a:lnTo>
                    <a:pt x="0" y="126854"/>
                  </a:lnTo>
                  <a:lnTo>
                    <a:pt x="0" y="368459"/>
                  </a:lnTo>
                  <a:lnTo>
                    <a:pt x="3497" y="374512"/>
                  </a:lnTo>
                  <a:lnTo>
                    <a:pt x="209899" y="493681"/>
                  </a:lnTo>
                  <a:lnTo>
                    <a:pt x="213072" y="494498"/>
                  </a:lnTo>
                  <a:lnTo>
                    <a:pt x="219385" y="494498"/>
                  </a:lnTo>
                  <a:lnTo>
                    <a:pt x="222558" y="493681"/>
                  </a:lnTo>
                  <a:lnTo>
                    <a:pt x="289533" y="455012"/>
                  </a:lnTo>
                  <a:lnTo>
                    <a:pt x="216223" y="455012"/>
                  </a:lnTo>
                  <a:lnTo>
                    <a:pt x="36648" y="351340"/>
                  </a:lnTo>
                  <a:lnTo>
                    <a:pt x="36648" y="143974"/>
                  </a:lnTo>
                  <a:lnTo>
                    <a:pt x="216223" y="40302"/>
                  </a:lnTo>
                  <a:lnTo>
                    <a:pt x="289528" y="40302"/>
                  </a:lnTo>
                  <a:lnTo>
                    <a:pt x="219721" y="0"/>
                  </a:lnTo>
                  <a:close/>
                </a:path>
                <a:path extrusionOk="0" h="494664" w="433070">
                  <a:moveTo>
                    <a:pt x="289528" y="40302"/>
                  </a:moveTo>
                  <a:lnTo>
                    <a:pt x="216223" y="40302"/>
                  </a:lnTo>
                  <a:lnTo>
                    <a:pt x="395809" y="143974"/>
                  </a:lnTo>
                  <a:lnTo>
                    <a:pt x="395809" y="351340"/>
                  </a:lnTo>
                  <a:lnTo>
                    <a:pt x="216223" y="455012"/>
                  </a:lnTo>
                  <a:lnTo>
                    <a:pt x="289533" y="455012"/>
                  </a:lnTo>
                  <a:lnTo>
                    <a:pt x="428960" y="374512"/>
                  </a:lnTo>
                  <a:lnTo>
                    <a:pt x="432458" y="368459"/>
                  </a:lnTo>
                  <a:lnTo>
                    <a:pt x="432458" y="126854"/>
                  </a:lnTo>
                  <a:lnTo>
                    <a:pt x="428960" y="120802"/>
                  </a:lnTo>
                  <a:lnTo>
                    <a:pt x="289528" y="40302"/>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Arial"/>
                <a:ea typeface="Arial"/>
                <a:cs typeface="Arial"/>
                <a:sym typeface="Arial"/>
              </a:endParaRPr>
            </a:p>
          </p:txBody>
        </p:sp>
        <p:sp>
          <p:nvSpPr>
            <p:cNvPr id="788" name="Google Shape;788;p20"/>
            <p:cNvSpPr/>
            <p:nvPr/>
          </p:nvSpPr>
          <p:spPr>
            <a:xfrm>
              <a:off x="11833147" y="4937484"/>
              <a:ext cx="198120" cy="342900"/>
            </a:xfrm>
            <a:custGeom>
              <a:rect b="b" l="l" r="r" t="t"/>
              <a:pathLst>
                <a:path extrusionOk="0" h="342900" w="198120">
                  <a:moveTo>
                    <a:pt x="0" y="0"/>
                  </a:moveTo>
                  <a:lnTo>
                    <a:pt x="0" y="228516"/>
                  </a:lnTo>
                  <a:lnTo>
                    <a:pt x="197899" y="342774"/>
                  </a:lnTo>
                  <a:lnTo>
                    <a:pt x="197899" y="114258"/>
                  </a:lnTo>
                  <a:lnTo>
                    <a:pt x="0"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Arial"/>
                <a:ea typeface="Arial"/>
                <a:cs typeface="Arial"/>
                <a:sym typeface="Arial"/>
              </a:endParaRPr>
            </a:p>
          </p:txBody>
        </p:sp>
        <p:sp>
          <p:nvSpPr>
            <p:cNvPr id="789" name="Google Shape;789;p20"/>
            <p:cNvSpPr/>
            <p:nvPr/>
          </p:nvSpPr>
          <p:spPr>
            <a:xfrm>
              <a:off x="11814819" y="4918341"/>
              <a:ext cx="234950" cy="380364"/>
            </a:xfrm>
            <a:custGeom>
              <a:rect b="b" l="l" r="r" t="t"/>
              <a:pathLst>
                <a:path extrusionOk="0" h="380364" w="234950">
                  <a:moveTo>
                    <a:pt x="21821" y="0"/>
                  </a:moveTo>
                  <a:lnTo>
                    <a:pt x="14826" y="0"/>
                  </a:lnTo>
                  <a:lnTo>
                    <a:pt x="3497" y="6544"/>
                  </a:lnTo>
                  <a:lnTo>
                    <a:pt x="0" y="12596"/>
                  </a:lnTo>
                  <a:lnTo>
                    <a:pt x="0" y="254201"/>
                  </a:lnTo>
                  <a:lnTo>
                    <a:pt x="3497" y="260253"/>
                  </a:lnTo>
                  <a:lnTo>
                    <a:pt x="209899" y="379423"/>
                  </a:lnTo>
                  <a:lnTo>
                    <a:pt x="213072" y="380239"/>
                  </a:lnTo>
                  <a:lnTo>
                    <a:pt x="219385" y="380239"/>
                  </a:lnTo>
                  <a:lnTo>
                    <a:pt x="222558" y="379423"/>
                  </a:lnTo>
                  <a:lnTo>
                    <a:pt x="231050" y="374512"/>
                  </a:lnTo>
                  <a:lnTo>
                    <a:pt x="234547" y="368459"/>
                  </a:lnTo>
                  <a:lnTo>
                    <a:pt x="234547" y="330178"/>
                  </a:lnTo>
                  <a:lnTo>
                    <a:pt x="197899" y="330178"/>
                  </a:lnTo>
                  <a:lnTo>
                    <a:pt x="36648" y="237081"/>
                  </a:lnTo>
                  <a:lnTo>
                    <a:pt x="36648" y="50878"/>
                  </a:lnTo>
                  <a:lnTo>
                    <a:pt x="109941" y="50878"/>
                  </a:lnTo>
                  <a:lnTo>
                    <a:pt x="21821" y="0"/>
                  </a:lnTo>
                  <a:close/>
                </a:path>
                <a:path extrusionOk="0" h="380364" w="234950">
                  <a:moveTo>
                    <a:pt x="109941" y="50878"/>
                  </a:moveTo>
                  <a:lnTo>
                    <a:pt x="36648" y="50878"/>
                  </a:lnTo>
                  <a:lnTo>
                    <a:pt x="197899" y="143974"/>
                  </a:lnTo>
                  <a:lnTo>
                    <a:pt x="197899" y="330178"/>
                  </a:lnTo>
                  <a:lnTo>
                    <a:pt x="234547" y="330178"/>
                  </a:lnTo>
                  <a:lnTo>
                    <a:pt x="234547" y="126854"/>
                  </a:lnTo>
                  <a:lnTo>
                    <a:pt x="231050" y="120802"/>
                  </a:lnTo>
                  <a:lnTo>
                    <a:pt x="109941" y="50878"/>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Arial"/>
                <a:ea typeface="Arial"/>
                <a:cs typeface="Arial"/>
                <a:sym typeface="Arial"/>
              </a:endParaRPr>
            </a:p>
          </p:txBody>
        </p:sp>
        <p:sp>
          <p:nvSpPr>
            <p:cNvPr id="790" name="Google Shape;790;p20"/>
            <p:cNvSpPr/>
            <p:nvPr/>
          </p:nvSpPr>
          <p:spPr>
            <a:xfrm>
              <a:off x="12031047" y="4937483"/>
              <a:ext cx="198120" cy="342900"/>
            </a:xfrm>
            <a:custGeom>
              <a:rect b="b" l="l" r="r" t="t"/>
              <a:pathLst>
                <a:path extrusionOk="0" h="342900" w="198120">
                  <a:moveTo>
                    <a:pt x="197899" y="0"/>
                  </a:moveTo>
                  <a:lnTo>
                    <a:pt x="0" y="114258"/>
                  </a:lnTo>
                  <a:lnTo>
                    <a:pt x="0" y="342774"/>
                  </a:lnTo>
                  <a:lnTo>
                    <a:pt x="197899" y="228516"/>
                  </a:lnTo>
                  <a:lnTo>
                    <a:pt x="197899"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Arial"/>
                <a:ea typeface="Arial"/>
                <a:cs typeface="Arial"/>
                <a:sym typeface="Arial"/>
              </a:endParaRPr>
            </a:p>
          </p:txBody>
        </p:sp>
        <p:sp>
          <p:nvSpPr>
            <p:cNvPr id="791" name="Google Shape;791;p20"/>
            <p:cNvSpPr/>
            <p:nvPr/>
          </p:nvSpPr>
          <p:spPr>
            <a:xfrm>
              <a:off x="12012723" y="4918345"/>
              <a:ext cx="234950" cy="380364"/>
            </a:xfrm>
            <a:custGeom>
              <a:rect b="b" l="l" r="r" t="t"/>
              <a:pathLst>
                <a:path extrusionOk="0" h="380364" w="234950">
                  <a:moveTo>
                    <a:pt x="219721" y="0"/>
                  </a:moveTo>
                  <a:lnTo>
                    <a:pt x="212726" y="0"/>
                  </a:lnTo>
                  <a:lnTo>
                    <a:pt x="3497" y="120802"/>
                  </a:lnTo>
                  <a:lnTo>
                    <a:pt x="0" y="126854"/>
                  </a:lnTo>
                  <a:lnTo>
                    <a:pt x="0" y="368449"/>
                  </a:lnTo>
                  <a:lnTo>
                    <a:pt x="3497" y="374512"/>
                  </a:lnTo>
                  <a:lnTo>
                    <a:pt x="11999" y="379412"/>
                  </a:lnTo>
                  <a:lnTo>
                    <a:pt x="15161" y="380229"/>
                  </a:lnTo>
                  <a:lnTo>
                    <a:pt x="21486" y="380229"/>
                  </a:lnTo>
                  <a:lnTo>
                    <a:pt x="24648" y="379412"/>
                  </a:lnTo>
                  <a:lnTo>
                    <a:pt x="109948" y="330167"/>
                  </a:lnTo>
                  <a:lnTo>
                    <a:pt x="36648" y="330167"/>
                  </a:lnTo>
                  <a:lnTo>
                    <a:pt x="36648" y="143974"/>
                  </a:lnTo>
                  <a:lnTo>
                    <a:pt x="197899" y="50878"/>
                  </a:lnTo>
                  <a:lnTo>
                    <a:pt x="234547" y="50878"/>
                  </a:lnTo>
                  <a:lnTo>
                    <a:pt x="234547" y="12596"/>
                  </a:lnTo>
                  <a:lnTo>
                    <a:pt x="231050" y="6544"/>
                  </a:lnTo>
                  <a:lnTo>
                    <a:pt x="219721" y="0"/>
                  </a:lnTo>
                  <a:close/>
                </a:path>
                <a:path extrusionOk="0" h="380364" w="234950">
                  <a:moveTo>
                    <a:pt x="234547" y="50878"/>
                  </a:moveTo>
                  <a:lnTo>
                    <a:pt x="197899" y="50878"/>
                  </a:lnTo>
                  <a:lnTo>
                    <a:pt x="197899" y="237081"/>
                  </a:lnTo>
                  <a:lnTo>
                    <a:pt x="36648" y="330167"/>
                  </a:lnTo>
                  <a:lnTo>
                    <a:pt x="109948" y="330167"/>
                  </a:lnTo>
                  <a:lnTo>
                    <a:pt x="231050" y="260253"/>
                  </a:lnTo>
                  <a:lnTo>
                    <a:pt x="234547" y="254201"/>
                  </a:lnTo>
                  <a:lnTo>
                    <a:pt x="234547" y="50878"/>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Arial"/>
                <a:ea typeface="Arial"/>
                <a:cs typeface="Arial"/>
                <a:sym typeface="Arial"/>
              </a:endParaRPr>
            </a:p>
          </p:txBody>
        </p:sp>
      </p:grpSp>
      <p:grpSp>
        <p:nvGrpSpPr>
          <p:cNvPr id="792" name="Google Shape;792;p20"/>
          <p:cNvGrpSpPr/>
          <p:nvPr/>
        </p:nvGrpSpPr>
        <p:grpSpPr>
          <a:xfrm flipH="1" rot="10800000">
            <a:off x="7377450" y="350974"/>
            <a:ext cx="508806" cy="443116"/>
            <a:chOff x="10297594" y="731834"/>
            <a:chExt cx="828675" cy="723218"/>
          </a:xfrm>
        </p:grpSpPr>
        <p:sp>
          <p:nvSpPr>
            <p:cNvPr id="793" name="Google Shape;793;p20"/>
            <p:cNvSpPr/>
            <p:nvPr/>
          </p:nvSpPr>
          <p:spPr>
            <a:xfrm>
              <a:off x="10315915" y="750975"/>
              <a:ext cx="791845" cy="457200"/>
            </a:xfrm>
            <a:custGeom>
              <a:rect b="b" l="l" r="r" t="t"/>
              <a:pathLst>
                <a:path extrusionOk="0" h="457200" w="791845">
                  <a:moveTo>
                    <a:pt x="197899" y="0"/>
                  </a:moveTo>
                  <a:lnTo>
                    <a:pt x="0" y="114258"/>
                  </a:lnTo>
                  <a:lnTo>
                    <a:pt x="593699" y="457033"/>
                  </a:lnTo>
                  <a:lnTo>
                    <a:pt x="791598" y="342774"/>
                  </a:lnTo>
                  <a:lnTo>
                    <a:pt x="197899" y="0"/>
                  </a:lnTo>
                  <a:close/>
                </a:path>
              </a:pathLst>
            </a:custGeom>
            <a:solidFill>
              <a:schemeClr val="accent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Arial"/>
                <a:ea typeface="Arial"/>
                <a:cs typeface="Arial"/>
                <a:sym typeface="Arial"/>
              </a:endParaRPr>
            </a:p>
          </p:txBody>
        </p:sp>
        <p:sp>
          <p:nvSpPr>
            <p:cNvPr id="794" name="Google Shape;794;p20"/>
            <p:cNvSpPr/>
            <p:nvPr/>
          </p:nvSpPr>
          <p:spPr>
            <a:xfrm>
              <a:off x="10297594" y="731834"/>
              <a:ext cx="828675" cy="494665"/>
            </a:xfrm>
            <a:custGeom>
              <a:rect b="b" l="l" r="r" t="t"/>
              <a:pathLst>
                <a:path extrusionOk="0" h="494665" w="828675">
                  <a:moveTo>
                    <a:pt x="219710" y="0"/>
                  </a:moveTo>
                  <a:lnTo>
                    <a:pt x="212716" y="0"/>
                  </a:lnTo>
                  <a:lnTo>
                    <a:pt x="3497" y="120802"/>
                  </a:lnTo>
                  <a:lnTo>
                    <a:pt x="0" y="126854"/>
                  </a:lnTo>
                  <a:lnTo>
                    <a:pt x="0" y="139943"/>
                  </a:lnTo>
                  <a:lnTo>
                    <a:pt x="3497" y="145995"/>
                  </a:lnTo>
                  <a:lnTo>
                    <a:pt x="605698" y="493681"/>
                  </a:lnTo>
                  <a:lnTo>
                    <a:pt x="608861" y="494498"/>
                  </a:lnTo>
                  <a:lnTo>
                    <a:pt x="615185" y="494498"/>
                  </a:lnTo>
                  <a:lnTo>
                    <a:pt x="618358" y="493681"/>
                  </a:lnTo>
                  <a:lnTo>
                    <a:pt x="685329" y="455012"/>
                  </a:lnTo>
                  <a:lnTo>
                    <a:pt x="612023" y="455012"/>
                  </a:lnTo>
                  <a:lnTo>
                    <a:pt x="54972" y="133399"/>
                  </a:lnTo>
                  <a:lnTo>
                    <a:pt x="216213" y="40291"/>
                  </a:lnTo>
                  <a:lnTo>
                    <a:pt x="289498" y="40291"/>
                  </a:lnTo>
                  <a:lnTo>
                    <a:pt x="219710" y="0"/>
                  </a:lnTo>
                  <a:close/>
                </a:path>
                <a:path extrusionOk="0" h="494665" w="828675">
                  <a:moveTo>
                    <a:pt x="289498" y="40291"/>
                  </a:moveTo>
                  <a:lnTo>
                    <a:pt x="216213" y="40291"/>
                  </a:lnTo>
                  <a:lnTo>
                    <a:pt x="773274" y="361915"/>
                  </a:lnTo>
                  <a:lnTo>
                    <a:pt x="612023" y="455012"/>
                  </a:lnTo>
                  <a:lnTo>
                    <a:pt x="685329" y="455012"/>
                  </a:lnTo>
                  <a:lnTo>
                    <a:pt x="824749" y="374512"/>
                  </a:lnTo>
                  <a:lnTo>
                    <a:pt x="828247" y="368459"/>
                  </a:lnTo>
                  <a:lnTo>
                    <a:pt x="828247" y="355371"/>
                  </a:lnTo>
                  <a:lnTo>
                    <a:pt x="824749" y="349319"/>
                  </a:lnTo>
                  <a:lnTo>
                    <a:pt x="289498" y="40291"/>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Arial"/>
                <a:ea typeface="Arial"/>
                <a:cs typeface="Arial"/>
                <a:sym typeface="Arial"/>
              </a:endParaRPr>
            </a:p>
          </p:txBody>
        </p:sp>
        <p:sp>
          <p:nvSpPr>
            <p:cNvPr id="795" name="Google Shape;795;p20"/>
            <p:cNvSpPr/>
            <p:nvPr/>
          </p:nvSpPr>
          <p:spPr>
            <a:xfrm>
              <a:off x="10315915" y="865233"/>
              <a:ext cx="593725" cy="571500"/>
            </a:xfrm>
            <a:custGeom>
              <a:rect b="b" l="l" r="r" t="t"/>
              <a:pathLst>
                <a:path extrusionOk="0" h="571500" w="593725">
                  <a:moveTo>
                    <a:pt x="0" y="0"/>
                  </a:moveTo>
                  <a:lnTo>
                    <a:pt x="0" y="228516"/>
                  </a:lnTo>
                  <a:lnTo>
                    <a:pt x="593699" y="571291"/>
                  </a:lnTo>
                  <a:lnTo>
                    <a:pt x="593699" y="342774"/>
                  </a:lnTo>
                  <a:lnTo>
                    <a:pt x="0"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Arial"/>
                <a:ea typeface="Arial"/>
                <a:cs typeface="Arial"/>
                <a:sym typeface="Arial"/>
              </a:endParaRPr>
            </a:p>
          </p:txBody>
        </p:sp>
        <p:sp>
          <p:nvSpPr>
            <p:cNvPr id="796" name="Google Shape;796;p20"/>
            <p:cNvSpPr/>
            <p:nvPr/>
          </p:nvSpPr>
          <p:spPr>
            <a:xfrm>
              <a:off x="10297594" y="846087"/>
              <a:ext cx="630554" cy="608965"/>
            </a:xfrm>
            <a:custGeom>
              <a:rect b="b" l="l" r="r" t="t"/>
              <a:pathLst>
                <a:path extrusionOk="0" h="608965" w="630554">
                  <a:moveTo>
                    <a:pt x="21821" y="0"/>
                  </a:moveTo>
                  <a:lnTo>
                    <a:pt x="14826" y="0"/>
                  </a:lnTo>
                  <a:lnTo>
                    <a:pt x="3497" y="6544"/>
                  </a:lnTo>
                  <a:lnTo>
                    <a:pt x="0" y="12606"/>
                  </a:lnTo>
                  <a:lnTo>
                    <a:pt x="0" y="254201"/>
                  </a:lnTo>
                  <a:lnTo>
                    <a:pt x="3497" y="260253"/>
                  </a:lnTo>
                  <a:lnTo>
                    <a:pt x="605698" y="607939"/>
                  </a:lnTo>
                  <a:lnTo>
                    <a:pt x="608861" y="608756"/>
                  </a:lnTo>
                  <a:lnTo>
                    <a:pt x="615185" y="608756"/>
                  </a:lnTo>
                  <a:lnTo>
                    <a:pt x="618358" y="607939"/>
                  </a:lnTo>
                  <a:lnTo>
                    <a:pt x="626850" y="603028"/>
                  </a:lnTo>
                  <a:lnTo>
                    <a:pt x="630347" y="596976"/>
                  </a:lnTo>
                  <a:lnTo>
                    <a:pt x="630347" y="558695"/>
                  </a:lnTo>
                  <a:lnTo>
                    <a:pt x="593699" y="558695"/>
                  </a:lnTo>
                  <a:lnTo>
                    <a:pt x="36648" y="237081"/>
                  </a:lnTo>
                  <a:lnTo>
                    <a:pt x="36648" y="50888"/>
                  </a:lnTo>
                  <a:lnTo>
                    <a:pt x="109961" y="50888"/>
                  </a:lnTo>
                  <a:lnTo>
                    <a:pt x="21821" y="0"/>
                  </a:lnTo>
                  <a:close/>
                </a:path>
                <a:path extrusionOk="0" h="608965" w="630554">
                  <a:moveTo>
                    <a:pt x="109961" y="50888"/>
                  </a:moveTo>
                  <a:lnTo>
                    <a:pt x="36648" y="50888"/>
                  </a:lnTo>
                  <a:lnTo>
                    <a:pt x="593699" y="372501"/>
                  </a:lnTo>
                  <a:lnTo>
                    <a:pt x="593699" y="558695"/>
                  </a:lnTo>
                  <a:lnTo>
                    <a:pt x="630347" y="558695"/>
                  </a:lnTo>
                  <a:lnTo>
                    <a:pt x="630347" y="355371"/>
                  </a:lnTo>
                  <a:lnTo>
                    <a:pt x="626850" y="349319"/>
                  </a:lnTo>
                  <a:lnTo>
                    <a:pt x="109961" y="50888"/>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Arial"/>
                <a:ea typeface="Arial"/>
                <a:cs typeface="Arial"/>
                <a:sym typeface="Arial"/>
              </a:endParaRPr>
            </a:p>
          </p:txBody>
        </p:sp>
        <p:sp>
          <p:nvSpPr>
            <p:cNvPr id="797" name="Google Shape;797;p20"/>
            <p:cNvSpPr/>
            <p:nvPr/>
          </p:nvSpPr>
          <p:spPr>
            <a:xfrm>
              <a:off x="10909615" y="1093748"/>
              <a:ext cx="198120" cy="342900"/>
            </a:xfrm>
            <a:custGeom>
              <a:rect b="b" l="l" r="r" t="t"/>
              <a:pathLst>
                <a:path extrusionOk="0" h="342900" w="198120">
                  <a:moveTo>
                    <a:pt x="197899" y="0"/>
                  </a:moveTo>
                  <a:lnTo>
                    <a:pt x="0" y="114258"/>
                  </a:lnTo>
                  <a:lnTo>
                    <a:pt x="0" y="342774"/>
                  </a:lnTo>
                  <a:lnTo>
                    <a:pt x="197899" y="228516"/>
                  </a:lnTo>
                  <a:lnTo>
                    <a:pt x="197899"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Arial"/>
                <a:ea typeface="Arial"/>
                <a:cs typeface="Arial"/>
                <a:sym typeface="Arial"/>
              </a:endParaRPr>
            </a:p>
          </p:txBody>
        </p:sp>
        <p:sp>
          <p:nvSpPr>
            <p:cNvPr id="798" name="Google Shape;798;p20"/>
            <p:cNvSpPr/>
            <p:nvPr/>
          </p:nvSpPr>
          <p:spPr>
            <a:xfrm>
              <a:off x="10891296" y="1074610"/>
              <a:ext cx="234950" cy="380365"/>
            </a:xfrm>
            <a:custGeom>
              <a:rect b="b" l="l" r="r" t="t"/>
              <a:pathLst>
                <a:path extrusionOk="0" h="380365" w="234950">
                  <a:moveTo>
                    <a:pt x="219710" y="0"/>
                  </a:moveTo>
                  <a:lnTo>
                    <a:pt x="212716" y="0"/>
                  </a:lnTo>
                  <a:lnTo>
                    <a:pt x="3497" y="120802"/>
                  </a:lnTo>
                  <a:lnTo>
                    <a:pt x="0" y="126854"/>
                  </a:lnTo>
                  <a:lnTo>
                    <a:pt x="0" y="368449"/>
                  </a:lnTo>
                  <a:lnTo>
                    <a:pt x="3497" y="374512"/>
                  </a:lnTo>
                  <a:lnTo>
                    <a:pt x="11999" y="379412"/>
                  </a:lnTo>
                  <a:lnTo>
                    <a:pt x="15161" y="380229"/>
                  </a:lnTo>
                  <a:lnTo>
                    <a:pt x="21486" y="380229"/>
                  </a:lnTo>
                  <a:lnTo>
                    <a:pt x="24648" y="379412"/>
                  </a:lnTo>
                  <a:lnTo>
                    <a:pt x="109943" y="330167"/>
                  </a:lnTo>
                  <a:lnTo>
                    <a:pt x="36648" y="330167"/>
                  </a:lnTo>
                  <a:lnTo>
                    <a:pt x="36648" y="143974"/>
                  </a:lnTo>
                  <a:lnTo>
                    <a:pt x="197889" y="50878"/>
                  </a:lnTo>
                  <a:lnTo>
                    <a:pt x="234537" y="50878"/>
                  </a:lnTo>
                  <a:lnTo>
                    <a:pt x="234537" y="12596"/>
                  </a:lnTo>
                  <a:lnTo>
                    <a:pt x="231040" y="6544"/>
                  </a:lnTo>
                  <a:lnTo>
                    <a:pt x="219710" y="0"/>
                  </a:lnTo>
                  <a:close/>
                </a:path>
                <a:path extrusionOk="0" h="380365" w="234950">
                  <a:moveTo>
                    <a:pt x="234537" y="50878"/>
                  </a:moveTo>
                  <a:lnTo>
                    <a:pt x="197889" y="50878"/>
                  </a:lnTo>
                  <a:lnTo>
                    <a:pt x="197889" y="237081"/>
                  </a:lnTo>
                  <a:lnTo>
                    <a:pt x="36648" y="330167"/>
                  </a:lnTo>
                  <a:lnTo>
                    <a:pt x="109943" y="330167"/>
                  </a:lnTo>
                  <a:lnTo>
                    <a:pt x="231040" y="260253"/>
                  </a:lnTo>
                  <a:lnTo>
                    <a:pt x="234537" y="254201"/>
                  </a:lnTo>
                  <a:lnTo>
                    <a:pt x="234537" y="50878"/>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Arial"/>
                <a:ea typeface="Arial"/>
                <a:cs typeface="Arial"/>
                <a:sym typeface="Arial"/>
              </a:endParaRPr>
            </a:p>
          </p:txBody>
        </p:sp>
      </p:grpSp>
      <p:grpSp>
        <p:nvGrpSpPr>
          <p:cNvPr id="799" name="Google Shape;799;p20"/>
          <p:cNvGrpSpPr/>
          <p:nvPr/>
        </p:nvGrpSpPr>
        <p:grpSpPr>
          <a:xfrm>
            <a:off x="5763372" y="4364658"/>
            <a:ext cx="508806" cy="443118"/>
            <a:chOff x="8978262" y="6009158"/>
            <a:chExt cx="828675" cy="723221"/>
          </a:xfrm>
        </p:grpSpPr>
        <p:sp>
          <p:nvSpPr>
            <p:cNvPr id="800" name="Google Shape;800;p20"/>
            <p:cNvSpPr/>
            <p:nvPr/>
          </p:nvSpPr>
          <p:spPr>
            <a:xfrm>
              <a:off x="8996584" y="6028300"/>
              <a:ext cx="791845" cy="457200"/>
            </a:xfrm>
            <a:custGeom>
              <a:rect b="b" l="l" r="r" t="t"/>
              <a:pathLst>
                <a:path extrusionOk="0" h="457200" w="791845">
                  <a:moveTo>
                    <a:pt x="593699" y="0"/>
                  </a:moveTo>
                  <a:lnTo>
                    <a:pt x="0" y="342774"/>
                  </a:lnTo>
                  <a:lnTo>
                    <a:pt x="197899" y="457033"/>
                  </a:lnTo>
                  <a:lnTo>
                    <a:pt x="791598" y="114258"/>
                  </a:lnTo>
                  <a:lnTo>
                    <a:pt x="593699"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Arial"/>
                <a:ea typeface="Arial"/>
                <a:cs typeface="Arial"/>
                <a:sym typeface="Arial"/>
              </a:endParaRPr>
            </a:p>
          </p:txBody>
        </p:sp>
        <p:sp>
          <p:nvSpPr>
            <p:cNvPr id="801" name="Google Shape;801;p20"/>
            <p:cNvSpPr/>
            <p:nvPr/>
          </p:nvSpPr>
          <p:spPr>
            <a:xfrm>
              <a:off x="8978262" y="6009158"/>
              <a:ext cx="828675" cy="494665"/>
            </a:xfrm>
            <a:custGeom>
              <a:rect b="b" l="l" r="r" t="t"/>
              <a:pathLst>
                <a:path extrusionOk="0" h="494665" w="828675">
                  <a:moveTo>
                    <a:pt x="615520" y="0"/>
                  </a:moveTo>
                  <a:lnTo>
                    <a:pt x="608525" y="0"/>
                  </a:lnTo>
                  <a:lnTo>
                    <a:pt x="3497" y="349319"/>
                  </a:lnTo>
                  <a:lnTo>
                    <a:pt x="0" y="355371"/>
                  </a:lnTo>
                  <a:lnTo>
                    <a:pt x="0" y="368459"/>
                  </a:lnTo>
                  <a:lnTo>
                    <a:pt x="3497" y="374512"/>
                  </a:lnTo>
                  <a:lnTo>
                    <a:pt x="209888" y="493681"/>
                  </a:lnTo>
                  <a:lnTo>
                    <a:pt x="213061" y="494498"/>
                  </a:lnTo>
                  <a:lnTo>
                    <a:pt x="219375" y="494498"/>
                  </a:lnTo>
                  <a:lnTo>
                    <a:pt x="222548" y="493681"/>
                  </a:lnTo>
                  <a:lnTo>
                    <a:pt x="289505" y="455022"/>
                  </a:lnTo>
                  <a:lnTo>
                    <a:pt x="216213" y="455022"/>
                  </a:lnTo>
                  <a:lnTo>
                    <a:pt x="54972" y="361915"/>
                  </a:lnTo>
                  <a:lnTo>
                    <a:pt x="612023" y="40291"/>
                  </a:lnTo>
                  <a:lnTo>
                    <a:pt x="685305" y="40291"/>
                  </a:lnTo>
                  <a:lnTo>
                    <a:pt x="615520" y="0"/>
                  </a:lnTo>
                  <a:close/>
                </a:path>
                <a:path extrusionOk="0" h="494665" w="828675">
                  <a:moveTo>
                    <a:pt x="685305" y="40291"/>
                  </a:moveTo>
                  <a:lnTo>
                    <a:pt x="612023" y="40291"/>
                  </a:lnTo>
                  <a:lnTo>
                    <a:pt x="773274" y="133399"/>
                  </a:lnTo>
                  <a:lnTo>
                    <a:pt x="216213" y="455022"/>
                  </a:lnTo>
                  <a:lnTo>
                    <a:pt x="289505" y="455022"/>
                  </a:lnTo>
                  <a:lnTo>
                    <a:pt x="824749" y="145995"/>
                  </a:lnTo>
                  <a:lnTo>
                    <a:pt x="828247" y="139943"/>
                  </a:lnTo>
                  <a:lnTo>
                    <a:pt x="828247" y="126854"/>
                  </a:lnTo>
                  <a:lnTo>
                    <a:pt x="824749" y="120802"/>
                  </a:lnTo>
                  <a:lnTo>
                    <a:pt x="685305" y="40291"/>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Arial"/>
                <a:ea typeface="Arial"/>
                <a:cs typeface="Arial"/>
                <a:sym typeface="Arial"/>
              </a:endParaRPr>
            </a:p>
          </p:txBody>
        </p:sp>
        <p:sp>
          <p:nvSpPr>
            <p:cNvPr id="802" name="Google Shape;802;p20"/>
            <p:cNvSpPr/>
            <p:nvPr/>
          </p:nvSpPr>
          <p:spPr>
            <a:xfrm>
              <a:off x="9194484" y="6142556"/>
              <a:ext cx="593725" cy="571500"/>
            </a:xfrm>
            <a:custGeom>
              <a:rect b="b" l="l" r="r" t="t"/>
              <a:pathLst>
                <a:path extrusionOk="0" h="571500" w="593725">
                  <a:moveTo>
                    <a:pt x="593699" y="0"/>
                  </a:moveTo>
                  <a:lnTo>
                    <a:pt x="0" y="342774"/>
                  </a:lnTo>
                  <a:lnTo>
                    <a:pt x="0" y="571291"/>
                  </a:lnTo>
                  <a:lnTo>
                    <a:pt x="593699" y="228516"/>
                  </a:lnTo>
                  <a:lnTo>
                    <a:pt x="593699" y="0"/>
                  </a:lnTo>
                  <a:close/>
                </a:path>
              </a:pathLst>
            </a:custGeom>
            <a:solidFill>
              <a:schemeClr val="accent1"/>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Arial"/>
                <a:ea typeface="Arial"/>
                <a:cs typeface="Arial"/>
                <a:sym typeface="Arial"/>
              </a:endParaRPr>
            </a:p>
          </p:txBody>
        </p:sp>
        <p:sp>
          <p:nvSpPr>
            <p:cNvPr id="803" name="Google Shape;803;p20"/>
            <p:cNvSpPr/>
            <p:nvPr/>
          </p:nvSpPr>
          <p:spPr>
            <a:xfrm>
              <a:off x="9176156" y="6123414"/>
              <a:ext cx="630554" cy="608965"/>
            </a:xfrm>
            <a:custGeom>
              <a:rect b="b" l="l" r="r" t="t"/>
              <a:pathLst>
                <a:path extrusionOk="0" h="608965" w="630554">
                  <a:moveTo>
                    <a:pt x="615520" y="0"/>
                  </a:moveTo>
                  <a:lnTo>
                    <a:pt x="608525" y="0"/>
                  </a:lnTo>
                  <a:lnTo>
                    <a:pt x="3497" y="349319"/>
                  </a:lnTo>
                  <a:lnTo>
                    <a:pt x="0" y="355371"/>
                  </a:lnTo>
                  <a:lnTo>
                    <a:pt x="0" y="596976"/>
                  </a:lnTo>
                  <a:lnTo>
                    <a:pt x="3497" y="603039"/>
                  </a:lnTo>
                  <a:lnTo>
                    <a:pt x="11999" y="607939"/>
                  </a:lnTo>
                  <a:lnTo>
                    <a:pt x="15161" y="608756"/>
                  </a:lnTo>
                  <a:lnTo>
                    <a:pt x="21486" y="608756"/>
                  </a:lnTo>
                  <a:lnTo>
                    <a:pt x="24648" y="607939"/>
                  </a:lnTo>
                  <a:lnTo>
                    <a:pt x="109941" y="558695"/>
                  </a:lnTo>
                  <a:lnTo>
                    <a:pt x="36648" y="558695"/>
                  </a:lnTo>
                  <a:lnTo>
                    <a:pt x="36648" y="372501"/>
                  </a:lnTo>
                  <a:lnTo>
                    <a:pt x="593699" y="50878"/>
                  </a:lnTo>
                  <a:lnTo>
                    <a:pt x="630347" y="50878"/>
                  </a:lnTo>
                  <a:lnTo>
                    <a:pt x="630347" y="12596"/>
                  </a:lnTo>
                  <a:lnTo>
                    <a:pt x="626850" y="6544"/>
                  </a:lnTo>
                  <a:lnTo>
                    <a:pt x="615520" y="0"/>
                  </a:lnTo>
                  <a:close/>
                </a:path>
                <a:path extrusionOk="0" h="608965" w="630554">
                  <a:moveTo>
                    <a:pt x="630347" y="50878"/>
                  </a:moveTo>
                  <a:lnTo>
                    <a:pt x="593699" y="50878"/>
                  </a:lnTo>
                  <a:lnTo>
                    <a:pt x="593699" y="237071"/>
                  </a:lnTo>
                  <a:lnTo>
                    <a:pt x="36648" y="558695"/>
                  </a:lnTo>
                  <a:lnTo>
                    <a:pt x="109941" y="558695"/>
                  </a:lnTo>
                  <a:lnTo>
                    <a:pt x="626850" y="260253"/>
                  </a:lnTo>
                  <a:lnTo>
                    <a:pt x="630347" y="254201"/>
                  </a:lnTo>
                  <a:lnTo>
                    <a:pt x="630347" y="50878"/>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Arial"/>
                <a:ea typeface="Arial"/>
                <a:cs typeface="Arial"/>
                <a:sym typeface="Arial"/>
              </a:endParaRPr>
            </a:p>
          </p:txBody>
        </p:sp>
        <p:sp>
          <p:nvSpPr>
            <p:cNvPr id="804" name="Google Shape;804;p20"/>
            <p:cNvSpPr/>
            <p:nvPr/>
          </p:nvSpPr>
          <p:spPr>
            <a:xfrm>
              <a:off x="8996584" y="6371073"/>
              <a:ext cx="198120" cy="342900"/>
            </a:xfrm>
            <a:custGeom>
              <a:rect b="b" l="l" r="r" t="t"/>
              <a:pathLst>
                <a:path extrusionOk="0" h="342900" w="198120">
                  <a:moveTo>
                    <a:pt x="0" y="0"/>
                  </a:moveTo>
                  <a:lnTo>
                    <a:pt x="0" y="228516"/>
                  </a:lnTo>
                  <a:lnTo>
                    <a:pt x="197899" y="342774"/>
                  </a:lnTo>
                  <a:lnTo>
                    <a:pt x="197899" y="114258"/>
                  </a:lnTo>
                  <a:lnTo>
                    <a:pt x="0"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Arial"/>
                <a:ea typeface="Arial"/>
                <a:cs typeface="Arial"/>
                <a:sym typeface="Arial"/>
              </a:endParaRPr>
            </a:p>
          </p:txBody>
        </p:sp>
        <p:sp>
          <p:nvSpPr>
            <p:cNvPr id="805" name="Google Shape;805;p20"/>
            <p:cNvSpPr/>
            <p:nvPr/>
          </p:nvSpPr>
          <p:spPr>
            <a:xfrm>
              <a:off x="8978262" y="6351927"/>
              <a:ext cx="234950" cy="380365"/>
            </a:xfrm>
            <a:custGeom>
              <a:rect b="b" l="l" r="r" t="t"/>
              <a:pathLst>
                <a:path extrusionOk="0" h="380365" w="234950">
                  <a:moveTo>
                    <a:pt x="21821" y="0"/>
                  </a:moveTo>
                  <a:lnTo>
                    <a:pt x="14826" y="0"/>
                  </a:lnTo>
                  <a:lnTo>
                    <a:pt x="3497" y="6544"/>
                  </a:lnTo>
                  <a:lnTo>
                    <a:pt x="0" y="12606"/>
                  </a:lnTo>
                  <a:lnTo>
                    <a:pt x="0" y="254212"/>
                  </a:lnTo>
                  <a:lnTo>
                    <a:pt x="3497" y="260264"/>
                  </a:lnTo>
                  <a:lnTo>
                    <a:pt x="209888" y="379433"/>
                  </a:lnTo>
                  <a:lnTo>
                    <a:pt x="213061" y="380250"/>
                  </a:lnTo>
                  <a:lnTo>
                    <a:pt x="219375" y="380250"/>
                  </a:lnTo>
                  <a:lnTo>
                    <a:pt x="222548" y="379433"/>
                  </a:lnTo>
                  <a:lnTo>
                    <a:pt x="231040" y="374522"/>
                  </a:lnTo>
                  <a:lnTo>
                    <a:pt x="234537" y="368470"/>
                  </a:lnTo>
                  <a:lnTo>
                    <a:pt x="234537" y="330188"/>
                  </a:lnTo>
                  <a:lnTo>
                    <a:pt x="197889" y="330188"/>
                  </a:lnTo>
                  <a:lnTo>
                    <a:pt x="36648" y="237081"/>
                  </a:lnTo>
                  <a:lnTo>
                    <a:pt x="36648" y="50888"/>
                  </a:lnTo>
                  <a:lnTo>
                    <a:pt x="109947" y="50888"/>
                  </a:lnTo>
                  <a:lnTo>
                    <a:pt x="21821" y="0"/>
                  </a:lnTo>
                  <a:close/>
                </a:path>
                <a:path extrusionOk="0" h="380365" w="234950">
                  <a:moveTo>
                    <a:pt x="109947" y="50888"/>
                  </a:moveTo>
                  <a:lnTo>
                    <a:pt x="36648" y="50888"/>
                  </a:lnTo>
                  <a:lnTo>
                    <a:pt x="197889" y="143985"/>
                  </a:lnTo>
                  <a:lnTo>
                    <a:pt x="197889" y="330188"/>
                  </a:lnTo>
                  <a:lnTo>
                    <a:pt x="234537" y="330188"/>
                  </a:lnTo>
                  <a:lnTo>
                    <a:pt x="234537" y="126865"/>
                  </a:lnTo>
                  <a:lnTo>
                    <a:pt x="231040" y="120813"/>
                  </a:lnTo>
                  <a:lnTo>
                    <a:pt x="109947" y="50888"/>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Arial"/>
                <a:ea typeface="Arial"/>
                <a:cs typeface="Arial"/>
                <a:sym typeface="Arial"/>
              </a:endParaRPr>
            </a:p>
          </p:txBody>
        </p:sp>
      </p:grpSp>
      <p:grpSp>
        <p:nvGrpSpPr>
          <p:cNvPr id="806" name="Google Shape;806;p20"/>
          <p:cNvGrpSpPr/>
          <p:nvPr/>
        </p:nvGrpSpPr>
        <p:grpSpPr>
          <a:xfrm>
            <a:off x="5283751" y="4364761"/>
            <a:ext cx="265905" cy="307434"/>
            <a:chOff x="11814819" y="4804083"/>
            <a:chExt cx="433070" cy="494664"/>
          </a:xfrm>
        </p:grpSpPr>
        <p:sp>
          <p:nvSpPr>
            <p:cNvPr id="807" name="Google Shape;807;p20"/>
            <p:cNvSpPr/>
            <p:nvPr/>
          </p:nvSpPr>
          <p:spPr>
            <a:xfrm>
              <a:off x="11833147" y="4823224"/>
              <a:ext cx="396240" cy="457200"/>
            </a:xfrm>
            <a:custGeom>
              <a:rect b="b" l="l" r="r" t="t"/>
              <a:pathLst>
                <a:path extrusionOk="0" h="457200" w="396240">
                  <a:moveTo>
                    <a:pt x="197899" y="0"/>
                  </a:moveTo>
                  <a:lnTo>
                    <a:pt x="0" y="114258"/>
                  </a:lnTo>
                  <a:lnTo>
                    <a:pt x="0" y="342774"/>
                  </a:lnTo>
                  <a:lnTo>
                    <a:pt x="197899" y="457033"/>
                  </a:lnTo>
                  <a:lnTo>
                    <a:pt x="395799" y="342774"/>
                  </a:lnTo>
                  <a:lnTo>
                    <a:pt x="395799" y="114258"/>
                  </a:lnTo>
                  <a:lnTo>
                    <a:pt x="197899" y="0"/>
                  </a:lnTo>
                  <a:close/>
                </a:path>
              </a:pathLst>
            </a:custGeom>
            <a:solidFill>
              <a:schemeClr val="accent3"/>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Arial"/>
                <a:ea typeface="Arial"/>
                <a:cs typeface="Arial"/>
                <a:sym typeface="Arial"/>
              </a:endParaRPr>
            </a:p>
          </p:txBody>
        </p:sp>
        <p:sp>
          <p:nvSpPr>
            <p:cNvPr id="808" name="Google Shape;808;p20"/>
            <p:cNvSpPr/>
            <p:nvPr/>
          </p:nvSpPr>
          <p:spPr>
            <a:xfrm>
              <a:off x="11814819" y="4804083"/>
              <a:ext cx="433070" cy="494664"/>
            </a:xfrm>
            <a:custGeom>
              <a:rect b="b" l="l" r="r" t="t"/>
              <a:pathLst>
                <a:path extrusionOk="0" h="494664" w="433070">
                  <a:moveTo>
                    <a:pt x="219721" y="0"/>
                  </a:moveTo>
                  <a:lnTo>
                    <a:pt x="212726" y="0"/>
                  </a:lnTo>
                  <a:lnTo>
                    <a:pt x="3497" y="120802"/>
                  </a:lnTo>
                  <a:lnTo>
                    <a:pt x="0" y="126854"/>
                  </a:lnTo>
                  <a:lnTo>
                    <a:pt x="0" y="368459"/>
                  </a:lnTo>
                  <a:lnTo>
                    <a:pt x="3497" y="374512"/>
                  </a:lnTo>
                  <a:lnTo>
                    <a:pt x="209899" y="493681"/>
                  </a:lnTo>
                  <a:lnTo>
                    <a:pt x="213072" y="494498"/>
                  </a:lnTo>
                  <a:lnTo>
                    <a:pt x="219385" y="494498"/>
                  </a:lnTo>
                  <a:lnTo>
                    <a:pt x="222558" y="493681"/>
                  </a:lnTo>
                  <a:lnTo>
                    <a:pt x="289533" y="455012"/>
                  </a:lnTo>
                  <a:lnTo>
                    <a:pt x="216223" y="455012"/>
                  </a:lnTo>
                  <a:lnTo>
                    <a:pt x="36648" y="351340"/>
                  </a:lnTo>
                  <a:lnTo>
                    <a:pt x="36648" y="143974"/>
                  </a:lnTo>
                  <a:lnTo>
                    <a:pt x="216223" y="40302"/>
                  </a:lnTo>
                  <a:lnTo>
                    <a:pt x="289528" y="40302"/>
                  </a:lnTo>
                  <a:lnTo>
                    <a:pt x="219721" y="0"/>
                  </a:lnTo>
                  <a:close/>
                </a:path>
                <a:path extrusionOk="0" h="494664" w="433070">
                  <a:moveTo>
                    <a:pt x="289528" y="40302"/>
                  </a:moveTo>
                  <a:lnTo>
                    <a:pt x="216223" y="40302"/>
                  </a:lnTo>
                  <a:lnTo>
                    <a:pt x="395809" y="143974"/>
                  </a:lnTo>
                  <a:lnTo>
                    <a:pt x="395809" y="351340"/>
                  </a:lnTo>
                  <a:lnTo>
                    <a:pt x="216223" y="455012"/>
                  </a:lnTo>
                  <a:lnTo>
                    <a:pt x="289533" y="455012"/>
                  </a:lnTo>
                  <a:lnTo>
                    <a:pt x="428960" y="374512"/>
                  </a:lnTo>
                  <a:lnTo>
                    <a:pt x="432458" y="368459"/>
                  </a:lnTo>
                  <a:lnTo>
                    <a:pt x="432458" y="126854"/>
                  </a:lnTo>
                  <a:lnTo>
                    <a:pt x="428960" y="120802"/>
                  </a:lnTo>
                  <a:lnTo>
                    <a:pt x="289528" y="40302"/>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Arial"/>
                <a:ea typeface="Arial"/>
                <a:cs typeface="Arial"/>
                <a:sym typeface="Arial"/>
              </a:endParaRPr>
            </a:p>
          </p:txBody>
        </p:sp>
        <p:sp>
          <p:nvSpPr>
            <p:cNvPr id="809" name="Google Shape;809;p20"/>
            <p:cNvSpPr/>
            <p:nvPr/>
          </p:nvSpPr>
          <p:spPr>
            <a:xfrm>
              <a:off x="11833147" y="4937484"/>
              <a:ext cx="198120" cy="342900"/>
            </a:xfrm>
            <a:custGeom>
              <a:rect b="b" l="l" r="r" t="t"/>
              <a:pathLst>
                <a:path extrusionOk="0" h="342900" w="198120">
                  <a:moveTo>
                    <a:pt x="0" y="0"/>
                  </a:moveTo>
                  <a:lnTo>
                    <a:pt x="0" y="228516"/>
                  </a:lnTo>
                  <a:lnTo>
                    <a:pt x="197899" y="342774"/>
                  </a:lnTo>
                  <a:lnTo>
                    <a:pt x="197899" y="114258"/>
                  </a:lnTo>
                  <a:lnTo>
                    <a:pt x="0"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Arial"/>
                <a:ea typeface="Arial"/>
                <a:cs typeface="Arial"/>
                <a:sym typeface="Arial"/>
              </a:endParaRPr>
            </a:p>
          </p:txBody>
        </p:sp>
        <p:sp>
          <p:nvSpPr>
            <p:cNvPr id="810" name="Google Shape;810;p20"/>
            <p:cNvSpPr/>
            <p:nvPr/>
          </p:nvSpPr>
          <p:spPr>
            <a:xfrm>
              <a:off x="11814819" y="4918341"/>
              <a:ext cx="234950" cy="380364"/>
            </a:xfrm>
            <a:custGeom>
              <a:rect b="b" l="l" r="r" t="t"/>
              <a:pathLst>
                <a:path extrusionOk="0" h="380364" w="234950">
                  <a:moveTo>
                    <a:pt x="21821" y="0"/>
                  </a:moveTo>
                  <a:lnTo>
                    <a:pt x="14826" y="0"/>
                  </a:lnTo>
                  <a:lnTo>
                    <a:pt x="3497" y="6544"/>
                  </a:lnTo>
                  <a:lnTo>
                    <a:pt x="0" y="12596"/>
                  </a:lnTo>
                  <a:lnTo>
                    <a:pt x="0" y="254201"/>
                  </a:lnTo>
                  <a:lnTo>
                    <a:pt x="3497" y="260253"/>
                  </a:lnTo>
                  <a:lnTo>
                    <a:pt x="209899" y="379423"/>
                  </a:lnTo>
                  <a:lnTo>
                    <a:pt x="213072" y="380239"/>
                  </a:lnTo>
                  <a:lnTo>
                    <a:pt x="219385" y="380239"/>
                  </a:lnTo>
                  <a:lnTo>
                    <a:pt x="222558" y="379423"/>
                  </a:lnTo>
                  <a:lnTo>
                    <a:pt x="231050" y="374512"/>
                  </a:lnTo>
                  <a:lnTo>
                    <a:pt x="234547" y="368459"/>
                  </a:lnTo>
                  <a:lnTo>
                    <a:pt x="234547" y="330178"/>
                  </a:lnTo>
                  <a:lnTo>
                    <a:pt x="197899" y="330178"/>
                  </a:lnTo>
                  <a:lnTo>
                    <a:pt x="36648" y="237081"/>
                  </a:lnTo>
                  <a:lnTo>
                    <a:pt x="36648" y="50878"/>
                  </a:lnTo>
                  <a:lnTo>
                    <a:pt x="109941" y="50878"/>
                  </a:lnTo>
                  <a:lnTo>
                    <a:pt x="21821" y="0"/>
                  </a:lnTo>
                  <a:close/>
                </a:path>
                <a:path extrusionOk="0" h="380364" w="234950">
                  <a:moveTo>
                    <a:pt x="109941" y="50878"/>
                  </a:moveTo>
                  <a:lnTo>
                    <a:pt x="36648" y="50878"/>
                  </a:lnTo>
                  <a:lnTo>
                    <a:pt x="197899" y="143974"/>
                  </a:lnTo>
                  <a:lnTo>
                    <a:pt x="197899" y="330178"/>
                  </a:lnTo>
                  <a:lnTo>
                    <a:pt x="234547" y="330178"/>
                  </a:lnTo>
                  <a:lnTo>
                    <a:pt x="234547" y="126854"/>
                  </a:lnTo>
                  <a:lnTo>
                    <a:pt x="231050" y="120802"/>
                  </a:lnTo>
                  <a:lnTo>
                    <a:pt x="109941" y="50878"/>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Arial"/>
                <a:ea typeface="Arial"/>
                <a:cs typeface="Arial"/>
                <a:sym typeface="Arial"/>
              </a:endParaRPr>
            </a:p>
          </p:txBody>
        </p:sp>
        <p:sp>
          <p:nvSpPr>
            <p:cNvPr id="811" name="Google Shape;811;p20"/>
            <p:cNvSpPr/>
            <p:nvPr/>
          </p:nvSpPr>
          <p:spPr>
            <a:xfrm>
              <a:off x="12031047" y="4937483"/>
              <a:ext cx="198120" cy="342900"/>
            </a:xfrm>
            <a:custGeom>
              <a:rect b="b" l="l" r="r" t="t"/>
              <a:pathLst>
                <a:path extrusionOk="0" h="342900" w="198120">
                  <a:moveTo>
                    <a:pt x="197899" y="0"/>
                  </a:moveTo>
                  <a:lnTo>
                    <a:pt x="0" y="114258"/>
                  </a:lnTo>
                  <a:lnTo>
                    <a:pt x="0" y="342774"/>
                  </a:lnTo>
                  <a:lnTo>
                    <a:pt x="197899" y="228516"/>
                  </a:lnTo>
                  <a:lnTo>
                    <a:pt x="197899"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Arial"/>
                <a:ea typeface="Arial"/>
                <a:cs typeface="Arial"/>
                <a:sym typeface="Arial"/>
              </a:endParaRPr>
            </a:p>
          </p:txBody>
        </p:sp>
        <p:sp>
          <p:nvSpPr>
            <p:cNvPr id="812" name="Google Shape;812;p20"/>
            <p:cNvSpPr/>
            <p:nvPr/>
          </p:nvSpPr>
          <p:spPr>
            <a:xfrm>
              <a:off x="12012723" y="4918345"/>
              <a:ext cx="234950" cy="380364"/>
            </a:xfrm>
            <a:custGeom>
              <a:rect b="b" l="l" r="r" t="t"/>
              <a:pathLst>
                <a:path extrusionOk="0" h="380364" w="234950">
                  <a:moveTo>
                    <a:pt x="219721" y="0"/>
                  </a:moveTo>
                  <a:lnTo>
                    <a:pt x="212726" y="0"/>
                  </a:lnTo>
                  <a:lnTo>
                    <a:pt x="3497" y="120802"/>
                  </a:lnTo>
                  <a:lnTo>
                    <a:pt x="0" y="126854"/>
                  </a:lnTo>
                  <a:lnTo>
                    <a:pt x="0" y="368449"/>
                  </a:lnTo>
                  <a:lnTo>
                    <a:pt x="3497" y="374512"/>
                  </a:lnTo>
                  <a:lnTo>
                    <a:pt x="11999" y="379412"/>
                  </a:lnTo>
                  <a:lnTo>
                    <a:pt x="15161" y="380229"/>
                  </a:lnTo>
                  <a:lnTo>
                    <a:pt x="21486" y="380229"/>
                  </a:lnTo>
                  <a:lnTo>
                    <a:pt x="24648" y="379412"/>
                  </a:lnTo>
                  <a:lnTo>
                    <a:pt x="109948" y="330167"/>
                  </a:lnTo>
                  <a:lnTo>
                    <a:pt x="36648" y="330167"/>
                  </a:lnTo>
                  <a:lnTo>
                    <a:pt x="36648" y="143974"/>
                  </a:lnTo>
                  <a:lnTo>
                    <a:pt x="197899" y="50878"/>
                  </a:lnTo>
                  <a:lnTo>
                    <a:pt x="234547" y="50878"/>
                  </a:lnTo>
                  <a:lnTo>
                    <a:pt x="234547" y="12596"/>
                  </a:lnTo>
                  <a:lnTo>
                    <a:pt x="231050" y="6544"/>
                  </a:lnTo>
                  <a:lnTo>
                    <a:pt x="219721" y="0"/>
                  </a:lnTo>
                  <a:close/>
                </a:path>
                <a:path extrusionOk="0" h="380364" w="234950">
                  <a:moveTo>
                    <a:pt x="234547" y="50878"/>
                  </a:moveTo>
                  <a:lnTo>
                    <a:pt x="197899" y="50878"/>
                  </a:lnTo>
                  <a:lnTo>
                    <a:pt x="197899" y="237081"/>
                  </a:lnTo>
                  <a:lnTo>
                    <a:pt x="36648" y="330167"/>
                  </a:lnTo>
                  <a:lnTo>
                    <a:pt x="109948" y="330167"/>
                  </a:lnTo>
                  <a:lnTo>
                    <a:pt x="231050" y="260253"/>
                  </a:lnTo>
                  <a:lnTo>
                    <a:pt x="234547" y="254201"/>
                  </a:lnTo>
                  <a:lnTo>
                    <a:pt x="234547" y="50878"/>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and Visual 2">
  <p:cSld name="Text and Visual 2">
    <p:spTree>
      <p:nvGrpSpPr>
        <p:cNvPr id="813" name="Shape 813"/>
        <p:cNvGrpSpPr/>
        <p:nvPr/>
      </p:nvGrpSpPr>
      <p:grpSpPr>
        <a:xfrm>
          <a:off x="0" y="0"/>
          <a:ext cx="0" cy="0"/>
          <a:chOff x="0" y="0"/>
          <a:chExt cx="0" cy="0"/>
        </a:xfrm>
      </p:grpSpPr>
      <p:sp>
        <p:nvSpPr>
          <p:cNvPr id="814" name="Google Shape;814;p21"/>
          <p:cNvSpPr txBox="1"/>
          <p:nvPr>
            <p:ph type="title"/>
          </p:nvPr>
        </p:nvSpPr>
        <p:spPr>
          <a:xfrm>
            <a:off x="452425" y="302297"/>
            <a:ext cx="4203416" cy="689420"/>
          </a:xfrm>
          <a:prstGeom prst="rect">
            <a:avLst/>
          </a:prstGeom>
          <a:noFill/>
          <a:ln>
            <a:noFill/>
          </a:ln>
        </p:spPr>
        <p:txBody>
          <a:bodyPr anchorCtr="0" anchor="b" bIns="0" lIns="0" spcFirstLastPara="1" rIns="0" wrap="square" tIns="0">
            <a:spAutoFit/>
          </a:bodyPr>
          <a:lstStyle>
            <a:lvl1pPr lvl="0" marR="0" rtl="0" algn="l">
              <a:lnSpc>
                <a:spcPct val="80000"/>
              </a:lnSpc>
              <a:spcBef>
                <a:spcPts val="0"/>
              </a:spcBef>
              <a:spcAft>
                <a:spcPts val="0"/>
              </a:spcAft>
              <a:buSzPts val="1400"/>
              <a:buNone/>
              <a:defRPr b="1" i="0" sz="2800" u="none" cap="none" strike="noStrike">
                <a:solidFill>
                  <a:srgbClr val="000000"/>
                </a:solidFill>
                <a:latin typeface="Proxima Nova"/>
                <a:ea typeface="Proxima Nova"/>
                <a:cs typeface="Proxima Nova"/>
                <a:sym typeface="Proxima Nova"/>
              </a:defRPr>
            </a:lvl1pPr>
            <a:lvl2pPr lvl="1"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
        <p:nvSpPr>
          <p:cNvPr id="815" name="Google Shape;815;p21"/>
          <p:cNvSpPr/>
          <p:nvPr/>
        </p:nvSpPr>
        <p:spPr>
          <a:xfrm>
            <a:off x="461962" y="1045167"/>
            <a:ext cx="571782" cy="76276"/>
          </a:xfrm>
          <a:custGeom>
            <a:rect b="b" l="l" r="r" t="t"/>
            <a:pathLst>
              <a:path extrusionOk="0" h="167639" w="1256664">
                <a:moveTo>
                  <a:pt x="1256506" y="0"/>
                </a:moveTo>
                <a:lnTo>
                  <a:pt x="0" y="0"/>
                </a:lnTo>
                <a:lnTo>
                  <a:pt x="0" y="167534"/>
                </a:lnTo>
                <a:lnTo>
                  <a:pt x="1256506" y="167534"/>
                </a:lnTo>
                <a:lnTo>
                  <a:pt x="1256506" y="0"/>
                </a:lnTo>
                <a:close/>
              </a:path>
            </a:pathLst>
          </a:custGeom>
          <a:solidFill>
            <a:schemeClr val="accent1"/>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chemeClr val="dk1"/>
              </a:solidFill>
              <a:latin typeface="Calibri"/>
              <a:ea typeface="Calibri"/>
              <a:cs typeface="Calibri"/>
              <a:sym typeface="Calibri"/>
            </a:endParaRPr>
          </a:p>
        </p:txBody>
      </p:sp>
      <p:sp>
        <p:nvSpPr>
          <p:cNvPr id="816" name="Google Shape;816;p21"/>
          <p:cNvSpPr txBox="1"/>
          <p:nvPr>
            <p:ph idx="1" type="body"/>
          </p:nvPr>
        </p:nvSpPr>
        <p:spPr>
          <a:xfrm>
            <a:off x="452425" y="1518625"/>
            <a:ext cx="3417300" cy="2415000"/>
          </a:xfrm>
          <a:prstGeom prst="rect">
            <a:avLst/>
          </a:prstGeom>
          <a:noFill/>
          <a:ln>
            <a:noFill/>
          </a:ln>
        </p:spPr>
        <p:txBody>
          <a:bodyPr anchorCtr="0" anchor="t" bIns="0" lIns="0" spcFirstLastPara="1" rIns="0" wrap="square" tIns="0">
            <a:noAutofit/>
          </a:bodyPr>
          <a:lstStyle>
            <a:lvl1pPr indent="-317500" lvl="0" marL="457200" marR="0" rtl="0" algn="l">
              <a:lnSpc>
                <a:spcPct val="100000"/>
              </a:lnSpc>
              <a:spcBef>
                <a:spcPts val="0"/>
              </a:spcBef>
              <a:spcAft>
                <a:spcPts val="0"/>
              </a:spcAft>
              <a:buClr>
                <a:srgbClr val="000000"/>
              </a:buClr>
              <a:buSzPts val="1400"/>
              <a:buFont typeface="Proxima Nova"/>
              <a:buChar char="●"/>
              <a:defRPr b="0" i="0" sz="1400" u="none" cap="none" strike="noStrike">
                <a:solidFill>
                  <a:srgbClr val="000000"/>
                </a:solidFill>
                <a:latin typeface="Proxima Nova"/>
                <a:ea typeface="Proxima Nova"/>
                <a:cs typeface="Proxima Nova"/>
                <a:sym typeface="Proxima Nova"/>
              </a:defRPr>
            </a:lvl1pPr>
            <a:lvl2pPr indent="-317500" lvl="1" marL="914400" marR="0" rtl="0" algn="l">
              <a:lnSpc>
                <a:spcPct val="100000"/>
              </a:lnSpc>
              <a:spcBef>
                <a:spcPts val="0"/>
              </a:spcBef>
              <a:spcAft>
                <a:spcPts val="0"/>
              </a:spcAft>
              <a:buClr>
                <a:srgbClr val="000000"/>
              </a:buClr>
              <a:buSzPts val="1400"/>
              <a:buFont typeface="Proxima Nova"/>
              <a:buChar char="○"/>
              <a:defRPr b="0" i="0" sz="1400" u="none" cap="none" strike="noStrike">
                <a:solidFill>
                  <a:srgbClr val="000000"/>
                </a:solidFill>
                <a:latin typeface="Proxima Nova"/>
                <a:ea typeface="Proxima Nova"/>
                <a:cs typeface="Proxima Nova"/>
                <a:sym typeface="Proxima Nova"/>
              </a:defRPr>
            </a:lvl2pPr>
            <a:lvl3pPr indent="-317500" lvl="2" marL="1371600" marR="0" rtl="0" algn="l">
              <a:lnSpc>
                <a:spcPct val="100000"/>
              </a:lnSpc>
              <a:spcBef>
                <a:spcPts val="0"/>
              </a:spcBef>
              <a:spcAft>
                <a:spcPts val="0"/>
              </a:spcAft>
              <a:buClr>
                <a:srgbClr val="000000"/>
              </a:buClr>
              <a:buSzPts val="1400"/>
              <a:buFont typeface="Proxima Nova"/>
              <a:buChar char="■"/>
              <a:defRPr b="0" i="0" sz="1400" u="none" cap="none" strike="noStrike">
                <a:solidFill>
                  <a:srgbClr val="000000"/>
                </a:solidFill>
                <a:latin typeface="Proxima Nova"/>
                <a:ea typeface="Proxima Nova"/>
                <a:cs typeface="Proxima Nova"/>
                <a:sym typeface="Proxima Nova"/>
              </a:defRPr>
            </a:lvl3pPr>
            <a:lvl4pPr indent="-317500" lvl="3" marL="1828800" marR="0" rtl="0" algn="l">
              <a:lnSpc>
                <a:spcPct val="100000"/>
              </a:lnSpc>
              <a:spcBef>
                <a:spcPts val="0"/>
              </a:spcBef>
              <a:spcAft>
                <a:spcPts val="0"/>
              </a:spcAft>
              <a:buClr>
                <a:srgbClr val="000000"/>
              </a:buClr>
              <a:buSzPts val="1400"/>
              <a:buFont typeface="Proxima Nova"/>
              <a:buChar char="●"/>
              <a:defRPr b="0" i="0" sz="1400" u="none" cap="none" strike="noStrike">
                <a:solidFill>
                  <a:srgbClr val="000000"/>
                </a:solidFill>
                <a:latin typeface="Proxima Nova"/>
                <a:ea typeface="Proxima Nova"/>
                <a:cs typeface="Proxima Nova"/>
                <a:sym typeface="Proxima Nova"/>
              </a:defRPr>
            </a:lvl4pPr>
            <a:lvl5pPr indent="-317500" lvl="4" marL="2286000" marR="0" rtl="0" algn="l">
              <a:lnSpc>
                <a:spcPct val="100000"/>
              </a:lnSpc>
              <a:spcBef>
                <a:spcPts val="0"/>
              </a:spcBef>
              <a:spcAft>
                <a:spcPts val="0"/>
              </a:spcAft>
              <a:buClr>
                <a:srgbClr val="000000"/>
              </a:buClr>
              <a:buSzPts val="1400"/>
              <a:buFont typeface="Proxima Nova"/>
              <a:buChar char="○"/>
              <a:defRPr b="0" i="0" sz="1400" u="none" cap="none" strike="noStrike">
                <a:solidFill>
                  <a:srgbClr val="000000"/>
                </a:solidFill>
                <a:latin typeface="Proxima Nova"/>
                <a:ea typeface="Proxima Nova"/>
                <a:cs typeface="Proxima Nova"/>
                <a:sym typeface="Proxima Nova"/>
              </a:defRPr>
            </a:lvl5pPr>
            <a:lvl6pPr indent="-317500" lvl="5" marL="2743200" marR="0" rtl="0" algn="l">
              <a:lnSpc>
                <a:spcPct val="100000"/>
              </a:lnSpc>
              <a:spcBef>
                <a:spcPts val="0"/>
              </a:spcBef>
              <a:spcAft>
                <a:spcPts val="0"/>
              </a:spcAft>
              <a:buClr>
                <a:srgbClr val="000000"/>
              </a:buClr>
              <a:buSzPts val="1400"/>
              <a:buFont typeface="Proxima Nova"/>
              <a:buChar char="■"/>
              <a:defRPr b="0" i="0" sz="1400" u="none" cap="none" strike="noStrike">
                <a:solidFill>
                  <a:srgbClr val="000000"/>
                </a:solidFill>
                <a:latin typeface="Proxima Nova"/>
                <a:ea typeface="Proxima Nova"/>
                <a:cs typeface="Proxima Nova"/>
                <a:sym typeface="Proxima Nova"/>
              </a:defRPr>
            </a:lvl6pPr>
            <a:lvl7pPr indent="-317500" lvl="6" marL="3200400" marR="0" rtl="0" algn="l">
              <a:lnSpc>
                <a:spcPct val="100000"/>
              </a:lnSpc>
              <a:spcBef>
                <a:spcPts val="0"/>
              </a:spcBef>
              <a:spcAft>
                <a:spcPts val="0"/>
              </a:spcAft>
              <a:buClr>
                <a:srgbClr val="000000"/>
              </a:buClr>
              <a:buSzPts val="1400"/>
              <a:buFont typeface="Proxima Nova"/>
              <a:buChar char="●"/>
              <a:defRPr b="0" i="0" sz="1400" u="none" cap="none" strike="noStrike">
                <a:solidFill>
                  <a:srgbClr val="000000"/>
                </a:solidFill>
                <a:latin typeface="Proxima Nova"/>
                <a:ea typeface="Proxima Nova"/>
                <a:cs typeface="Proxima Nova"/>
                <a:sym typeface="Proxima Nova"/>
              </a:defRPr>
            </a:lvl7pPr>
            <a:lvl8pPr indent="-317500" lvl="7" marL="3657600" marR="0" rtl="0" algn="l">
              <a:lnSpc>
                <a:spcPct val="100000"/>
              </a:lnSpc>
              <a:spcBef>
                <a:spcPts val="0"/>
              </a:spcBef>
              <a:spcAft>
                <a:spcPts val="0"/>
              </a:spcAft>
              <a:buClr>
                <a:srgbClr val="000000"/>
              </a:buClr>
              <a:buSzPts val="1400"/>
              <a:buFont typeface="Proxima Nova"/>
              <a:buChar char="○"/>
              <a:defRPr b="0" i="0" sz="1400" u="none" cap="none" strike="noStrike">
                <a:solidFill>
                  <a:srgbClr val="000000"/>
                </a:solidFill>
                <a:latin typeface="Proxima Nova"/>
                <a:ea typeface="Proxima Nova"/>
                <a:cs typeface="Proxima Nova"/>
                <a:sym typeface="Proxima Nova"/>
              </a:defRPr>
            </a:lvl8pPr>
            <a:lvl9pPr indent="-317500" lvl="8" marL="4114800" marR="0" rtl="0" algn="l">
              <a:lnSpc>
                <a:spcPct val="100000"/>
              </a:lnSpc>
              <a:spcBef>
                <a:spcPts val="0"/>
              </a:spcBef>
              <a:spcAft>
                <a:spcPts val="0"/>
              </a:spcAft>
              <a:buClr>
                <a:srgbClr val="000000"/>
              </a:buClr>
              <a:buSzPts val="1400"/>
              <a:buFont typeface="Proxima Nova"/>
              <a:buChar char="■"/>
              <a:defRPr b="0" i="0" sz="1400" u="none" cap="none" strike="noStrike">
                <a:solidFill>
                  <a:srgbClr val="000000"/>
                </a:solidFill>
                <a:latin typeface="Proxima Nova"/>
                <a:ea typeface="Proxima Nova"/>
                <a:cs typeface="Proxima Nova"/>
                <a:sym typeface="Proxima Nova"/>
              </a:defRPr>
            </a:lvl9pPr>
          </a:lstStyle>
          <a:p/>
        </p:txBody>
      </p:sp>
      <p:pic>
        <p:nvPicPr>
          <p:cNvPr id="817" name="Google Shape;817;p21"/>
          <p:cNvPicPr preferRelativeResize="0"/>
          <p:nvPr/>
        </p:nvPicPr>
        <p:blipFill rotWithShape="1">
          <a:blip r:embed="rId2">
            <a:alphaModFix/>
          </a:blip>
          <a:srcRect b="0" l="0" r="0" t="0"/>
          <a:stretch/>
        </p:blipFill>
        <p:spPr>
          <a:xfrm>
            <a:off x="8439003" y="4352324"/>
            <a:ext cx="389777" cy="514799"/>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and Visual 3">
  <p:cSld name="Text and Visual 3">
    <p:spTree>
      <p:nvGrpSpPr>
        <p:cNvPr id="818" name="Shape 818"/>
        <p:cNvGrpSpPr/>
        <p:nvPr/>
      </p:nvGrpSpPr>
      <p:grpSpPr>
        <a:xfrm>
          <a:off x="0" y="0"/>
          <a:ext cx="0" cy="0"/>
          <a:chOff x="0" y="0"/>
          <a:chExt cx="0" cy="0"/>
        </a:xfrm>
      </p:grpSpPr>
      <p:sp>
        <p:nvSpPr>
          <p:cNvPr id="819" name="Google Shape;819;p22"/>
          <p:cNvSpPr txBox="1"/>
          <p:nvPr>
            <p:ph type="title"/>
          </p:nvPr>
        </p:nvSpPr>
        <p:spPr>
          <a:xfrm>
            <a:off x="4711387" y="796567"/>
            <a:ext cx="4203416" cy="689420"/>
          </a:xfrm>
          <a:prstGeom prst="rect">
            <a:avLst/>
          </a:prstGeom>
          <a:noFill/>
          <a:ln>
            <a:noFill/>
          </a:ln>
        </p:spPr>
        <p:txBody>
          <a:bodyPr anchorCtr="0" anchor="t" bIns="0" lIns="0" spcFirstLastPara="1" rIns="0" wrap="square" tIns="0">
            <a:spAutoFit/>
          </a:bodyPr>
          <a:lstStyle>
            <a:lvl1pPr lvl="0" marR="0" rtl="0" algn="l">
              <a:lnSpc>
                <a:spcPct val="80000"/>
              </a:lnSpc>
              <a:spcBef>
                <a:spcPts val="0"/>
              </a:spcBef>
              <a:spcAft>
                <a:spcPts val="0"/>
              </a:spcAft>
              <a:buSzPts val="1400"/>
              <a:buNone/>
              <a:defRPr b="1" i="0" sz="2800" u="none" cap="none" strike="noStrike">
                <a:solidFill>
                  <a:srgbClr val="000000"/>
                </a:solidFill>
                <a:latin typeface="Proxima Nova"/>
                <a:ea typeface="Proxima Nova"/>
                <a:cs typeface="Proxima Nova"/>
                <a:sym typeface="Proxima Nova"/>
              </a:defRPr>
            </a:lvl1pPr>
            <a:lvl2pPr lvl="1"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grpSp>
        <p:nvGrpSpPr>
          <p:cNvPr id="820" name="Google Shape;820;p22"/>
          <p:cNvGrpSpPr/>
          <p:nvPr/>
        </p:nvGrpSpPr>
        <p:grpSpPr>
          <a:xfrm>
            <a:off x="525063" y="4353446"/>
            <a:ext cx="565322" cy="493382"/>
            <a:chOff x="8978262" y="6009158"/>
            <a:chExt cx="828675" cy="723221"/>
          </a:xfrm>
        </p:grpSpPr>
        <p:sp>
          <p:nvSpPr>
            <p:cNvPr id="821" name="Google Shape;821;p22"/>
            <p:cNvSpPr/>
            <p:nvPr/>
          </p:nvSpPr>
          <p:spPr>
            <a:xfrm>
              <a:off x="8996584" y="6028300"/>
              <a:ext cx="791845" cy="457200"/>
            </a:xfrm>
            <a:custGeom>
              <a:rect b="b" l="l" r="r" t="t"/>
              <a:pathLst>
                <a:path extrusionOk="0" h="457200" w="791845">
                  <a:moveTo>
                    <a:pt x="593699" y="0"/>
                  </a:moveTo>
                  <a:lnTo>
                    <a:pt x="0" y="342774"/>
                  </a:lnTo>
                  <a:lnTo>
                    <a:pt x="197899" y="457033"/>
                  </a:lnTo>
                  <a:lnTo>
                    <a:pt x="791598" y="114258"/>
                  </a:lnTo>
                  <a:lnTo>
                    <a:pt x="593699"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Arial"/>
                <a:ea typeface="Arial"/>
                <a:cs typeface="Arial"/>
                <a:sym typeface="Arial"/>
              </a:endParaRPr>
            </a:p>
          </p:txBody>
        </p:sp>
        <p:sp>
          <p:nvSpPr>
            <p:cNvPr id="822" name="Google Shape;822;p22"/>
            <p:cNvSpPr/>
            <p:nvPr/>
          </p:nvSpPr>
          <p:spPr>
            <a:xfrm>
              <a:off x="8978262" y="6009158"/>
              <a:ext cx="828675" cy="494665"/>
            </a:xfrm>
            <a:custGeom>
              <a:rect b="b" l="l" r="r" t="t"/>
              <a:pathLst>
                <a:path extrusionOk="0" h="494665" w="828675">
                  <a:moveTo>
                    <a:pt x="615520" y="0"/>
                  </a:moveTo>
                  <a:lnTo>
                    <a:pt x="608525" y="0"/>
                  </a:lnTo>
                  <a:lnTo>
                    <a:pt x="3497" y="349319"/>
                  </a:lnTo>
                  <a:lnTo>
                    <a:pt x="0" y="355371"/>
                  </a:lnTo>
                  <a:lnTo>
                    <a:pt x="0" y="368459"/>
                  </a:lnTo>
                  <a:lnTo>
                    <a:pt x="3497" y="374512"/>
                  </a:lnTo>
                  <a:lnTo>
                    <a:pt x="209888" y="493681"/>
                  </a:lnTo>
                  <a:lnTo>
                    <a:pt x="213061" y="494498"/>
                  </a:lnTo>
                  <a:lnTo>
                    <a:pt x="219375" y="494498"/>
                  </a:lnTo>
                  <a:lnTo>
                    <a:pt x="222548" y="493681"/>
                  </a:lnTo>
                  <a:lnTo>
                    <a:pt x="289505" y="455022"/>
                  </a:lnTo>
                  <a:lnTo>
                    <a:pt x="216213" y="455022"/>
                  </a:lnTo>
                  <a:lnTo>
                    <a:pt x="54972" y="361915"/>
                  </a:lnTo>
                  <a:lnTo>
                    <a:pt x="612023" y="40291"/>
                  </a:lnTo>
                  <a:lnTo>
                    <a:pt x="685305" y="40291"/>
                  </a:lnTo>
                  <a:lnTo>
                    <a:pt x="615520" y="0"/>
                  </a:lnTo>
                  <a:close/>
                </a:path>
                <a:path extrusionOk="0" h="494665" w="828675">
                  <a:moveTo>
                    <a:pt x="685305" y="40291"/>
                  </a:moveTo>
                  <a:lnTo>
                    <a:pt x="612023" y="40291"/>
                  </a:lnTo>
                  <a:lnTo>
                    <a:pt x="773274" y="133399"/>
                  </a:lnTo>
                  <a:lnTo>
                    <a:pt x="216213" y="455022"/>
                  </a:lnTo>
                  <a:lnTo>
                    <a:pt x="289505" y="455022"/>
                  </a:lnTo>
                  <a:lnTo>
                    <a:pt x="824749" y="145995"/>
                  </a:lnTo>
                  <a:lnTo>
                    <a:pt x="828247" y="139943"/>
                  </a:lnTo>
                  <a:lnTo>
                    <a:pt x="828247" y="126854"/>
                  </a:lnTo>
                  <a:lnTo>
                    <a:pt x="824749" y="120802"/>
                  </a:lnTo>
                  <a:lnTo>
                    <a:pt x="685305" y="40291"/>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Arial"/>
                <a:ea typeface="Arial"/>
                <a:cs typeface="Arial"/>
                <a:sym typeface="Arial"/>
              </a:endParaRPr>
            </a:p>
          </p:txBody>
        </p:sp>
        <p:sp>
          <p:nvSpPr>
            <p:cNvPr id="823" name="Google Shape;823;p22"/>
            <p:cNvSpPr/>
            <p:nvPr/>
          </p:nvSpPr>
          <p:spPr>
            <a:xfrm>
              <a:off x="9194484" y="6142556"/>
              <a:ext cx="593725" cy="571500"/>
            </a:xfrm>
            <a:custGeom>
              <a:rect b="b" l="l" r="r" t="t"/>
              <a:pathLst>
                <a:path extrusionOk="0" h="571500" w="593725">
                  <a:moveTo>
                    <a:pt x="593699" y="0"/>
                  </a:moveTo>
                  <a:lnTo>
                    <a:pt x="0" y="342774"/>
                  </a:lnTo>
                  <a:lnTo>
                    <a:pt x="0" y="571291"/>
                  </a:lnTo>
                  <a:lnTo>
                    <a:pt x="593699" y="228516"/>
                  </a:lnTo>
                  <a:lnTo>
                    <a:pt x="593699" y="0"/>
                  </a:lnTo>
                  <a:close/>
                </a:path>
              </a:pathLst>
            </a:custGeom>
            <a:solidFill>
              <a:srgbClr val="F9C80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Arial"/>
                <a:ea typeface="Arial"/>
                <a:cs typeface="Arial"/>
                <a:sym typeface="Arial"/>
              </a:endParaRPr>
            </a:p>
          </p:txBody>
        </p:sp>
        <p:sp>
          <p:nvSpPr>
            <p:cNvPr id="824" name="Google Shape;824;p22"/>
            <p:cNvSpPr/>
            <p:nvPr/>
          </p:nvSpPr>
          <p:spPr>
            <a:xfrm>
              <a:off x="9176156" y="6123414"/>
              <a:ext cx="630554" cy="608965"/>
            </a:xfrm>
            <a:custGeom>
              <a:rect b="b" l="l" r="r" t="t"/>
              <a:pathLst>
                <a:path extrusionOk="0" h="608965" w="630554">
                  <a:moveTo>
                    <a:pt x="615520" y="0"/>
                  </a:moveTo>
                  <a:lnTo>
                    <a:pt x="608525" y="0"/>
                  </a:lnTo>
                  <a:lnTo>
                    <a:pt x="3497" y="349319"/>
                  </a:lnTo>
                  <a:lnTo>
                    <a:pt x="0" y="355371"/>
                  </a:lnTo>
                  <a:lnTo>
                    <a:pt x="0" y="596976"/>
                  </a:lnTo>
                  <a:lnTo>
                    <a:pt x="3497" y="603039"/>
                  </a:lnTo>
                  <a:lnTo>
                    <a:pt x="11999" y="607939"/>
                  </a:lnTo>
                  <a:lnTo>
                    <a:pt x="15161" y="608756"/>
                  </a:lnTo>
                  <a:lnTo>
                    <a:pt x="21486" y="608756"/>
                  </a:lnTo>
                  <a:lnTo>
                    <a:pt x="24648" y="607939"/>
                  </a:lnTo>
                  <a:lnTo>
                    <a:pt x="109941" y="558695"/>
                  </a:lnTo>
                  <a:lnTo>
                    <a:pt x="36648" y="558695"/>
                  </a:lnTo>
                  <a:lnTo>
                    <a:pt x="36648" y="372501"/>
                  </a:lnTo>
                  <a:lnTo>
                    <a:pt x="593699" y="50878"/>
                  </a:lnTo>
                  <a:lnTo>
                    <a:pt x="630347" y="50878"/>
                  </a:lnTo>
                  <a:lnTo>
                    <a:pt x="630347" y="12596"/>
                  </a:lnTo>
                  <a:lnTo>
                    <a:pt x="626850" y="6544"/>
                  </a:lnTo>
                  <a:lnTo>
                    <a:pt x="615520" y="0"/>
                  </a:lnTo>
                  <a:close/>
                </a:path>
                <a:path extrusionOk="0" h="608965" w="630554">
                  <a:moveTo>
                    <a:pt x="630347" y="50878"/>
                  </a:moveTo>
                  <a:lnTo>
                    <a:pt x="593699" y="50878"/>
                  </a:lnTo>
                  <a:lnTo>
                    <a:pt x="593699" y="237071"/>
                  </a:lnTo>
                  <a:lnTo>
                    <a:pt x="36648" y="558695"/>
                  </a:lnTo>
                  <a:lnTo>
                    <a:pt x="109941" y="558695"/>
                  </a:lnTo>
                  <a:lnTo>
                    <a:pt x="626850" y="260253"/>
                  </a:lnTo>
                  <a:lnTo>
                    <a:pt x="630347" y="254201"/>
                  </a:lnTo>
                  <a:lnTo>
                    <a:pt x="630347" y="50878"/>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Arial"/>
                <a:ea typeface="Arial"/>
                <a:cs typeface="Arial"/>
                <a:sym typeface="Arial"/>
              </a:endParaRPr>
            </a:p>
          </p:txBody>
        </p:sp>
        <p:sp>
          <p:nvSpPr>
            <p:cNvPr id="825" name="Google Shape;825;p22"/>
            <p:cNvSpPr/>
            <p:nvPr/>
          </p:nvSpPr>
          <p:spPr>
            <a:xfrm>
              <a:off x="8996584" y="6371073"/>
              <a:ext cx="198120" cy="342900"/>
            </a:xfrm>
            <a:custGeom>
              <a:rect b="b" l="l" r="r" t="t"/>
              <a:pathLst>
                <a:path extrusionOk="0" h="342900" w="198120">
                  <a:moveTo>
                    <a:pt x="0" y="0"/>
                  </a:moveTo>
                  <a:lnTo>
                    <a:pt x="0" y="228516"/>
                  </a:lnTo>
                  <a:lnTo>
                    <a:pt x="197899" y="342774"/>
                  </a:lnTo>
                  <a:lnTo>
                    <a:pt x="197899" y="114258"/>
                  </a:lnTo>
                  <a:lnTo>
                    <a:pt x="0"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Arial"/>
                <a:ea typeface="Arial"/>
                <a:cs typeface="Arial"/>
                <a:sym typeface="Arial"/>
              </a:endParaRPr>
            </a:p>
          </p:txBody>
        </p:sp>
        <p:sp>
          <p:nvSpPr>
            <p:cNvPr id="826" name="Google Shape;826;p22"/>
            <p:cNvSpPr/>
            <p:nvPr/>
          </p:nvSpPr>
          <p:spPr>
            <a:xfrm>
              <a:off x="8978262" y="6351927"/>
              <a:ext cx="234950" cy="380365"/>
            </a:xfrm>
            <a:custGeom>
              <a:rect b="b" l="l" r="r" t="t"/>
              <a:pathLst>
                <a:path extrusionOk="0" h="380365" w="234950">
                  <a:moveTo>
                    <a:pt x="21821" y="0"/>
                  </a:moveTo>
                  <a:lnTo>
                    <a:pt x="14826" y="0"/>
                  </a:lnTo>
                  <a:lnTo>
                    <a:pt x="3497" y="6544"/>
                  </a:lnTo>
                  <a:lnTo>
                    <a:pt x="0" y="12606"/>
                  </a:lnTo>
                  <a:lnTo>
                    <a:pt x="0" y="254212"/>
                  </a:lnTo>
                  <a:lnTo>
                    <a:pt x="3497" y="260264"/>
                  </a:lnTo>
                  <a:lnTo>
                    <a:pt x="209888" y="379433"/>
                  </a:lnTo>
                  <a:lnTo>
                    <a:pt x="213061" y="380250"/>
                  </a:lnTo>
                  <a:lnTo>
                    <a:pt x="219375" y="380250"/>
                  </a:lnTo>
                  <a:lnTo>
                    <a:pt x="222548" y="379433"/>
                  </a:lnTo>
                  <a:lnTo>
                    <a:pt x="231040" y="374522"/>
                  </a:lnTo>
                  <a:lnTo>
                    <a:pt x="234537" y="368470"/>
                  </a:lnTo>
                  <a:lnTo>
                    <a:pt x="234537" y="330188"/>
                  </a:lnTo>
                  <a:lnTo>
                    <a:pt x="197889" y="330188"/>
                  </a:lnTo>
                  <a:lnTo>
                    <a:pt x="36648" y="237081"/>
                  </a:lnTo>
                  <a:lnTo>
                    <a:pt x="36648" y="50888"/>
                  </a:lnTo>
                  <a:lnTo>
                    <a:pt x="109947" y="50888"/>
                  </a:lnTo>
                  <a:lnTo>
                    <a:pt x="21821" y="0"/>
                  </a:lnTo>
                  <a:close/>
                </a:path>
                <a:path extrusionOk="0" h="380365" w="234950">
                  <a:moveTo>
                    <a:pt x="109947" y="50888"/>
                  </a:moveTo>
                  <a:lnTo>
                    <a:pt x="36648" y="50888"/>
                  </a:lnTo>
                  <a:lnTo>
                    <a:pt x="197889" y="143985"/>
                  </a:lnTo>
                  <a:lnTo>
                    <a:pt x="197889" y="330188"/>
                  </a:lnTo>
                  <a:lnTo>
                    <a:pt x="234537" y="330188"/>
                  </a:lnTo>
                  <a:lnTo>
                    <a:pt x="234537" y="126865"/>
                  </a:lnTo>
                  <a:lnTo>
                    <a:pt x="231040" y="120813"/>
                  </a:lnTo>
                  <a:lnTo>
                    <a:pt x="109947" y="50888"/>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Arial"/>
                <a:ea typeface="Arial"/>
                <a:cs typeface="Arial"/>
                <a:sym typeface="Arial"/>
              </a:endParaRPr>
            </a:p>
          </p:txBody>
        </p:sp>
      </p:grpSp>
      <p:grpSp>
        <p:nvGrpSpPr>
          <p:cNvPr id="827" name="Google Shape;827;p22"/>
          <p:cNvGrpSpPr/>
          <p:nvPr/>
        </p:nvGrpSpPr>
        <p:grpSpPr>
          <a:xfrm>
            <a:off x="3054548" y="507239"/>
            <a:ext cx="295404" cy="337176"/>
            <a:chOff x="15610653" y="5745872"/>
            <a:chExt cx="741848" cy="846751"/>
          </a:xfrm>
        </p:grpSpPr>
        <p:sp>
          <p:nvSpPr>
            <p:cNvPr id="828" name="Google Shape;828;p22"/>
            <p:cNvSpPr/>
            <p:nvPr/>
          </p:nvSpPr>
          <p:spPr>
            <a:xfrm>
              <a:off x="15642069" y="5777283"/>
              <a:ext cx="678815" cy="783590"/>
            </a:xfrm>
            <a:custGeom>
              <a:rect b="b" l="l" r="r" t="t"/>
              <a:pathLst>
                <a:path extrusionOk="0" h="783590" w="678815">
                  <a:moveTo>
                    <a:pt x="339256" y="0"/>
                  </a:moveTo>
                  <a:lnTo>
                    <a:pt x="0" y="195878"/>
                  </a:lnTo>
                  <a:lnTo>
                    <a:pt x="0" y="587615"/>
                  </a:lnTo>
                  <a:lnTo>
                    <a:pt x="339256" y="783483"/>
                  </a:lnTo>
                  <a:lnTo>
                    <a:pt x="678513" y="587615"/>
                  </a:lnTo>
                  <a:lnTo>
                    <a:pt x="678513" y="195878"/>
                  </a:lnTo>
                  <a:lnTo>
                    <a:pt x="339256"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829" name="Google Shape;829;p22"/>
            <p:cNvSpPr/>
            <p:nvPr/>
          </p:nvSpPr>
          <p:spPr>
            <a:xfrm>
              <a:off x="15610653" y="5745872"/>
              <a:ext cx="741680" cy="846454"/>
            </a:xfrm>
            <a:custGeom>
              <a:rect b="b" l="l" r="r" t="t"/>
              <a:pathLst>
                <a:path extrusionOk="0" h="846454" w="741680">
                  <a:moveTo>
                    <a:pt x="370669" y="0"/>
                  </a:moveTo>
                  <a:lnTo>
                    <a:pt x="15706" y="200085"/>
                  </a:lnTo>
                  <a:lnTo>
                    <a:pt x="0" y="227288"/>
                  </a:lnTo>
                  <a:lnTo>
                    <a:pt x="0" y="619025"/>
                  </a:lnTo>
                  <a:lnTo>
                    <a:pt x="359821" y="844914"/>
                  </a:lnTo>
                  <a:lnTo>
                    <a:pt x="365245" y="846306"/>
                  </a:lnTo>
                  <a:lnTo>
                    <a:pt x="376093" y="846306"/>
                  </a:lnTo>
                  <a:lnTo>
                    <a:pt x="381517" y="844914"/>
                  </a:lnTo>
                  <a:lnTo>
                    <a:pt x="496331" y="778622"/>
                  </a:lnTo>
                  <a:lnTo>
                    <a:pt x="370669" y="778622"/>
                  </a:lnTo>
                  <a:lnTo>
                    <a:pt x="62825" y="600890"/>
                  </a:lnTo>
                  <a:lnTo>
                    <a:pt x="62825" y="245424"/>
                  </a:lnTo>
                  <a:lnTo>
                    <a:pt x="370669" y="67691"/>
                  </a:lnTo>
                  <a:lnTo>
                    <a:pt x="496317" y="67691"/>
                  </a:lnTo>
                  <a:lnTo>
                    <a:pt x="386375" y="4217"/>
                  </a:lnTo>
                  <a:lnTo>
                    <a:pt x="378734" y="1054"/>
                  </a:lnTo>
                  <a:lnTo>
                    <a:pt x="370669" y="0"/>
                  </a:lnTo>
                  <a:close/>
                </a:path>
                <a:path extrusionOk="0" h="846454" w="741680">
                  <a:moveTo>
                    <a:pt x="496317" y="67691"/>
                  </a:moveTo>
                  <a:lnTo>
                    <a:pt x="370669" y="67691"/>
                  </a:lnTo>
                  <a:lnTo>
                    <a:pt x="678513" y="245424"/>
                  </a:lnTo>
                  <a:lnTo>
                    <a:pt x="678513" y="600890"/>
                  </a:lnTo>
                  <a:lnTo>
                    <a:pt x="370669" y="778622"/>
                  </a:lnTo>
                  <a:lnTo>
                    <a:pt x="496331" y="778622"/>
                  </a:lnTo>
                  <a:lnTo>
                    <a:pt x="725632" y="646229"/>
                  </a:lnTo>
                  <a:lnTo>
                    <a:pt x="741338" y="619025"/>
                  </a:lnTo>
                  <a:lnTo>
                    <a:pt x="741338" y="227288"/>
                  </a:lnTo>
                  <a:lnTo>
                    <a:pt x="740251" y="219092"/>
                  </a:lnTo>
                  <a:lnTo>
                    <a:pt x="737129" y="211582"/>
                  </a:lnTo>
                  <a:lnTo>
                    <a:pt x="732185" y="205125"/>
                  </a:lnTo>
                  <a:lnTo>
                    <a:pt x="725632" y="200085"/>
                  </a:lnTo>
                  <a:lnTo>
                    <a:pt x="496317" y="67691"/>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830" name="Google Shape;830;p22"/>
            <p:cNvSpPr/>
            <p:nvPr/>
          </p:nvSpPr>
          <p:spPr>
            <a:xfrm>
              <a:off x="15642066" y="5973158"/>
              <a:ext cx="339725" cy="588009"/>
            </a:xfrm>
            <a:custGeom>
              <a:rect b="b" l="l" r="r" t="t"/>
              <a:pathLst>
                <a:path extrusionOk="0" h="588009" w="339725">
                  <a:moveTo>
                    <a:pt x="0" y="0"/>
                  </a:moveTo>
                  <a:lnTo>
                    <a:pt x="0" y="391736"/>
                  </a:lnTo>
                  <a:lnTo>
                    <a:pt x="339256" y="587615"/>
                  </a:lnTo>
                  <a:lnTo>
                    <a:pt x="339256" y="195868"/>
                  </a:lnTo>
                  <a:lnTo>
                    <a:pt x="0" y="0"/>
                  </a:lnTo>
                  <a:close/>
                </a:path>
              </a:pathLst>
            </a:custGeom>
            <a:solidFill>
              <a:srgbClr val="1D59A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831" name="Google Shape;831;p22"/>
            <p:cNvSpPr/>
            <p:nvPr/>
          </p:nvSpPr>
          <p:spPr>
            <a:xfrm>
              <a:off x="15610653" y="5941748"/>
              <a:ext cx="402590" cy="650875"/>
            </a:xfrm>
            <a:custGeom>
              <a:rect b="b" l="l" r="r" t="t"/>
              <a:pathLst>
                <a:path extrusionOk="0" h="650875" w="402590">
                  <a:moveTo>
                    <a:pt x="31412" y="0"/>
                  </a:moveTo>
                  <a:lnTo>
                    <a:pt x="1087" y="23215"/>
                  </a:lnTo>
                  <a:lnTo>
                    <a:pt x="0" y="31412"/>
                  </a:lnTo>
                  <a:lnTo>
                    <a:pt x="0" y="423149"/>
                  </a:lnTo>
                  <a:lnTo>
                    <a:pt x="359821" y="649037"/>
                  </a:lnTo>
                  <a:lnTo>
                    <a:pt x="365245" y="650430"/>
                  </a:lnTo>
                  <a:lnTo>
                    <a:pt x="376093" y="650430"/>
                  </a:lnTo>
                  <a:lnTo>
                    <a:pt x="402081" y="619017"/>
                  </a:lnTo>
                  <a:lnTo>
                    <a:pt x="402081" y="564611"/>
                  </a:lnTo>
                  <a:lnTo>
                    <a:pt x="339256" y="564611"/>
                  </a:lnTo>
                  <a:lnTo>
                    <a:pt x="62825" y="405013"/>
                  </a:lnTo>
                  <a:lnTo>
                    <a:pt x="62825" y="85819"/>
                  </a:lnTo>
                  <a:lnTo>
                    <a:pt x="188472" y="85819"/>
                  </a:lnTo>
                  <a:lnTo>
                    <a:pt x="47118" y="4209"/>
                  </a:lnTo>
                  <a:lnTo>
                    <a:pt x="39477" y="1052"/>
                  </a:lnTo>
                  <a:lnTo>
                    <a:pt x="31412" y="0"/>
                  </a:lnTo>
                  <a:close/>
                </a:path>
                <a:path extrusionOk="0" h="650875" w="402590">
                  <a:moveTo>
                    <a:pt x="188472" y="85819"/>
                  </a:moveTo>
                  <a:lnTo>
                    <a:pt x="62825" y="85819"/>
                  </a:lnTo>
                  <a:lnTo>
                    <a:pt x="339256" y="245416"/>
                  </a:lnTo>
                  <a:lnTo>
                    <a:pt x="339256" y="564611"/>
                  </a:lnTo>
                  <a:lnTo>
                    <a:pt x="402081" y="564611"/>
                  </a:lnTo>
                  <a:lnTo>
                    <a:pt x="402081" y="227281"/>
                  </a:lnTo>
                  <a:lnTo>
                    <a:pt x="400994" y="219084"/>
                  </a:lnTo>
                  <a:lnTo>
                    <a:pt x="397872" y="211574"/>
                  </a:lnTo>
                  <a:lnTo>
                    <a:pt x="392929" y="205117"/>
                  </a:lnTo>
                  <a:lnTo>
                    <a:pt x="386375" y="200077"/>
                  </a:lnTo>
                  <a:lnTo>
                    <a:pt x="188472" y="85819"/>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832" name="Google Shape;832;p22"/>
            <p:cNvSpPr/>
            <p:nvPr/>
          </p:nvSpPr>
          <p:spPr>
            <a:xfrm>
              <a:off x="15981323" y="5973161"/>
              <a:ext cx="339725" cy="588009"/>
            </a:xfrm>
            <a:custGeom>
              <a:rect b="b" l="l" r="r" t="t"/>
              <a:pathLst>
                <a:path extrusionOk="0" h="588009" w="339725">
                  <a:moveTo>
                    <a:pt x="339256" y="0"/>
                  </a:moveTo>
                  <a:lnTo>
                    <a:pt x="0" y="195868"/>
                  </a:lnTo>
                  <a:lnTo>
                    <a:pt x="0" y="587605"/>
                  </a:lnTo>
                  <a:lnTo>
                    <a:pt x="339256" y="391736"/>
                  </a:lnTo>
                  <a:lnTo>
                    <a:pt x="339256"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833" name="Google Shape;833;p22"/>
            <p:cNvSpPr/>
            <p:nvPr/>
          </p:nvSpPr>
          <p:spPr>
            <a:xfrm>
              <a:off x="15949911" y="5941746"/>
              <a:ext cx="402590" cy="650875"/>
            </a:xfrm>
            <a:custGeom>
              <a:rect b="b" l="l" r="r" t="t"/>
              <a:pathLst>
                <a:path extrusionOk="0" h="650875" w="402590">
                  <a:moveTo>
                    <a:pt x="370669" y="0"/>
                  </a:moveTo>
                  <a:lnTo>
                    <a:pt x="15706" y="200077"/>
                  </a:lnTo>
                  <a:lnTo>
                    <a:pt x="0" y="227281"/>
                  </a:lnTo>
                  <a:lnTo>
                    <a:pt x="0" y="619017"/>
                  </a:lnTo>
                  <a:lnTo>
                    <a:pt x="25988" y="650430"/>
                  </a:lnTo>
                  <a:lnTo>
                    <a:pt x="36836" y="650430"/>
                  </a:lnTo>
                  <a:lnTo>
                    <a:pt x="42260" y="649027"/>
                  </a:lnTo>
                  <a:lnTo>
                    <a:pt x="188474" y="564611"/>
                  </a:lnTo>
                  <a:lnTo>
                    <a:pt x="62825" y="564611"/>
                  </a:lnTo>
                  <a:lnTo>
                    <a:pt x="62825" y="245416"/>
                  </a:lnTo>
                  <a:lnTo>
                    <a:pt x="339256" y="85819"/>
                  </a:lnTo>
                  <a:lnTo>
                    <a:pt x="402081" y="85819"/>
                  </a:lnTo>
                  <a:lnTo>
                    <a:pt x="402081" y="31412"/>
                  </a:lnTo>
                  <a:lnTo>
                    <a:pt x="378734" y="1052"/>
                  </a:lnTo>
                  <a:lnTo>
                    <a:pt x="370669" y="0"/>
                  </a:lnTo>
                  <a:close/>
                </a:path>
                <a:path extrusionOk="0" h="650875" w="402590">
                  <a:moveTo>
                    <a:pt x="402081" y="85819"/>
                  </a:moveTo>
                  <a:lnTo>
                    <a:pt x="339256" y="85819"/>
                  </a:lnTo>
                  <a:lnTo>
                    <a:pt x="339256" y="405013"/>
                  </a:lnTo>
                  <a:lnTo>
                    <a:pt x="62825" y="564611"/>
                  </a:lnTo>
                  <a:lnTo>
                    <a:pt x="188474" y="564611"/>
                  </a:lnTo>
                  <a:lnTo>
                    <a:pt x="386375" y="450352"/>
                  </a:lnTo>
                  <a:lnTo>
                    <a:pt x="392929" y="445313"/>
                  </a:lnTo>
                  <a:lnTo>
                    <a:pt x="397872" y="438855"/>
                  </a:lnTo>
                  <a:lnTo>
                    <a:pt x="400994" y="431346"/>
                  </a:lnTo>
                  <a:lnTo>
                    <a:pt x="402081" y="423149"/>
                  </a:lnTo>
                  <a:lnTo>
                    <a:pt x="402081" y="85819"/>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grpSp>
      <p:sp>
        <p:nvSpPr>
          <p:cNvPr id="834" name="Google Shape;834;p22"/>
          <p:cNvSpPr txBox="1"/>
          <p:nvPr>
            <p:ph idx="1" type="body"/>
          </p:nvPr>
        </p:nvSpPr>
        <p:spPr>
          <a:xfrm>
            <a:off x="4572000" y="1732800"/>
            <a:ext cx="3650100" cy="2415000"/>
          </a:xfrm>
          <a:prstGeom prst="rect">
            <a:avLst/>
          </a:prstGeom>
          <a:noFill/>
          <a:ln>
            <a:noFill/>
          </a:ln>
        </p:spPr>
        <p:txBody>
          <a:bodyPr anchorCtr="0" anchor="t" bIns="0" lIns="0" spcFirstLastPara="1" rIns="0" wrap="square" tIns="0">
            <a:noAutofit/>
          </a:bodyPr>
          <a:lstStyle>
            <a:lvl1pPr indent="-317500" lvl="0" marL="457200" marR="0" rtl="0" algn="l">
              <a:lnSpc>
                <a:spcPct val="100000"/>
              </a:lnSpc>
              <a:spcBef>
                <a:spcPts val="0"/>
              </a:spcBef>
              <a:spcAft>
                <a:spcPts val="0"/>
              </a:spcAft>
              <a:buClr>
                <a:srgbClr val="000000"/>
              </a:buClr>
              <a:buSzPts val="1400"/>
              <a:buFont typeface="Proxima Nova"/>
              <a:buChar char="●"/>
              <a:defRPr b="0" i="0" sz="1400" u="none" cap="none" strike="noStrike">
                <a:solidFill>
                  <a:srgbClr val="000000"/>
                </a:solidFill>
                <a:latin typeface="Proxima Nova"/>
                <a:ea typeface="Proxima Nova"/>
                <a:cs typeface="Proxima Nova"/>
                <a:sym typeface="Proxima Nova"/>
              </a:defRPr>
            </a:lvl1pPr>
            <a:lvl2pPr indent="-317500" lvl="1" marL="914400" marR="0" rtl="0" algn="l">
              <a:lnSpc>
                <a:spcPct val="100000"/>
              </a:lnSpc>
              <a:spcBef>
                <a:spcPts val="0"/>
              </a:spcBef>
              <a:spcAft>
                <a:spcPts val="0"/>
              </a:spcAft>
              <a:buClr>
                <a:srgbClr val="000000"/>
              </a:buClr>
              <a:buSzPts val="1400"/>
              <a:buFont typeface="Proxima Nova"/>
              <a:buChar char="○"/>
              <a:defRPr b="0" i="0" sz="1400" u="none" cap="none" strike="noStrike">
                <a:solidFill>
                  <a:srgbClr val="000000"/>
                </a:solidFill>
                <a:latin typeface="Proxima Nova"/>
                <a:ea typeface="Proxima Nova"/>
                <a:cs typeface="Proxima Nova"/>
                <a:sym typeface="Proxima Nova"/>
              </a:defRPr>
            </a:lvl2pPr>
            <a:lvl3pPr indent="-317500" lvl="2" marL="1371600" marR="0" rtl="0" algn="l">
              <a:lnSpc>
                <a:spcPct val="100000"/>
              </a:lnSpc>
              <a:spcBef>
                <a:spcPts val="0"/>
              </a:spcBef>
              <a:spcAft>
                <a:spcPts val="0"/>
              </a:spcAft>
              <a:buClr>
                <a:srgbClr val="000000"/>
              </a:buClr>
              <a:buSzPts val="1400"/>
              <a:buFont typeface="Proxima Nova"/>
              <a:buChar char="■"/>
              <a:defRPr b="0" i="0" sz="1400" u="none" cap="none" strike="noStrike">
                <a:solidFill>
                  <a:srgbClr val="000000"/>
                </a:solidFill>
                <a:latin typeface="Proxima Nova"/>
                <a:ea typeface="Proxima Nova"/>
                <a:cs typeface="Proxima Nova"/>
                <a:sym typeface="Proxima Nova"/>
              </a:defRPr>
            </a:lvl3pPr>
            <a:lvl4pPr indent="-317500" lvl="3" marL="1828800" marR="0" rtl="0" algn="l">
              <a:lnSpc>
                <a:spcPct val="100000"/>
              </a:lnSpc>
              <a:spcBef>
                <a:spcPts val="0"/>
              </a:spcBef>
              <a:spcAft>
                <a:spcPts val="0"/>
              </a:spcAft>
              <a:buClr>
                <a:srgbClr val="000000"/>
              </a:buClr>
              <a:buSzPts val="1400"/>
              <a:buFont typeface="Proxima Nova"/>
              <a:buChar char="●"/>
              <a:defRPr b="0" i="0" sz="1400" u="none" cap="none" strike="noStrike">
                <a:solidFill>
                  <a:srgbClr val="000000"/>
                </a:solidFill>
                <a:latin typeface="Proxima Nova"/>
                <a:ea typeface="Proxima Nova"/>
                <a:cs typeface="Proxima Nova"/>
                <a:sym typeface="Proxima Nova"/>
              </a:defRPr>
            </a:lvl4pPr>
            <a:lvl5pPr indent="-317500" lvl="4" marL="2286000" marR="0" rtl="0" algn="l">
              <a:lnSpc>
                <a:spcPct val="100000"/>
              </a:lnSpc>
              <a:spcBef>
                <a:spcPts val="0"/>
              </a:spcBef>
              <a:spcAft>
                <a:spcPts val="0"/>
              </a:spcAft>
              <a:buClr>
                <a:srgbClr val="000000"/>
              </a:buClr>
              <a:buSzPts val="1400"/>
              <a:buFont typeface="Proxima Nova"/>
              <a:buChar char="○"/>
              <a:defRPr b="0" i="0" sz="1400" u="none" cap="none" strike="noStrike">
                <a:solidFill>
                  <a:srgbClr val="000000"/>
                </a:solidFill>
                <a:latin typeface="Proxima Nova"/>
                <a:ea typeface="Proxima Nova"/>
                <a:cs typeface="Proxima Nova"/>
                <a:sym typeface="Proxima Nova"/>
              </a:defRPr>
            </a:lvl5pPr>
            <a:lvl6pPr indent="-317500" lvl="5" marL="2743200" marR="0" rtl="0" algn="l">
              <a:lnSpc>
                <a:spcPct val="100000"/>
              </a:lnSpc>
              <a:spcBef>
                <a:spcPts val="0"/>
              </a:spcBef>
              <a:spcAft>
                <a:spcPts val="0"/>
              </a:spcAft>
              <a:buClr>
                <a:srgbClr val="000000"/>
              </a:buClr>
              <a:buSzPts val="1400"/>
              <a:buFont typeface="Proxima Nova"/>
              <a:buChar char="■"/>
              <a:defRPr b="0" i="0" sz="1400" u="none" cap="none" strike="noStrike">
                <a:solidFill>
                  <a:srgbClr val="000000"/>
                </a:solidFill>
                <a:latin typeface="Proxima Nova"/>
                <a:ea typeface="Proxima Nova"/>
                <a:cs typeface="Proxima Nova"/>
                <a:sym typeface="Proxima Nova"/>
              </a:defRPr>
            </a:lvl6pPr>
            <a:lvl7pPr indent="-317500" lvl="6" marL="3200400" marR="0" rtl="0" algn="l">
              <a:lnSpc>
                <a:spcPct val="100000"/>
              </a:lnSpc>
              <a:spcBef>
                <a:spcPts val="0"/>
              </a:spcBef>
              <a:spcAft>
                <a:spcPts val="0"/>
              </a:spcAft>
              <a:buClr>
                <a:srgbClr val="000000"/>
              </a:buClr>
              <a:buSzPts val="1400"/>
              <a:buFont typeface="Proxima Nova"/>
              <a:buChar char="●"/>
              <a:defRPr b="0" i="0" sz="1400" u="none" cap="none" strike="noStrike">
                <a:solidFill>
                  <a:srgbClr val="000000"/>
                </a:solidFill>
                <a:latin typeface="Proxima Nova"/>
                <a:ea typeface="Proxima Nova"/>
                <a:cs typeface="Proxima Nova"/>
                <a:sym typeface="Proxima Nova"/>
              </a:defRPr>
            </a:lvl7pPr>
            <a:lvl8pPr indent="-317500" lvl="7" marL="3657600" marR="0" rtl="0" algn="l">
              <a:lnSpc>
                <a:spcPct val="100000"/>
              </a:lnSpc>
              <a:spcBef>
                <a:spcPts val="0"/>
              </a:spcBef>
              <a:spcAft>
                <a:spcPts val="0"/>
              </a:spcAft>
              <a:buClr>
                <a:srgbClr val="000000"/>
              </a:buClr>
              <a:buSzPts val="1400"/>
              <a:buFont typeface="Proxima Nova"/>
              <a:buChar char="○"/>
              <a:defRPr b="0" i="0" sz="1400" u="none" cap="none" strike="noStrike">
                <a:solidFill>
                  <a:srgbClr val="000000"/>
                </a:solidFill>
                <a:latin typeface="Proxima Nova"/>
                <a:ea typeface="Proxima Nova"/>
                <a:cs typeface="Proxima Nova"/>
                <a:sym typeface="Proxima Nova"/>
              </a:defRPr>
            </a:lvl8pPr>
            <a:lvl9pPr indent="-317500" lvl="8" marL="4114800" marR="0" rtl="0" algn="l">
              <a:lnSpc>
                <a:spcPct val="100000"/>
              </a:lnSpc>
              <a:spcBef>
                <a:spcPts val="0"/>
              </a:spcBef>
              <a:spcAft>
                <a:spcPts val="0"/>
              </a:spcAft>
              <a:buClr>
                <a:srgbClr val="000000"/>
              </a:buClr>
              <a:buSzPts val="1400"/>
              <a:buFont typeface="Proxima Nova"/>
              <a:buChar char="■"/>
              <a:defRPr b="0" i="0" sz="1400" u="none" cap="none" strike="noStrike">
                <a:solidFill>
                  <a:srgbClr val="000000"/>
                </a:solidFill>
                <a:latin typeface="Proxima Nova"/>
                <a:ea typeface="Proxima Nova"/>
                <a:cs typeface="Proxima Nova"/>
                <a:sym typeface="Proxima Nova"/>
              </a:defRPr>
            </a:lvl9pPr>
          </a:lstStyle>
          <a:p/>
        </p:txBody>
      </p:sp>
      <p:pic>
        <p:nvPicPr>
          <p:cNvPr id="835" name="Google Shape;835;p22"/>
          <p:cNvPicPr preferRelativeResize="0"/>
          <p:nvPr/>
        </p:nvPicPr>
        <p:blipFill rotWithShape="1">
          <a:blip r:embed="rId2">
            <a:alphaModFix/>
          </a:blip>
          <a:srcRect b="0" l="0" r="0" t="0"/>
          <a:stretch/>
        </p:blipFill>
        <p:spPr>
          <a:xfrm>
            <a:off x="8439003" y="4352324"/>
            <a:ext cx="389777" cy="514799"/>
          </a:xfrm>
          <a:prstGeom prst="rect">
            <a:avLst/>
          </a:prstGeom>
          <a:noFill/>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pactful Big image">
  <p:cSld name="Impactful Big image">
    <p:bg>
      <p:bgPr>
        <a:solidFill>
          <a:schemeClr val="dk1"/>
        </a:solidFill>
      </p:bgPr>
    </p:bg>
    <p:spTree>
      <p:nvGrpSpPr>
        <p:cNvPr id="836" name="Shape 836"/>
        <p:cNvGrpSpPr/>
        <p:nvPr/>
      </p:nvGrpSpPr>
      <p:grpSpPr>
        <a:xfrm>
          <a:off x="0" y="0"/>
          <a:ext cx="0" cy="0"/>
          <a:chOff x="0" y="0"/>
          <a:chExt cx="0" cy="0"/>
        </a:xfrm>
      </p:grpSpPr>
      <p:sp>
        <p:nvSpPr>
          <p:cNvPr id="837" name="Google Shape;837;p23"/>
          <p:cNvSpPr/>
          <p:nvPr>
            <p:ph idx="2" type="pic"/>
          </p:nvPr>
        </p:nvSpPr>
        <p:spPr>
          <a:xfrm>
            <a:off x="0" y="0"/>
            <a:ext cx="9144000" cy="5143500"/>
          </a:xfrm>
          <a:prstGeom prst="rect">
            <a:avLst/>
          </a:prstGeom>
          <a:noFill/>
          <a:ln>
            <a:noFill/>
          </a:ln>
        </p:spPr>
      </p:sp>
      <p:sp>
        <p:nvSpPr>
          <p:cNvPr id="838" name="Google Shape;838;p23"/>
          <p:cNvSpPr txBox="1"/>
          <p:nvPr>
            <p:ph idx="1" type="body"/>
          </p:nvPr>
        </p:nvSpPr>
        <p:spPr>
          <a:xfrm>
            <a:off x="579093" y="3443416"/>
            <a:ext cx="7985814" cy="675504"/>
          </a:xfrm>
          <a:prstGeom prst="rect">
            <a:avLst/>
          </a:prstGeom>
          <a:noFill/>
          <a:ln>
            <a:noFill/>
          </a:ln>
        </p:spPr>
        <p:txBody>
          <a:bodyPr anchorCtr="0" anchor="t" bIns="0" lIns="0" spcFirstLastPara="1" rIns="0" wrap="square" tIns="0">
            <a:noAutofit/>
          </a:bodyPr>
          <a:lstStyle>
            <a:lvl1pPr indent="-228600" lvl="0" marL="457200" marR="0" rtl="0" algn="ctr">
              <a:lnSpc>
                <a:spcPct val="150000"/>
              </a:lnSpc>
              <a:spcBef>
                <a:spcPts val="0"/>
              </a:spcBef>
              <a:spcAft>
                <a:spcPts val="0"/>
              </a:spcAft>
              <a:buClr>
                <a:srgbClr val="000000"/>
              </a:buClr>
              <a:buSzPts val="1400"/>
              <a:buFont typeface="Proxima Nova"/>
              <a:buNone/>
              <a:defRPr b="1" i="0" sz="2800" u="none" cap="none" strike="noStrike">
                <a:solidFill>
                  <a:schemeClr val="lt1"/>
                </a:solidFill>
                <a:latin typeface="Proxima Nova"/>
                <a:ea typeface="Proxima Nova"/>
                <a:cs typeface="Proxima Nova"/>
                <a:sym typeface="Proxima Nova"/>
              </a:defRPr>
            </a:lvl1pPr>
            <a:lvl2pPr indent="-317500" lvl="1" marL="914400" marR="0" rtl="0" algn="l">
              <a:lnSpc>
                <a:spcPct val="100000"/>
              </a:lnSpc>
              <a:spcBef>
                <a:spcPts val="0"/>
              </a:spcBef>
              <a:spcAft>
                <a:spcPts val="0"/>
              </a:spcAft>
              <a:buClr>
                <a:srgbClr val="000000"/>
              </a:buClr>
              <a:buSzPts val="1400"/>
              <a:buFont typeface="Proxima Nova"/>
              <a:buChar char="○"/>
              <a:defRPr b="0" i="0" sz="1400" u="none" cap="none" strike="noStrike">
                <a:solidFill>
                  <a:srgbClr val="000000"/>
                </a:solidFill>
                <a:latin typeface="Proxima Nova"/>
                <a:ea typeface="Proxima Nova"/>
                <a:cs typeface="Proxima Nova"/>
                <a:sym typeface="Proxima Nova"/>
              </a:defRPr>
            </a:lvl2pPr>
            <a:lvl3pPr indent="-317500" lvl="2" marL="1371600" marR="0" rtl="0" algn="l">
              <a:lnSpc>
                <a:spcPct val="100000"/>
              </a:lnSpc>
              <a:spcBef>
                <a:spcPts val="0"/>
              </a:spcBef>
              <a:spcAft>
                <a:spcPts val="0"/>
              </a:spcAft>
              <a:buClr>
                <a:srgbClr val="000000"/>
              </a:buClr>
              <a:buSzPts val="1400"/>
              <a:buFont typeface="Proxima Nova"/>
              <a:buChar char="■"/>
              <a:defRPr b="0" i="0" sz="1400" u="none" cap="none" strike="noStrike">
                <a:solidFill>
                  <a:srgbClr val="000000"/>
                </a:solidFill>
                <a:latin typeface="Proxima Nova"/>
                <a:ea typeface="Proxima Nova"/>
                <a:cs typeface="Proxima Nova"/>
                <a:sym typeface="Proxima Nova"/>
              </a:defRPr>
            </a:lvl3pPr>
            <a:lvl4pPr indent="-317500" lvl="3" marL="1828800" marR="0" rtl="0" algn="l">
              <a:lnSpc>
                <a:spcPct val="100000"/>
              </a:lnSpc>
              <a:spcBef>
                <a:spcPts val="0"/>
              </a:spcBef>
              <a:spcAft>
                <a:spcPts val="0"/>
              </a:spcAft>
              <a:buClr>
                <a:srgbClr val="000000"/>
              </a:buClr>
              <a:buSzPts val="1400"/>
              <a:buFont typeface="Proxima Nova"/>
              <a:buChar char="●"/>
              <a:defRPr b="0" i="0" sz="1400" u="none" cap="none" strike="noStrike">
                <a:solidFill>
                  <a:srgbClr val="000000"/>
                </a:solidFill>
                <a:latin typeface="Proxima Nova"/>
                <a:ea typeface="Proxima Nova"/>
                <a:cs typeface="Proxima Nova"/>
                <a:sym typeface="Proxima Nova"/>
              </a:defRPr>
            </a:lvl4pPr>
            <a:lvl5pPr indent="-317500" lvl="4" marL="2286000" marR="0" rtl="0" algn="l">
              <a:lnSpc>
                <a:spcPct val="100000"/>
              </a:lnSpc>
              <a:spcBef>
                <a:spcPts val="0"/>
              </a:spcBef>
              <a:spcAft>
                <a:spcPts val="0"/>
              </a:spcAft>
              <a:buClr>
                <a:srgbClr val="000000"/>
              </a:buClr>
              <a:buSzPts val="1400"/>
              <a:buFont typeface="Proxima Nova"/>
              <a:buChar char="○"/>
              <a:defRPr b="0" i="0" sz="1400" u="none" cap="none" strike="noStrike">
                <a:solidFill>
                  <a:srgbClr val="000000"/>
                </a:solidFill>
                <a:latin typeface="Proxima Nova"/>
                <a:ea typeface="Proxima Nova"/>
                <a:cs typeface="Proxima Nova"/>
                <a:sym typeface="Proxima Nova"/>
              </a:defRPr>
            </a:lvl5pPr>
            <a:lvl6pPr indent="-317500" lvl="5" marL="2743200" marR="0" rtl="0" algn="l">
              <a:lnSpc>
                <a:spcPct val="100000"/>
              </a:lnSpc>
              <a:spcBef>
                <a:spcPts val="0"/>
              </a:spcBef>
              <a:spcAft>
                <a:spcPts val="0"/>
              </a:spcAft>
              <a:buClr>
                <a:srgbClr val="000000"/>
              </a:buClr>
              <a:buSzPts val="1400"/>
              <a:buFont typeface="Proxima Nova"/>
              <a:buChar char="■"/>
              <a:defRPr b="0" i="0" sz="1400" u="none" cap="none" strike="noStrike">
                <a:solidFill>
                  <a:srgbClr val="000000"/>
                </a:solidFill>
                <a:latin typeface="Proxima Nova"/>
                <a:ea typeface="Proxima Nova"/>
                <a:cs typeface="Proxima Nova"/>
                <a:sym typeface="Proxima Nova"/>
              </a:defRPr>
            </a:lvl6pPr>
            <a:lvl7pPr indent="-317500" lvl="6" marL="3200400" marR="0" rtl="0" algn="l">
              <a:lnSpc>
                <a:spcPct val="100000"/>
              </a:lnSpc>
              <a:spcBef>
                <a:spcPts val="0"/>
              </a:spcBef>
              <a:spcAft>
                <a:spcPts val="0"/>
              </a:spcAft>
              <a:buClr>
                <a:srgbClr val="000000"/>
              </a:buClr>
              <a:buSzPts val="1400"/>
              <a:buFont typeface="Proxima Nova"/>
              <a:buChar char="●"/>
              <a:defRPr b="0" i="0" sz="1400" u="none" cap="none" strike="noStrike">
                <a:solidFill>
                  <a:srgbClr val="000000"/>
                </a:solidFill>
                <a:latin typeface="Proxima Nova"/>
                <a:ea typeface="Proxima Nova"/>
                <a:cs typeface="Proxima Nova"/>
                <a:sym typeface="Proxima Nova"/>
              </a:defRPr>
            </a:lvl7pPr>
            <a:lvl8pPr indent="-317500" lvl="7" marL="3657600" marR="0" rtl="0" algn="l">
              <a:lnSpc>
                <a:spcPct val="100000"/>
              </a:lnSpc>
              <a:spcBef>
                <a:spcPts val="0"/>
              </a:spcBef>
              <a:spcAft>
                <a:spcPts val="0"/>
              </a:spcAft>
              <a:buClr>
                <a:srgbClr val="000000"/>
              </a:buClr>
              <a:buSzPts val="1400"/>
              <a:buFont typeface="Proxima Nova"/>
              <a:buChar char="○"/>
              <a:defRPr b="0" i="0" sz="1400" u="none" cap="none" strike="noStrike">
                <a:solidFill>
                  <a:srgbClr val="000000"/>
                </a:solidFill>
                <a:latin typeface="Proxima Nova"/>
                <a:ea typeface="Proxima Nova"/>
                <a:cs typeface="Proxima Nova"/>
                <a:sym typeface="Proxima Nova"/>
              </a:defRPr>
            </a:lvl8pPr>
            <a:lvl9pPr indent="-317500" lvl="8" marL="4114800" marR="0" rtl="0" algn="l">
              <a:lnSpc>
                <a:spcPct val="100000"/>
              </a:lnSpc>
              <a:spcBef>
                <a:spcPts val="0"/>
              </a:spcBef>
              <a:spcAft>
                <a:spcPts val="0"/>
              </a:spcAft>
              <a:buClr>
                <a:srgbClr val="000000"/>
              </a:buClr>
              <a:buSzPts val="1400"/>
              <a:buFont typeface="Proxima Nova"/>
              <a:buChar char="■"/>
              <a:defRPr b="0" i="0" sz="1400" u="none" cap="none" strike="noStrike">
                <a:solidFill>
                  <a:srgbClr val="000000"/>
                </a:solidFill>
                <a:latin typeface="Proxima Nova"/>
                <a:ea typeface="Proxima Nova"/>
                <a:cs typeface="Proxima Nova"/>
                <a:sym typeface="Proxima Nova"/>
              </a:defRPr>
            </a:lvl9pPr>
          </a:lstStyle>
          <a:p/>
        </p:txBody>
      </p:sp>
      <p:sp>
        <p:nvSpPr>
          <p:cNvPr id="839" name="Google Shape;839;p23"/>
          <p:cNvSpPr/>
          <p:nvPr/>
        </p:nvSpPr>
        <p:spPr>
          <a:xfrm>
            <a:off x="8438859" y="4353193"/>
            <a:ext cx="391493" cy="513420"/>
          </a:xfrm>
          <a:custGeom>
            <a:rect b="b" l="l" r="r" t="t"/>
            <a:pathLst>
              <a:path extrusionOk="0" h="1128395" w="860425">
                <a:moveTo>
                  <a:pt x="491869" y="0"/>
                </a:moveTo>
                <a:lnTo>
                  <a:pt x="487639" y="0"/>
                </a:lnTo>
                <a:lnTo>
                  <a:pt x="2115" y="280316"/>
                </a:lnTo>
                <a:lnTo>
                  <a:pt x="0" y="283970"/>
                </a:lnTo>
                <a:lnTo>
                  <a:pt x="0" y="844602"/>
                </a:lnTo>
                <a:lnTo>
                  <a:pt x="2115" y="848267"/>
                </a:lnTo>
                <a:lnTo>
                  <a:pt x="485922" y="1127599"/>
                </a:lnTo>
                <a:lnTo>
                  <a:pt x="487838" y="1128091"/>
                </a:lnTo>
                <a:lnTo>
                  <a:pt x="491660" y="1128091"/>
                </a:lnTo>
                <a:lnTo>
                  <a:pt x="493576" y="1127599"/>
                </a:lnTo>
                <a:lnTo>
                  <a:pt x="545156" y="1097819"/>
                </a:lnTo>
                <a:lnTo>
                  <a:pt x="478676" y="1097819"/>
                </a:lnTo>
                <a:lnTo>
                  <a:pt x="381161" y="1041528"/>
                </a:lnTo>
                <a:lnTo>
                  <a:pt x="381161" y="1028733"/>
                </a:lnTo>
                <a:lnTo>
                  <a:pt x="359004" y="1028733"/>
                </a:lnTo>
                <a:lnTo>
                  <a:pt x="33245" y="840644"/>
                </a:lnTo>
                <a:lnTo>
                  <a:pt x="66490" y="821451"/>
                </a:lnTo>
                <a:lnTo>
                  <a:pt x="22166" y="821451"/>
                </a:lnTo>
                <a:lnTo>
                  <a:pt x="22166" y="708889"/>
                </a:lnTo>
                <a:lnTo>
                  <a:pt x="66686" y="683340"/>
                </a:lnTo>
                <a:lnTo>
                  <a:pt x="22166" y="683340"/>
                </a:lnTo>
                <a:lnTo>
                  <a:pt x="22166" y="307121"/>
                </a:lnTo>
                <a:lnTo>
                  <a:pt x="66484" y="307121"/>
                </a:lnTo>
                <a:lnTo>
                  <a:pt x="33245" y="287928"/>
                </a:lnTo>
                <a:lnTo>
                  <a:pt x="130749" y="231636"/>
                </a:lnTo>
                <a:lnTo>
                  <a:pt x="175072" y="231636"/>
                </a:lnTo>
                <a:lnTo>
                  <a:pt x="152906" y="218841"/>
                </a:lnTo>
                <a:lnTo>
                  <a:pt x="489754" y="24365"/>
                </a:lnTo>
                <a:lnTo>
                  <a:pt x="534071" y="24365"/>
                </a:lnTo>
                <a:lnTo>
                  <a:pt x="491869" y="0"/>
                </a:lnTo>
                <a:close/>
              </a:path>
              <a:path extrusionOk="0" h="1128395" w="860425">
                <a:moveTo>
                  <a:pt x="425495" y="928935"/>
                </a:moveTo>
                <a:lnTo>
                  <a:pt x="381161" y="928935"/>
                </a:lnTo>
                <a:lnTo>
                  <a:pt x="478676" y="985226"/>
                </a:lnTo>
                <a:lnTo>
                  <a:pt x="478676" y="1097819"/>
                </a:lnTo>
                <a:lnTo>
                  <a:pt x="500832" y="1097819"/>
                </a:lnTo>
                <a:lnTo>
                  <a:pt x="500832" y="985226"/>
                </a:lnTo>
                <a:lnTo>
                  <a:pt x="534076" y="966033"/>
                </a:lnTo>
                <a:lnTo>
                  <a:pt x="489754" y="966033"/>
                </a:lnTo>
                <a:lnTo>
                  <a:pt x="425495" y="928935"/>
                </a:lnTo>
                <a:close/>
              </a:path>
              <a:path extrusionOk="0" h="1128395" w="860425">
                <a:moveTo>
                  <a:pt x="859827" y="790750"/>
                </a:moveTo>
                <a:lnTo>
                  <a:pt x="837670" y="790750"/>
                </a:lnTo>
                <a:lnTo>
                  <a:pt x="837670" y="903344"/>
                </a:lnTo>
                <a:lnTo>
                  <a:pt x="500832" y="1097819"/>
                </a:lnTo>
                <a:lnTo>
                  <a:pt x="545156" y="1097819"/>
                </a:lnTo>
                <a:lnTo>
                  <a:pt x="857722" y="917364"/>
                </a:lnTo>
                <a:lnTo>
                  <a:pt x="859827" y="913699"/>
                </a:lnTo>
                <a:lnTo>
                  <a:pt x="859827" y="790750"/>
                </a:lnTo>
                <a:close/>
              </a:path>
              <a:path extrusionOk="0" h="1128395" w="860425">
                <a:moveTo>
                  <a:pt x="175070" y="784353"/>
                </a:moveTo>
                <a:lnTo>
                  <a:pt x="130749" y="784353"/>
                </a:lnTo>
                <a:lnTo>
                  <a:pt x="359004" y="916139"/>
                </a:lnTo>
                <a:lnTo>
                  <a:pt x="359004" y="1028733"/>
                </a:lnTo>
                <a:lnTo>
                  <a:pt x="381161" y="1028733"/>
                </a:lnTo>
                <a:lnTo>
                  <a:pt x="381161" y="928935"/>
                </a:lnTo>
                <a:lnTo>
                  <a:pt x="425495" y="928935"/>
                </a:lnTo>
                <a:lnTo>
                  <a:pt x="392249" y="909741"/>
                </a:lnTo>
                <a:lnTo>
                  <a:pt x="414411" y="896946"/>
                </a:lnTo>
                <a:lnTo>
                  <a:pt x="370082" y="896946"/>
                </a:lnTo>
                <a:lnTo>
                  <a:pt x="175070" y="784353"/>
                </a:lnTo>
                <a:close/>
              </a:path>
              <a:path extrusionOk="0" h="1128395" w="860425">
                <a:moveTo>
                  <a:pt x="773406" y="715266"/>
                </a:moveTo>
                <a:lnTo>
                  <a:pt x="729087" y="715266"/>
                </a:lnTo>
                <a:lnTo>
                  <a:pt x="826592" y="771557"/>
                </a:lnTo>
                <a:lnTo>
                  <a:pt x="489754" y="966033"/>
                </a:lnTo>
                <a:lnTo>
                  <a:pt x="534076" y="966033"/>
                </a:lnTo>
                <a:lnTo>
                  <a:pt x="837670" y="790750"/>
                </a:lnTo>
                <a:lnTo>
                  <a:pt x="859827" y="790750"/>
                </a:lnTo>
                <a:lnTo>
                  <a:pt x="859827" y="767599"/>
                </a:lnTo>
                <a:lnTo>
                  <a:pt x="857722" y="763945"/>
                </a:lnTo>
                <a:lnTo>
                  <a:pt x="773406" y="715266"/>
                </a:lnTo>
                <a:close/>
              </a:path>
              <a:path extrusionOk="0" h="1128395" w="860425">
                <a:moveTo>
                  <a:pt x="186224" y="652974"/>
                </a:moveTo>
                <a:lnTo>
                  <a:pt x="141828" y="652974"/>
                </a:lnTo>
                <a:lnTo>
                  <a:pt x="467577" y="840665"/>
                </a:lnTo>
                <a:lnTo>
                  <a:pt x="370082" y="896946"/>
                </a:lnTo>
                <a:lnTo>
                  <a:pt x="414411" y="896946"/>
                </a:lnTo>
                <a:lnTo>
                  <a:pt x="534072" y="827859"/>
                </a:lnTo>
                <a:lnTo>
                  <a:pt x="489744" y="827859"/>
                </a:lnTo>
                <a:lnTo>
                  <a:pt x="261499" y="696345"/>
                </a:lnTo>
                <a:lnTo>
                  <a:pt x="261499" y="683581"/>
                </a:lnTo>
                <a:lnTo>
                  <a:pt x="239343" y="683581"/>
                </a:lnTo>
                <a:lnTo>
                  <a:pt x="186224" y="652974"/>
                </a:lnTo>
                <a:close/>
              </a:path>
              <a:path extrusionOk="0" h="1128395" w="860425">
                <a:moveTo>
                  <a:pt x="731202" y="690900"/>
                </a:moveTo>
                <a:lnTo>
                  <a:pt x="726972" y="690900"/>
                </a:lnTo>
                <a:lnTo>
                  <a:pt x="489744" y="827859"/>
                </a:lnTo>
                <a:lnTo>
                  <a:pt x="534072" y="827859"/>
                </a:lnTo>
                <a:lnTo>
                  <a:pt x="729087" y="715266"/>
                </a:lnTo>
                <a:lnTo>
                  <a:pt x="773406" y="715266"/>
                </a:lnTo>
                <a:lnTo>
                  <a:pt x="731202" y="690900"/>
                </a:lnTo>
                <a:close/>
              </a:path>
              <a:path extrusionOk="0" h="1128395" w="860425">
                <a:moveTo>
                  <a:pt x="186151" y="652932"/>
                </a:moveTo>
                <a:lnTo>
                  <a:pt x="119671" y="652932"/>
                </a:lnTo>
                <a:lnTo>
                  <a:pt x="119671" y="765159"/>
                </a:lnTo>
                <a:lnTo>
                  <a:pt x="22166" y="821451"/>
                </a:lnTo>
                <a:lnTo>
                  <a:pt x="66490" y="821451"/>
                </a:lnTo>
                <a:lnTo>
                  <a:pt x="130749" y="784353"/>
                </a:lnTo>
                <a:lnTo>
                  <a:pt x="175070" y="784353"/>
                </a:lnTo>
                <a:lnTo>
                  <a:pt x="141828" y="765159"/>
                </a:lnTo>
                <a:lnTo>
                  <a:pt x="141828" y="652974"/>
                </a:lnTo>
                <a:lnTo>
                  <a:pt x="186224" y="652974"/>
                </a:lnTo>
                <a:close/>
              </a:path>
              <a:path extrusionOk="0" h="1128395" w="860425">
                <a:moveTo>
                  <a:pt x="491869" y="414542"/>
                </a:moveTo>
                <a:lnTo>
                  <a:pt x="487639" y="414542"/>
                </a:lnTo>
                <a:lnTo>
                  <a:pt x="361109" y="487587"/>
                </a:lnTo>
                <a:lnTo>
                  <a:pt x="359004" y="491241"/>
                </a:lnTo>
                <a:lnTo>
                  <a:pt x="359004" y="637341"/>
                </a:lnTo>
                <a:lnTo>
                  <a:pt x="361109" y="641006"/>
                </a:lnTo>
                <a:lnTo>
                  <a:pt x="485922" y="713056"/>
                </a:lnTo>
                <a:lnTo>
                  <a:pt x="487838" y="713548"/>
                </a:lnTo>
                <a:lnTo>
                  <a:pt x="491660" y="713548"/>
                </a:lnTo>
                <a:lnTo>
                  <a:pt x="493576" y="713056"/>
                </a:lnTo>
                <a:lnTo>
                  <a:pt x="534080" y="689675"/>
                </a:lnTo>
                <a:lnTo>
                  <a:pt x="489754" y="689675"/>
                </a:lnTo>
                <a:lnTo>
                  <a:pt x="392239" y="633383"/>
                </a:lnTo>
                <a:lnTo>
                  <a:pt x="425482" y="614190"/>
                </a:lnTo>
                <a:lnTo>
                  <a:pt x="381161" y="614190"/>
                </a:lnTo>
                <a:lnTo>
                  <a:pt x="381161" y="501597"/>
                </a:lnTo>
                <a:lnTo>
                  <a:pt x="478676" y="445305"/>
                </a:lnTo>
                <a:lnTo>
                  <a:pt x="545152" y="445305"/>
                </a:lnTo>
                <a:lnTo>
                  <a:pt x="491869" y="414542"/>
                </a:lnTo>
                <a:close/>
              </a:path>
              <a:path extrusionOk="0" h="1128395" w="860425">
                <a:moveTo>
                  <a:pt x="534060" y="577081"/>
                </a:moveTo>
                <a:lnTo>
                  <a:pt x="489754" y="577081"/>
                </a:lnTo>
                <a:lnTo>
                  <a:pt x="587259" y="633383"/>
                </a:lnTo>
                <a:lnTo>
                  <a:pt x="489754" y="689675"/>
                </a:lnTo>
                <a:lnTo>
                  <a:pt x="534080" y="689675"/>
                </a:lnTo>
                <a:lnTo>
                  <a:pt x="618389" y="641006"/>
                </a:lnTo>
                <a:lnTo>
                  <a:pt x="620494" y="637341"/>
                </a:lnTo>
                <a:lnTo>
                  <a:pt x="620494" y="614190"/>
                </a:lnTo>
                <a:lnTo>
                  <a:pt x="598337" y="614190"/>
                </a:lnTo>
                <a:lnTo>
                  <a:pt x="534060" y="577081"/>
                </a:lnTo>
                <a:close/>
              </a:path>
              <a:path extrusionOk="0" h="1128395" w="860425">
                <a:moveTo>
                  <a:pt x="261499" y="307121"/>
                </a:moveTo>
                <a:lnTo>
                  <a:pt x="239343" y="307121"/>
                </a:lnTo>
                <a:lnTo>
                  <a:pt x="239343" y="683581"/>
                </a:lnTo>
                <a:lnTo>
                  <a:pt x="261499" y="683581"/>
                </a:lnTo>
                <a:lnTo>
                  <a:pt x="261499" y="432510"/>
                </a:lnTo>
                <a:lnTo>
                  <a:pt x="305823" y="406919"/>
                </a:lnTo>
                <a:lnTo>
                  <a:pt x="261499" y="406919"/>
                </a:lnTo>
                <a:lnTo>
                  <a:pt x="261499" y="307121"/>
                </a:lnTo>
                <a:close/>
              </a:path>
              <a:path extrusionOk="0" h="1128395" w="860425">
                <a:moveTo>
                  <a:pt x="66484" y="307121"/>
                </a:moveTo>
                <a:lnTo>
                  <a:pt x="22166" y="307121"/>
                </a:lnTo>
                <a:lnTo>
                  <a:pt x="119671" y="363423"/>
                </a:lnTo>
                <a:lnTo>
                  <a:pt x="119653" y="627394"/>
                </a:lnTo>
                <a:lnTo>
                  <a:pt x="22166" y="683340"/>
                </a:lnTo>
                <a:lnTo>
                  <a:pt x="66686" y="683340"/>
                </a:lnTo>
                <a:lnTo>
                  <a:pt x="119671" y="652932"/>
                </a:lnTo>
                <a:lnTo>
                  <a:pt x="186151" y="652932"/>
                </a:lnTo>
                <a:lnTo>
                  <a:pt x="141828" y="627394"/>
                </a:lnTo>
                <a:lnTo>
                  <a:pt x="141828" y="363423"/>
                </a:lnTo>
                <a:lnTo>
                  <a:pt x="175070" y="344230"/>
                </a:lnTo>
                <a:lnTo>
                  <a:pt x="130749" y="344230"/>
                </a:lnTo>
                <a:lnTo>
                  <a:pt x="66484" y="307121"/>
                </a:lnTo>
                <a:close/>
              </a:path>
              <a:path extrusionOk="0" h="1128395" w="860425">
                <a:moveTo>
                  <a:pt x="500832" y="445305"/>
                </a:moveTo>
                <a:lnTo>
                  <a:pt x="478676" y="445305"/>
                </a:lnTo>
                <a:lnTo>
                  <a:pt x="478676" y="557899"/>
                </a:lnTo>
                <a:lnTo>
                  <a:pt x="381161" y="614190"/>
                </a:lnTo>
                <a:lnTo>
                  <a:pt x="425482" y="614190"/>
                </a:lnTo>
                <a:lnTo>
                  <a:pt x="489754" y="577081"/>
                </a:lnTo>
                <a:lnTo>
                  <a:pt x="534060" y="577081"/>
                </a:lnTo>
                <a:lnTo>
                  <a:pt x="500832" y="557899"/>
                </a:lnTo>
                <a:lnTo>
                  <a:pt x="500832" y="445305"/>
                </a:lnTo>
                <a:close/>
              </a:path>
              <a:path extrusionOk="0" h="1128395" w="860425">
                <a:moveTo>
                  <a:pt x="545152" y="445305"/>
                </a:moveTo>
                <a:lnTo>
                  <a:pt x="500832" y="445305"/>
                </a:lnTo>
                <a:lnTo>
                  <a:pt x="598337" y="501597"/>
                </a:lnTo>
                <a:lnTo>
                  <a:pt x="598337" y="614190"/>
                </a:lnTo>
                <a:lnTo>
                  <a:pt x="620494" y="614190"/>
                </a:lnTo>
                <a:lnTo>
                  <a:pt x="620494" y="491241"/>
                </a:lnTo>
                <a:lnTo>
                  <a:pt x="618389" y="487587"/>
                </a:lnTo>
                <a:lnTo>
                  <a:pt x="545152" y="445305"/>
                </a:lnTo>
                <a:close/>
              </a:path>
              <a:path extrusionOk="0" h="1128395" w="860425">
                <a:moveTo>
                  <a:pt x="534073" y="300723"/>
                </a:moveTo>
                <a:lnTo>
                  <a:pt x="489754" y="300723"/>
                </a:lnTo>
                <a:lnTo>
                  <a:pt x="725255" y="436698"/>
                </a:lnTo>
                <a:lnTo>
                  <a:pt x="727171" y="437190"/>
                </a:lnTo>
                <a:lnTo>
                  <a:pt x="730993" y="437190"/>
                </a:lnTo>
                <a:lnTo>
                  <a:pt x="732909" y="436698"/>
                </a:lnTo>
                <a:lnTo>
                  <a:pt x="784488" y="406919"/>
                </a:lnTo>
                <a:lnTo>
                  <a:pt x="718009" y="406919"/>
                </a:lnTo>
                <a:lnTo>
                  <a:pt x="534073" y="300723"/>
                </a:lnTo>
                <a:close/>
              </a:path>
              <a:path extrusionOk="0" h="1128395" w="860425">
                <a:moveTo>
                  <a:pt x="620494" y="99850"/>
                </a:moveTo>
                <a:lnTo>
                  <a:pt x="598337" y="99850"/>
                </a:lnTo>
                <a:lnTo>
                  <a:pt x="598337" y="212443"/>
                </a:lnTo>
                <a:lnTo>
                  <a:pt x="261499" y="406919"/>
                </a:lnTo>
                <a:lnTo>
                  <a:pt x="305823" y="406919"/>
                </a:lnTo>
                <a:lnTo>
                  <a:pt x="489754" y="300723"/>
                </a:lnTo>
                <a:lnTo>
                  <a:pt x="534073" y="300723"/>
                </a:lnTo>
                <a:lnTo>
                  <a:pt x="511911" y="287928"/>
                </a:lnTo>
                <a:lnTo>
                  <a:pt x="609415" y="231636"/>
                </a:lnTo>
                <a:lnTo>
                  <a:pt x="653741" y="231636"/>
                </a:lnTo>
                <a:lnTo>
                  <a:pt x="620494" y="212443"/>
                </a:lnTo>
                <a:lnTo>
                  <a:pt x="620494" y="99850"/>
                </a:lnTo>
                <a:close/>
              </a:path>
              <a:path extrusionOk="0" h="1128395" w="860425">
                <a:moveTo>
                  <a:pt x="653741" y="231636"/>
                </a:moveTo>
                <a:lnTo>
                  <a:pt x="609415" y="231636"/>
                </a:lnTo>
                <a:lnTo>
                  <a:pt x="718009" y="294326"/>
                </a:lnTo>
                <a:lnTo>
                  <a:pt x="718009" y="406919"/>
                </a:lnTo>
                <a:lnTo>
                  <a:pt x="740165" y="406919"/>
                </a:lnTo>
                <a:lnTo>
                  <a:pt x="740165" y="294326"/>
                </a:lnTo>
                <a:lnTo>
                  <a:pt x="773411" y="275132"/>
                </a:lnTo>
                <a:lnTo>
                  <a:pt x="729087" y="275132"/>
                </a:lnTo>
                <a:lnTo>
                  <a:pt x="653741" y="231636"/>
                </a:lnTo>
                <a:close/>
              </a:path>
              <a:path extrusionOk="0" h="1128395" w="860425">
                <a:moveTo>
                  <a:pt x="859837" y="238034"/>
                </a:moveTo>
                <a:lnTo>
                  <a:pt x="837670" y="238034"/>
                </a:lnTo>
                <a:lnTo>
                  <a:pt x="837670" y="350628"/>
                </a:lnTo>
                <a:lnTo>
                  <a:pt x="740165" y="406919"/>
                </a:lnTo>
                <a:lnTo>
                  <a:pt x="784488" y="406919"/>
                </a:lnTo>
                <a:lnTo>
                  <a:pt x="857722" y="364638"/>
                </a:lnTo>
                <a:lnTo>
                  <a:pt x="859837" y="360983"/>
                </a:lnTo>
                <a:lnTo>
                  <a:pt x="859837" y="238034"/>
                </a:lnTo>
                <a:close/>
              </a:path>
              <a:path extrusionOk="0" h="1128395" w="860425">
                <a:moveTo>
                  <a:pt x="175072" y="231636"/>
                </a:moveTo>
                <a:lnTo>
                  <a:pt x="130749" y="231636"/>
                </a:lnTo>
                <a:lnTo>
                  <a:pt x="228254" y="287928"/>
                </a:lnTo>
                <a:lnTo>
                  <a:pt x="130749" y="344230"/>
                </a:lnTo>
                <a:lnTo>
                  <a:pt x="175070" y="344230"/>
                </a:lnTo>
                <a:lnTo>
                  <a:pt x="239343" y="307121"/>
                </a:lnTo>
                <a:lnTo>
                  <a:pt x="261499" y="307121"/>
                </a:lnTo>
                <a:lnTo>
                  <a:pt x="261499" y="294326"/>
                </a:lnTo>
                <a:lnTo>
                  <a:pt x="294742" y="275132"/>
                </a:lnTo>
                <a:lnTo>
                  <a:pt x="250421" y="275132"/>
                </a:lnTo>
                <a:lnTo>
                  <a:pt x="175072" y="231636"/>
                </a:lnTo>
                <a:close/>
              </a:path>
              <a:path extrusionOk="0" h="1128395" w="860425">
                <a:moveTo>
                  <a:pt x="534071" y="24365"/>
                </a:moveTo>
                <a:lnTo>
                  <a:pt x="489754" y="24365"/>
                </a:lnTo>
                <a:lnTo>
                  <a:pt x="587259" y="80657"/>
                </a:lnTo>
                <a:lnTo>
                  <a:pt x="250421" y="275132"/>
                </a:lnTo>
                <a:lnTo>
                  <a:pt x="294742" y="275132"/>
                </a:lnTo>
                <a:lnTo>
                  <a:pt x="598337" y="99850"/>
                </a:lnTo>
                <a:lnTo>
                  <a:pt x="664812" y="99850"/>
                </a:lnTo>
                <a:lnTo>
                  <a:pt x="534071" y="24365"/>
                </a:lnTo>
                <a:close/>
              </a:path>
              <a:path extrusionOk="0" h="1128395" w="860425">
                <a:moveTo>
                  <a:pt x="664812" y="99850"/>
                </a:moveTo>
                <a:lnTo>
                  <a:pt x="620494" y="99850"/>
                </a:lnTo>
                <a:lnTo>
                  <a:pt x="826592" y="218841"/>
                </a:lnTo>
                <a:lnTo>
                  <a:pt x="729087" y="275132"/>
                </a:lnTo>
                <a:lnTo>
                  <a:pt x="773411" y="275132"/>
                </a:lnTo>
                <a:lnTo>
                  <a:pt x="837670" y="238034"/>
                </a:lnTo>
                <a:lnTo>
                  <a:pt x="859837" y="238034"/>
                </a:lnTo>
                <a:lnTo>
                  <a:pt x="859837" y="214883"/>
                </a:lnTo>
                <a:lnTo>
                  <a:pt x="857722" y="211229"/>
                </a:lnTo>
                <a:lnTo>
                  <a:pt x="664812" y="9985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pactful Big Quote">
  <p:cSld name="Impactful Big quote">
    <p:bg>
      <p:bgPr>
        <a:solidFill>
          <a:schemeClr val="lt2"/>
        </a:solidFill>
      </p:bgPr>
    </p:bg>
    <p:spTree>
      <p:nvGrpSpPr>
        <p:cNvPr id="840" name="Shape 840"/>
        <p:cNvGrpSpPr/>
        <p:nvPr/>
      </p:nvGrpSpPr>
      <p:grpSpPr>
        <a:xfrm>
          <a:off x="0" y="0"/>
          <a:ext cx="0" cy="0"/>
          <a:chOff x="0" y="0"/>
          <a:chExt cx="0" cy="0"/>
        </a:xfrm>
      </p:grpSpPr>
      <p:sp>
        <p:nvSpPr>
          <p:cNvPr id="841" name="Google Shape;841;p24"/>
          <p:cNvSpPr txBox="1"/>
          <p:nvPr>
            <p:ph idx="1" type="body"/>
          </p:nvPr>
        </p:nvSpPr>
        <p:spPr>
          <a:xfrm>
            <a:off x="502508" y="1732813"/>
            <a:ext cx="8147222" cy="1710604"/>
          </a:xfrm>
          <a:prstGeom prst="rect">
            <a:avLst/>
          </a:prstGeom>
          <a:noFill/>
          <a:ln>
            <a:noFill/>
          </a:ln>
        </p:spPr>
        <p:txBody>
          <a:bodyPr anchorCtr="0" anchor="t" bIns="0" lIns="0" spcFirstLastPara="1" rIns="0" wrap="square" tIns="0">
            <a:noAutofit/>
          </a:bodyPr>
          <a:lstStyle>
            <a:lvl1pPr indent="-228600" lvl="0" marL="457200" marR="0" rtl="0" algn="ctr">
              <a:lnSpc>
                <a:spcPct val="100270"/>
              </a:lnSpc>
              <a:spcBef>
                <a:spcPts val="0"/>
              </a:spcBef>
              <a:spcAft>
                <a:spcPts val="0"/>
              </a:spcAft>
              <a:buClr>
                <a:srgbClr val="000000"/>
              </a:buClr>
              <a:buSzPts val="3400"/>
              <a:buFont typeface="Arial"/>
              <a:buNone/>
              <a:defRPr b="1" i="0" sz="3400" u="none" cap="none" strike="noStrike">
                <a:solidFill>
                  <a:srgbClr val="000000"/>
                </a:solidFill>
                <a:latin typeface="Proxima Nova"/>
                <a:ea typeface="Proxima Nova"/>
                <a:cs typeface="Proxima Nova"/>
                <a:sym typeface="Proxima Nova"/>
              </a:defRPr>
            </a:lvl1pPr>
            <a:lvl2pPr indent="-317500" lvl="1" marL="914400" marR="0" rtl="0" algn="l">
              <a:lnSpc>
                <a:spcPct val="100000"/>
              </a:lnSpc>
              <a:spcBef>
                <a:spcPts val="0"/>
              </a:spcBef>
              <a:spcAft>
                <a:spcPts val="0"/>
              </a:spcAft>
              <a:buClr>
                <a:srgbClr val="000000"/>
              </a:buClr>
              <a:buSzPts val="1400"/>
              <a:buFont typeface="Proxima Nova"/>
              <a:buChar char="○"/>
              <a:defRPr b="0" i="0" sz="1400" u="none" cap="none" strike="noStrike">
                <a:solidFill>
                  <a:srgbClr val="000000"/>
                </a:solidFill>
                <a:latin typeface="Proxima Nova"/>
                <a:ea typeface="Proxima Nova"/>
                <a:cs typeface="Proxima Nova"/>
                <a:sym typeface="Proxima Nova"/>
              </a:defRPr>
            </a:lvl2pPr>
            <a:lvl3pPr indent="-317500" lvl="2" marL="1371600" marR="0" rtl="0" algn="l">
              <a:lnSpc>
                <a:spcPct val="100000"/>
              </a:lnSpc>
              <a:spcBef>
                <a:spcPts val="0"/>
              </a:spcBef>
              <a:spcAft>
                <a:spcPts val="0"/>
              </a:spcAft>
              <a:buClr>
                <a:srgbClr val="000000"/>
              </a:buClr>
              <a:buSzPts val="1400"/>
              <a:buFont typeface="Proxima Nova"/>
              <a:buChar char="■"/>
              <a:defRPr b="0" i="0" sz="1400" u="none" cap="none" strike="noStrike">
                <a:solidFill>
                  <a:srgbClr val="000000"/>
                </a:solidFill>
                <a:latin typeface="Proxima Nova"/>
                <a:ea typeface="Proxima Nova"/>
                <a:cs typeface="Proxima Nova"/>
                <a:sym typeface="Proxima Nova"/>
              </a:defRPr>
            </a:lvl3pPr>
            <a:lvl4pPr indent="-317500" lvl="3" marL="1828800" marR="0" rtl="0" algn="l">
              <a:lnSpc>
                <a:spcPct val="100000"/>
              </a:lnSpc>
              <a:spcBef>
                <a:spcPts val="0"/>
              </a:spcBef>
              <a:spcAft>
                <a:spcPts val="0"/>
              </a:spcAft>
              <a:buClr>
                <a:srgbClr val="000000"/>
              </a:buClr>
              <a:buSzPts val="1400"/>
              <a:buFont typeface="Proxima Nova"/>
              <a:buChar char="●"/>
              <a:defRPr b="0" i="0" sz="1400" u="none" cap="none" strike="noStrike">
                <a:solidFill>
                  <a:srgbClr val="000000"/>
                </a:solidFill>
                <a:latin typeface="Proxima Nova"/>
                <a:ea typeface="Proxima Nova"/>
                <a:cs typeface="Proxima Nova"/>
                <a:sym typeface="Proxima Nova"/>
              </a:defRPr>
            </a:lvl4pPr>
            <a:lvl5pPr indent="-317500" lvl="4" marL="2286000" marR="0" rtl="0" algn="l">
              <a:lnSpc>
                <a:spcPct val="100000"/>
              </a:lnSpc>
              <a:spcBef>
                <a:spcPts val="0"/>
              </a:spcBef>
              <a:spcAft>
                <a:spcPts val="0"/>
              </a:spcAft>
              <a:buClr>
                <a:srgbClr val="000000"/>
              </a:buClr>
              <a:buSzPts val="1400"/>
              <a:buFont typeface="Proxima Nova"/>
              <a:buChar char="○"/>
              <a:defRPr b="0" i="0" sz="1400" u="none" cap="none" strike="noStrike">
                <a:solidFill>
                  <a:srgbClr val="000000"/>
                </a:solidFill>
                <a:latin typeface="Proxima Nova"/>
                <a:ea typeface="Proxima Nova"/>
                <a:cs typeface="Proxima Nova"/>
                <a:sym typeface="Proxima Nova"/>
              </a:defRPr>
            </a:lvl5pPr>
            <a:lvl6pPr indent="-317500" lvl="5" marL="2743200" marR="0" rtl="0" algn="l">
              <a:lnSpc>
                <a:spcPct val="100000"/>
              </a:lnSpc>
              <a:spcBef>
                <a:spcPts val="0"/>
              </a:spcBef>
              <a:spcAft>
                <a:spcPts val="0"/>
              </a:spcAft>
              <a:buClr>
                <a:srgbClr val="000000"/>
              </a:buClr>
              <a:buSzPts val="1400"/>
              <a:buFont typeface="Proxima Nova"/>
              <a:buChar char="■"/>
              <a:defRPr b="0" i="0" sz="1400" u="none" cap="none" strike="noStrike">
                <a:solidFill>
                  <a:srgbClr val="000000"/>
                </a:solidFill>
                <a:latin typeface="Proxima Nova"/>
                <a:ea typeface="Proxima Nova"/>
                <a:cs typeface="Proxima Nova"/>
                <a:sym typeface="Proxima Nova"/>
              </a:defRPr>
            </a:lvl6pPr>
            <a:lvl7pPr indent="-317500" lvl="6" marL="3200400" marR="0" rtl="0" algn="l">
              <a:lnSpc>
                <a:spcPct val="100000"/>
              </a:lnSpc>
              <a:spcBef>
                <a:spcPts val="0"/>
              </a:spcBef>
              <a:spcAft>
                <a:spcPts val="0"/>
              </a:spcAft>
              <a:buClr>
                <a:srgbClr val="000000"/>
              </a:buClr>
              <a:buSzPts val="1400"/>
              <a:buFont typeface="Proxima Nova"/>
              <a:buChar char="●"/>
              <a:defRPr b="0" i="0" sz="1400" u="none" cap="none" strike="noStrike">
                <a:solidFill>
                  <a:srgbClr val="000000"/>
                </a:solidFill>
                <a:latin typeface="Proxima Nova"/>
                <a:ea typeface="Proxima Nova"/>
                <a:cs typeface="Proxima Nova"/>
                <a:sym typeface="Proxima Nova"/>
              </a:defRPr>
            </a:lvl7pPr>
            <a:lvl8pPr indent="-317500" lvl="7" marL="3657600" marR="0" rtl="0" algn="l">
              <a:lnSpc>
                <a:spcPct val="100000"/>
              </a:lnSpc>
              <a:spcBef>
                <a:spcPts val="0"/>
              </a:spcBef>
              <a:spcAft>
                <a:spcPts val="0"/>
              </a:spcAft>
              <a:buClr>
                <a:srgbClr val="000000"/>
              </a:buClr>
              <a:buSzPts val="1400"/>
              <a:buFont typeface="Proxima Nova"/>
              <a:buChar char="○"/>
              <a:defRPr b="0" i="0" sz="1400" u="none" cap="none" strike="noStrike">
                <a:solidFill>
                  <a:srgbClr val="000000"/>
                </a:solidFill>
                <a:latin typeface="Proxima Nova"/>
                <a:ea typeface="Proxima Nova"/>
                <a:cs typeface="Proxima Nova"/>
                <a:sym typeface="Proxima Nova"/>
              </a:defRPr>
            </a:lvl8pPr>
            <a:lvl9pPr indent="-317500" lvl="8" marL="4114800" marR="0" rtl="0" algn="l">
              <a:lnSpc>
                <a:spcPct val="100000"/>
              </a:lnSpc>
              <a:spcBef>
                <a:spcPts val="0"/>
              </a:spcBef>
              <a:spcAft>
                <a:spcPts val="0"/>
              </a:spcAft>
              <a:buClr>
                <a:srgbClr val="000000"/>
              </a:buClr>
              <a:buSzPts val="1400"/>
              <a:buFont typeface="Proxima Nova"/>
              <a:buChar char="■"/>
              <a:defRPr b="0" i="0" sz="1400" u="none" cap="none" strike="noStrike">
                <a:solidFill>
                  <a:srgbClr val="000000"/>
                </a:solidFill>
                <a:latin typeface="Proxima Nova"/>
                <a:ea typeface="Proxima Nova"/>
                <a:cs typeface="Proxima Nova"/>
                <a:sym typeface="Proxima Nova"/>
              </a:defRPr>
            </a:lvl9pPr>
          </a:lstStyle>
          <a:p/>
        </p:txBody>
      </p:sp>
      <p:grpSp>
        <p:nvGrpSpPr>
          <p:cNvPr id="842" name="Google Shape;842;p24"/>
          <p:cNvGrpSpPr/>
          <p:nvPr/>
        </p:nvGrpSpPr>
        <p:grpSpPr>
          <a:xfrm rot="10800000">
            <a:off x="361531" y="778168"/>
            <a:ext cx="376881" cy="328920"/>
            <a:chOff x="10297594" y="731834"/>
            <a:chExt cx="828675" cy="723218"/>
          </a:xfrm>
        </p:grpSpPr>
        <p:sp>
          <p:nvSpPr>
            <p:cNvPr id="843" name="Google Shape;843;p24"/>
            <p:cNvSpPr/>
            <p:nvPr/>
          </p:nvSpPr>
          <p:spPr>
            <a:xfrm>
              <a:off x="10315915" y="750975"/>
              <a:ext cx="791845" cy="457200"/>
            </a:xfrm>
            <a:custGeom>
              <a:rect b="b" l="l" r="r" t="t"/>
              <a:pathLst>
                <a:path extrusionOk="0" h="457200" w="791845">
                  <a:moveTo>
                    <a:pt x="197899" y="0"/>
                  </a:moveTo>
                  <a:lnTo>
                    <a:pt x="0" y="114258"/>
                  </a:lnTo>
                  <a:lnTo>
                    <a:pt x="593699" y="457033"/>
                  </a:lnTo>
                  <a:lnTo>
                    <a:pt x="791598" y="342774"/>
                  </a:lnTo>
                  <a:lnTo>
                    <a:pt x="197899" y="0"/>
                  </a:lnTo>
                  <a:close/>
                </a:path>
              </a:pathLst>
            </a:custGeom>
            <a:solidFill>
              <a:srgbClr val="F9C80A"/>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800"/>
            </a:p>
          </p:txBody>
        </p:sp>
        <p:sp>
          <p:nvSpPr>
            <p:cNvPr id="844" name="Google Shape;844;p24"/>
            <p:cNvSpPr/>
            <p:nvPr/>
          </p:nvSpPr>
          <p:spPr>
            <a:xfrm>
              <a:off x="10297594" y="731834"/>
              <a:ext cx="828675" cy="494665"/>
            </a:xfrm>
            <a:custGeom>
              <a:rect b="b" l="l" r="r" t="t"/>
              <a:pathLst>
                <a:path extrusionOk="0" h="494665" w="828675">
                  <a:moveTo>
                    <a:pt x="219710" y="0"/>
                  </a:moveTo>
                  <a:lnTo>
                    <a:pt x="212716" y="0"/>
                  </a:lnTo>
                  <a:lnTo>
                    <a:pt x="3497" y="120802"/>
                  </a:lnTo>
                  <a:lnTo>
                    <a:pt x="0" y="126854"/>
                  </a:lnTo>
                  <a:lnTo>
                    <a:pt x="0" y="139943"/>
                  </a:lnTo>
                  <a:lnTo>
                    <a:pt x="3497" y="145995"/>
                  </a:lnTo>
                  <a:lnTo>
                    <a:pt x="605698" y="493681"/>
                  </a:lnTo>
                  <a:lnTo>
                    <a:pt x="608861" y="494498"/>
                  </a:lnTo>
                  <a:lnTo>
                    <a:pt x="615185" y="494498"/>
                  </a:lnTo>
                  <a:lnTo>
                    <a:pt x="618358" y="493681"/>
                  </a:lnTo>
                  <a:lnTo>
                    <a:pt x="685329" y="455012"/>
                  </a:lnTo>
                  <a:lnTo>
                    <a:pt x="612023" y="455012"/>
                  </a:lnTo>
                  <a:lnTo>
                    <a:pt x="54972" y="133399"/>
                  </a:lnTo>
                  <a:lnTo>
                    <a:pt x="216213" y="40291"/>
                  </a:lnTo>
                  <a:lnTo>
                    <a:pt x="289498" y="40291"/>
                  </a:lnTo>
                  <a:lnTo>
                    <a:pt x="219710" y="0"/>
                  </a:lnTo>
                  <a:close/>
                </a:path>
                <a:path extrusionOk="0" h="494665" w="828675">
                  <a:moveTo>
                    <a:pt x="289498" y="40291"/>
                  </a:moveTo>
                  <a:lnTo>
                    <a:pt x="216213" y="40291"/>
                  </a:lnTo>
                  <a:lnTo>
                    <a:pt x="773274" y="361915"/>
                  </a:lnTo>
                  <a:lnTo>
                    <a:pt x="612023" y="455012"/>
                  </a:lnTo>
                  <a:lnTo>
                    <a:pt x="685329" y="455012"/>
                  </a:lnTo>
                  <a:lnTo>
                    <a:pt x="824749" y="374512"/>
                  </a:lnTo>
                  <a:lnTo>
                    <a:pt x="828247" y="368459"/>
                  </a:lnTo>
                  <a:lnTo>
                    <a:pt x="828247" y="355371"/>
                  </a:lnTo>
                  <a:lnTo>
                    <a:pt x="824749" y="349319"/>
                  </a:lnTo>
                  <a:lnTo>
                    <a:pt x="289498" y="40291"/>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800"/>
            </a:p>
          </p:txBody>
        </p:sp>
        <p:sp>
          <p:nvSpPr>
            <p:cNvPr id="845" name="Google Shape;845;p24"/>
            <p:cNvSpPr/>
            <p:nvPr/>
          </p:nvSpPr>
          <p:spPr>
            <a:xfrm>
              <a:off x="10315915" y="865233"/>
              <a:ext cx="593725" cy="571500"/>
            </a:xfrm>
            <a:custGeom>
              <a:rect b="b" l="l" r="r" t="t"/>
              <a:pathLst>
                <a:path extrusionOk="0" h="571500" w="593725">
                  <a:moveTo>
                    <a:pt x="0" y="0"/>
                  </a:moveTo>
                  <a:lnTo>
                    <a:pt x="0" y="228516"/>
                  </a:lnTo>
                  <a:lnTo>
                    <a:pt x="593699" y="571291"/>
                  </a:lnTo>
                  <a:lnTo>
                    <a:pt x="593699" y="342774"/>
                  </a:lnTo>
                  <a:lnTo>
                    <a:pt x="0" y="0"/>
                  </a:lnTo>
                  <a:close/>
                </a:path>
              </a:pathLst>
            </a:custGeom>
            <a:solidFill>
              <a:srgbClr val="FFFFFF"/>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800"/>
            </a:p>
          </p:txBody>
        </p:sp>
        <p:sp>
          <p:nvSpPr>
            <p:cNvPr id="846" name="Google Shape;846;p24"/>
            <p:cNvSpPr/>
            <p:nvPr/>
          </p:nvSpPr>
          <p:spPr>
            <a:xfrm>
              <a:off x="10297594" y="846087"/>
              <a:ext cx="630554" cy="608965"/>
            </a:xfrm>
            <a:custGeom>
              <a:rect b="b" l="l" r="r" t="t"/>
              <a:pathLst>
                <a:path extrusionOk="0" h="608965" w="630554">
                  <a:moveTo>
                    <a:pt x="21821" y="0"/>
                  </a:moveTo>
                  <a:lnTo>
                    <a:pt x="14826" y="0"/>
                  </a:lnTo>
                  <a:lnTo>
                    <a:pt x="3497" y="6544"/>
                  </a:lnTo>
                  <a:lnTo>
                    <a:pt x="0" y="12606"/>
                  </a:lnTo>
                  <a:lnTo>
                    <a:pt x="0" y="254201"/>
                  </a:lnTo>
                  <a:lnTo>
                    <a:pt x="3497" y="260253"/>
                  </a:lnTo>
                  <a:lnTo>
                    <a:pt x="605698" y="607939"/>
                  </a:lnTo>
                  <a:lnTo>
                    <a:pt x="608861" y="608756"/>
                  </a:lnTo>
                  <a:lnTo>
                    <a:pt x="615185" y="608756"/>
                  </a:lnTo>
                  <a:lnTo>
                    <a:pt x="618358" y="607939"/>
                  </a:lnTo>
                  <a:lnTo>
                    <a:pt x="626850" y="603028"/>
                  </a:lnTo>
                  <a:lnTo>
                    <a:pt x="630347" y="596976"/>
                  </a:lnTo>
                  <a:lnTo>
                    <a:pt x="630347" y="558695"/>
                  </a:lnTo>
                  <a:lnTo>
                    <a:pt x="593699" y="558695"/>
                  </a:lnTo>
                  <a:lnTo>
                    <a:pt x="36648" y="237081"/>
                  </a:lnTo>
                  <a:lnTo>
                    <a:pt x="36648" y="50888"/>
                  </a:lnTo>
                  <a:lnTo>
                    <a:pt x="109961" y="50888"/>
                  </a:lnTo>
                  <a:lnTo>
                    <a:pt x="21821" y="0"/>
                  </a:lnTo>
                  <a:close/>
                </a:path>
                <a:path extrusionOk="0" h="608965" w="630554">
                  <a:moveTo>
                    <a:pt x="109961" y="50888"/>
                  </a:moveTo>
                  <a:lnTo>
                    <a:pt x="36648" y="50888"/>
                  </a:lnTo>
                  <a:lnTo>
                    <a:pt x="593699" y="372501"/>
                  </a:lnTo>
                  <a:lnTo>
                    <a:pt x="593699" y="558695"/>
                  </a:lnTo>
                  <a:lnTo>
                    <a:pt x="630347" y="558695"/>
                  </a:lnTo>
                  <a:lnTo>
                    <a:pt x="630347" y="355371"/>
                  </a:lnTo>
                  <a:lnTo>
                    <a:pt x="626850" y="349319"/>
                  </a:lnTo>
                  <a:lnTo>
                    <a:pt x="109961" y="50888"/>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800"/>
            </a:p>
          </p:txBody>
        </p:sp>
        <p:sp>
          <p:nvSpPr>
            <p:cNvPr id="847" name="Google Shape;847;p24"/>
            <p:cNvSpPr/>
            <p:nvPr/>
          </p:nvSpPr>
          <p:spPr>
            <a:xfrm>
              <a:off x="10909615" y="1093748"/>
              <a:ext cx="198120" cy="342900"/>
            </a:xfrm>
            <a:custGeom>
              <a:rect b="b" l="l" r="r" t="t"/>
              <a:pathLst>
                <a:path extrusionOk="0" h="342900" w="198120">
                  <a:moveTo>
                    <a:pt x="197899" y="0"/>
                  </a:moveTo>
                  <a:lnTo>
                    <a:pt x="0" y="114258"/>
                  </a:lnTo>
                  <a:lnTo>
                    <a:pt x="0" y="342774"/>
                  </a:lnTo>
                  <a:lnTo>
                    <a:pt x="197899" y="228516"/>
                  </a:lnTo>
                  <a:lnTo>
                    <a:pt x="197899" y="0"/>
                  </a:lnTo>
                  <a:close/>
                </a:path>
              </a:pathLst>
            </a:custGeom>
            <a:solidFill>
              <a:srgbClr val="FFFFFF"/>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800"/>
            </a:p>
          </p:txBody>
        </p:sp>
        <p:sp>
          <p:nvSpPr>
            <p:cNvPr id="848" name="Google Shape;848;p24"/>
            <p:cNvSpPr/>
            <p:nvPr/>
          </p:nvSpPr>
          <p:spPr>
            <a:xfrm>
              <a:off x="10891296" y="1074610"/>
              <a:ext cx="234950" cy="380365"/>
            </a:xfrm>
            <a:custGeom>
              <a:rect b="b" l="l" r="r" t="t"/>
              <a:pathLst>
                <a:path extrusionOk="0" h="380365" w="234950">
                  <a:moveTo>
                    <a:pt x="219710" y="0"/>
                  </a:moveTo>
                  <a:lnTo>
                    <a:pt x="212716" y="0"/>
                  </a:lnTo>
                  <a:lnTo>
                    <a:pt x="3497" y="120802"/>
                  </a:lnTo>
                  <a:lnTo>
                    <a:pt x="0" y="126854"/>
                  </a:lnTo>
                  <a:lnTo>
                    <a:pt x="0" y="368449"/>
                  </a:lnTo>
                  <a:lnTo>
                    <a:pt x="3497" y="374512"/>
                  </a:lnTo>
                  <a:lnTo>
                    <a:pt x="11999" y="379412"/>
                  </a:lnTo>
                  <a:lnTo>
                    <a:pt x="15161" y="380229"/>
                  </a:lnTo>
                  <a:lnTo>
                    <a:pt x="21486" y="380229"/>
                  </a:lnTo>
                  <a:lnTo>
                    <a:pt x="24648" y="379412"/>
                  </a:lnTo>
                  <a:lnTo>
                    <a:pt x="109943" y="330167"/>
                  </a:lnTo>
                  <a:lnTo>
                    <a:pt x="36648" y="330167"/>
                  </a:lnTo>
                  <a:lnTo>
                    <a:pt x="36648" y="143974"/>
                  </a:lnTo>
                  <a:lnTo>
                    <a:pt x="197889" y="50878"/>
                  </a:lnTo>
                  <a:lnTo>
                    <a:pt x="234537" y="50878"/>
                  </a:lnTo>
                  <a:lnTo>
                    <a:pt x="234537" y="12596"/>
                  </a:lnTo>
                  <a:lnTo>
                    <a:pt x="231040" y="6544"/>
                  </a:lnTo>
                  <a:lnTo>
                    <a:pt x="219710" y="0"/>
                  </a:lnTo>
                  <a:close/>
                </a:path>
                <a:path extrusionOk="0" h="380365" w="234950">
                  <a:moveTo>
                    <a:pt x="234537" y="50878"/>
                  </a:moveTo>
                  <a:lnTo>
                    <a:pt x="197889" y="50878"/>
                  </a:lnTo>
                  <a:lnTo>
                    <a:pt x="197889" y="237081"/>
                  </a:lnTo>
                  <a:lnTo>
                    <a:pt x="36648" y="330167"/>
                  </a:lnTo>
                  <a:lnTo>
                    <a:pt x="109943" y="330167"/>
                  </a:lnTo>
                  <a:lnTo>
                    <a:pt x="231040" y="260253"/>
                  </a:lnTo>
                  <a:lnTo>
                    <a:pt x="234537" y="254201"/>
                  </a:lnTo>
                  <a:lnTo>
                    <a:pt x="234537" y="50878"/>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800"/>
            </a:p>
          </p:txBody>
        </p:sp>
      </p:grpSp>
      <p:grpSp>
        <p:nvGrpSpPr>
          <p:cNvPr id="849" name="Google Shape;849;p24"/>
          <p:cNvGrpSpPr/>
          <p:nvPr/>
        </p:nvGrpSpPr>
        <p:grpSpPr>
          <a:xfrm flipH="1" rot="10800000">
            <a:off x="902143" y="317356"/>
            <a:ext cx="376881" cy="328920"/>
            <a:chOff x="10297594" y="731834"/>
            <a:chExt cx="828675" cy="723218"/>
          </a:xfrm>
        </p:grpSpPr>
        <p:sp>
          <p:nvSpPr>
            <p:cNvPr id="850" name="Google Shape;850;p24"/>
            <p:cNvSpPr/>
            <p:nvPr/>
          </p:nvSpPr>
          <p:spPr>
            <a:xfrm>
              <a:off x="10315915" y="750975"/>
              <a:ext cx="791845" cy="457200"/>
            </a:xfrm>
            <a:custGeom>
              <a:rect b="b" l="l" r="r" t="t"/>
              <a:pathLst>
                <a:path extrusionOk="0" h="457200" w="791845">
                  <a:moveTo>
                    <a:pt x="197899" y="0"/>
                  </a:moveTo>
                  <a:lnTo>
                    <a:pt x="0" y="114258"/>
                  </a:lnTo>
                  <a:lnTo>
                    <a:pt x="593699" y="457033"/>
                  </a:lnTo>
                  <a:lnTo>
                    <a:pt x="791598" y="342774"/>
                  </a:lnTo>
                  <a:lnTo>
                    <a:pt x="197899" y="0"/>
                  </a:lnTo>
                  <a:close/>
                </a:path>
              </a:pathLst>
            </a:custGeom>
            <a:solidFill>
              <a:srgbClr val="901F75"/>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800"/>
            </a:p>
          </p:txBody>
        </p:sp>
        <p:sp>
          <p:nvSpPr>
            <p:cNvPr id="851" name="Google Shape;851;p24"/>
            <p:cNvSpPr/>
            <p:nvPr/>
          </p:nvSpPr>
          <p:spPr>
            <a:xfrm>
              <a:off x="10297594" y="731834"/>
              <a:ext cx="828675" cy="494665"/>
            </a:xfrm>
            <a:custGeom>
              <a:rect b="b" l="l" r="r" t="t"/>
              <a:pathLst>
                <a:path extrusionOk="0" h="494665" w="828675">
                  <a:moveTo>
                    <a:pt x="219710" y="0"/>
                  </a:moveTo>
                  <a:lnTo>
                    <a:pt x="212716" y="0"/>
                  </a:lnTo>
                  <a:lnTo>
                    <a:pt x="3497" y="120802"/>
                  </a:lnTo>
                  <a:lnTo>
                    <a:pt x="0" y="126854"/>
                  </a:lnTo>
                  <a:lnTo>
                    <a:pt x="0" y="139943"/>
                  </a:lnTo>
                  <a:lnTo>
                    <a:pt x="3497" y="145995"/>
                  </a:lnTo>
                  <a:lnTo>
                    <a:pt x="605698" y="493681"/>
                  </a:lnTo>
                  <a:lnTo>
                    <a:pt x="608861" y="494498"/>
                  </a:lnTo>
                  <a:lnTo>
                    <a:pt x="615185" y="494498"/>
                  </a:lnTo>
                  <a:lnTo>
                    <a:pt x="618358" y="493681"/>
                  </a:lnTo>
                  <a:lnTo>
                    <a:pt x="685329" y="455012"/>
                  </a:lnTo>
                  <a:lnTo>
                    <a:pt x="612023" y="455012"/>
                  </a:lnTo>
                  <a:lnTo>
                    <a:pt x="54972" y="133399"/>
                  </a:lnTo>
                  <a:lnTo>
                    <a:pt x="216213" y="40291"/>
                  </a:lnTo>
                  <a:lnTo>
                    <a:pt x="289498" y="40291"/>
                  </a:lnTo>
                  <a:lnTo>
                    <a:pt x="219710" y="0"/>
                  </a:lnTo>
                  <a:close/>
                </a:path>
                <a:path extrusionOk="0" h="494665" w="828675">
                  <a:moveTo>
                    <a:pt x="289498" y="40291"/>
                  </a:moveTo>
                  <a:lnTo>
                    <a:pt x="216213" y="40291"/>
                  </a:lnTo>
                  <a:lnTo>
                    <a:pt x="773274" y="361915"/>
                  </a:lnTo>
                  <a:lnTo>
                    <a:pt x="612023" y="455012"/>
                  </a:lnTo>
                  <a:lnTo>
                    <a:pt x="685329" y="455012"/>
                  </a:lnTo>
                  <a:lnTo>
                    <a:pt x="824749" y="374512"/>
                  </a:lnTo>
                  <a:lnTo>
                    <a:pt x="828247" y="368459"/>
                  </a:lnTo>
                  <a:lnTo>
                    <a:pt x="828247" y="355371"/>
                  </a:lnTo>
                  <a:lnTo>
                    <a:pt x="824749" y="349319"/>
                  </a:lnTo>
                  <a:lnTo>
                    <a:pt x="289498" y="40291"/>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800"/>
            </a:p>
          </p:txBody>
        </p:sp>
        <p:sp>
          <p:nvSpPr>
            <p:cNvPr id="852" name="Google Shape;852;p24"/>
            <p:cNvSpPr/>
            <p:nvPr/>
          </p:nvSpPr>
          <p:spPr>
            <a:xfrm>
              <a:off x="10315915" y="865233"/>
              <a:ext cx="593725" cy="571500"/>
            </a:xfrm>
            <a:custGeom>
              <a:rect b="b" l="l" r="r" t="t"/>
              <a:pathLst>
                <a:path extrusionOk="0" h="571500" w="593725">
                  <a:moveTo>
                    <a:pt x="0" y="0"/>
                  </a:moveTo>
                  <a:lnTo>
                    <a:pt x="0" y="228516"/>
                  </a:lnTo>
                  <a:lnTo>
                    <a:pt x="593699" y="571291"/>
                  </a:lnTo>
                  <a:lnTo>
                    <a:pt x="593699" y="342774"/>
                  </a:lnTo>
                  <a:lnTo>
                    <a:pt x="0" y="0"/>
                  </a:lnTo>
                  <a:close/>
                </a:path>
              </a:pathLst>
            </a:custGeom>
            <a:solidFill>
              <a:srgbClr val="FFFFFF"/>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800"/>
            </a:p>
          </p:txBody>
        </p:sp>
        <p:sp>
          <p:nvSpPr>
            <p:cNvPr id="853" name="Google Shape;853;p24"/>
            <p:cNvSpPr/>
            <p:nvPr/>
          </p:nvSpPr>
          <p:spPr>
            <a:xfrm>
              <a:off x="10297594" y="846087"/>
              <a:ext cx="630554" cy="608965"/>
            </a:xfrm>
            <a:custGeom>
              <a:rect b="b" l="l" r="r" t="t"/>
              <a:pathLst>
                <a:path extrusionOk="0" h="608965" w="630554">
                  <a:moveTo>
                    <a:pt x="21821" y="0"/>
                  </a:moveTo>
                  <a:lnTo>
                    <a:pt x="14826" y="0"/>
                  </a:lnTo>
                  <a:lnTo>
                    <a:pt x="3497" y="6544"/>
                  </a:lnTo>
                  <a:lnTo>
                    <a:pt x="0" y="12606"/>
                  </a:lnTo>
                  <a:lnTo>
                    <a:pt x="0" y="254201"/>
                  </a:lnTo>
                  <a:lnTo>
                    <a:pt x="3497" y="260253"/>
                  </a:lnTo>
                  <a:lnTo>
                    <a:pt x="605698" y="607939"/>
                  </a:lnTo>
                  <a:lnTo>
                    <a:pt x="608861" y="608756"/>
                  </a:lnTo>
                  <a:lnTo>
                    <a:pt x="615185" y="608756"/>
                  </a:lnTo>
                  <a:lnTo>
                    <a:pt x="618358" y="607939"/>
                  </a:lnTo>
                  <a:lnTo>
                    <a:pt x="626850" y="603028"/>
                  </a:lnTo>
                  <a:lnTo>
                    <a:pt x="630347" y="596976"/>
                  </a:lnTo>
                  <a:lnTo>
                    <a:pt x="630347" y="558695"/>
                  </a:lnTo>
                  <a:lnTo>
                    <a:pt x="593699" y="558695"/>
                  </a:lnTo>
                  <a:lnTo>
                    <a:pt x="36648" y="237081"/>
                  </a:lnTo>
                  <a:lnTo>
                    <a:pt x="36648" y="50888"/>
                  </a:lnTo>
                  <a:lnTo>
                    <a:pt x="109961" y="50888"/>
                  </a:lnTo>
                  <a:lnTo>
                    <a:pt x="21821" y="0"/>
                  </a:lnTo>
                  <a:close/>
                </a:path>
                <a:path extrusionOk="0" h="608965" w="630554">
                  <a:moveTo>
                    <a:pt x="109961" y="50888"/>
                  </a:moveTo>
                  <a:lnTo>
                    <a:pt x="36648" y="50888"/>
                  </a:lnTo>
                  <a:lnTo>
                    <a:pt x="593699" y="372501"/>
                  </a:lnTo>
                  <a:lnTo>
                    <a:pt x="593699" y="558695"/>
                  </a:lnTo>
                  <a:lnTo>
                    <a:pt x="630347" y="558695"/>
                  </a:lnTo>
                  <a:lnTo>
                    <a:pt x="630347" y="355371"/>
                  </a:lnTo>
                  <a:lnTo>
                    <a:pt x="626850" y="349319"/>
                  </a:lnTo>
                  <a:lnTo>
                    <a:pt x="109961" y="50888"/>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800"/>
            </a:p>
          </p:txBody>
        </p:sp>
        <p:sp>
          <p:nvSpPr>
            <p:cNvPr id="854" name="Google Shape;854;p24"/>
            <p:cNvSpPr/>
            <p:nvPr/>
          </p:nvSpPr>
          <p:spPr>
            <a:xfrm>
              <a:off x="10909615" y="1093748"/>
              <a:ext cx="198120" cy="342900"/>
            </a:xfrm>
            <a:custGeom>
              <a:rect b="b" l="l" r="r" t="t"/>
              <a:pathLst>
                <a:path extrusionOk="0" h="342900" w="198120">
                  <a:moveTo>
                    <a:pt x="197899" y="0"/>
                  </a:moveTo>
                  <a:lnTo>
                    <a:pt x="0" y="114258"/>
                  </a:lnTo>
                  <a:lnTo>
                    <a:pt x="0" y="342774"/>
                  </a:lnTo>
                  <a:lnTo>
                    <a:pt x="197899" y="228516"/>
                  </a:lnTo>
                  <a:lnTo>
                    <a:pt x="197899" y="0"/>
                  </a:lnTo>
                  <a:close/>
                </a:path>
              </a:pathLst>
            </a:custGeom>
            <a:solidFill>
              <a:srgbClr val="FFFFFF"/>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800"/>
            </a:p>
          </p:txBody>
        </p:sp>
        <p:sp>
          <p:nvSpPr>
            <p:cNvPr id="855" name="Google Shape;855;p24"/>
            <p:cNvSpPr/>
            <p:nvPr/>
          </p:nvSpPr>
          <p:spPr>
            <a:xfrm>
              <a:off x="10891296" y="1074610"/>
              <a:ext cx="234950" cy="380365"/>
            </a:xfrm>
            <a:custGeom>
              <a:rect b="b" l="l" r="r" t="t"/>
              <a:pathLst>
                <a:path extrusionOk="0" h="380365" w="234950">
                  <a:moveTo>
                    <a:pt x="219710" y="0"/>
                  </a:moveTo>
                  <a:lnTo>
                    <a:pt x="212716" y="0"/>
                  </a:lnTo>
                  <a:lnTo>
                    <a:pt x="3497" y="120802"/>
                  </a:lnTo>
                  <a:lnTo>
                    <a:pt x="0" y="126854"/>
                  </a:lnTo>
                  <a:lnTo>
                    <a:pt x="0" y="368449"/>
                  </a:lnTo>
                  <a:lnTo>
                    <a:pt x="3497" y="374512"/>
                  </a:lnTo>
                  <a:lnTo>
                    <a:pt x="11999" y="379412"/>
                  </a:lnTo>
                  <a:lnTo>
                    <a:pt x="15161" y="380229"/>
                  </a:lnTo>
                  <a:lnTo>
                    <a:pt x="21486" y="380229"/>
                  </a:lnTo>
                  <a:lnTo>
                    <a:pt x="24648" y="379412"/>
                  </a:lnTo>
                  <a:lnTo>
                    <a:pt x="109943" y="330167"/>
                  </a:lnTo>
                  <a:lnTo>
                    <a:pt x="36648" y="330167"/>
                  </a:lnTo>
                  <a:lnTo>
                    <a:pt x="36648" y="143974"/>
                  </a:lnTo>
                  <a:lnTo>
                    <a:pt x="197889" y="50878"/>
                  </a:lnTo>
                  <a:lnTo>
                    <a:pt x="234537" y="50878"/>
                  </a:lnTo>
                  <a:lnTo>
                    <a:pt x="234537" y="12596"/>
                  </a:lnTo>
                  <a:lnTo>
                    <a:pt x="231040" y="6544"/>
                  </a:lnTo>
                  <a:lnTo>
                    <a:pt x="219710" y="0"/>
                  </a:lnTo>
                  <a:close/>
                </a:path>
                <a:path extrusionOk="0" h="380365" w="234950">
                  <a:moveTo>
                    <a:pt x="234537" y="50878"/>
                  </a:moveTo>
                  <a:lnTo>
                    <a:pt x="197889" y="50878"/>
                  </a:lnTo>
                  <a:lnTo>
                    <a:pt x="197889" y="237081"/>
                  </a:lnTo>
                  <a:lnTo>
                    <a:pt x="36648" y="330167"/>
                  </a:lnTo>
                  <a:lnTo>
                    <a:pt x="109943" y="330167"/>
                  </a:lnTo>
                  <a:lnTo>
                    <a:pt x="231040" y="260253"/>
                  </a:lnTo>
                  <a:lnTo>
                    <a:pt x="234537" y="254201"/>
                  </a:lnTo>
                  <a:lnTo>
                    <a:pt x="234537" y="50878"/>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800"/>
            </a:p>
          </p:txBody>
        </p:sp>
      </p:grpSp>
      <p:grpSp>
        <p:nvGrpSpPr>
          <p:cNvPr id="856" name="Google Shape;856;p24"/>
          <p:cNvGrpSpPr/>
          <p:nvPr/>
        </p:nvGrpSpPr>
        <p:grpSpPr>
          <a:xfrm>
            <a:off x="774919" y="4558602"/>
            <a:ext cx="376881" cy="328921"/>
            <a:chOff x="7658930" y="6009158"/>
            <a:chExt cx="828675" cy="723221"/>
          </a:xfrm>
        </p:grpSpPr>
        <p:sp>
          <p:nvSpPr>
            <p:cNvPr id="857" name="Google Shape;857;p24"/>
            <p:cNvSpPr/>
            <p:nvPr/>
          </p:nvSpPr>
          <p:spPr>
            <a:xfrm>
              <a:off x="7677252" y="6028300"/>
              <a:ext cx="791845" cy="457200"/>
            </a:xfrm>
            <a:custGeom>
              <a:rect b="b" l="l" r="r" t="t"/>
              <a:pathLst>
                <a:path extrusionOk="0" h="457200" w="791845">
                  <a:moveTo>
                    <a:pt x="593699" y="0"/>
                  </a:moveTo>
                  <a:lnTo>
                    <a:pt x="0" y="342774"/>
                  </a:lnTo>
                  <a:lnTo>
                    <a:pt x="197899" y="457033"/>
                  </a:lnTo>
                  <a:lnTo>
                    <a:pt x="791598" y="114258"/>
                  </a:lnTo>
                  <a:lnTo>
                    <a:pt x="593699" y="0"/>
                  </a:lnTo>
                  <a:close/>
                </a:path>
              </a:pathLst>
            </a:custGeom>
            <a:solidFill>
              <a:srgbClr val="1D59A8"/>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800"/>
            </a:p>
          </p:txBody>
        </p:sp>
        <p:sp>
          <p:nvSpPr>
            <p:cNvPr id="858" name="Google Shape;858;p24"/>
            <p:cNvSpPr/>
            <p:nvPr/>
          </p:nvSpPr>
          <p:spPr>
            <a:xfrm>
              <a:off x="7658930" y="6009158"/>
              <a:ext cx="828675" cy="494665"/>
            </a:xfrm>
            <a:custGeom>
              <a:rect b="b" l="l" r="r" t="t"/>
              <a:pathLst>
                <a:path extrusionOk="0" h="494665" w="828675">
                  <a:moveTo>
                    <a:pt x="615520" y="0"/>
                  </a:moveTo>
                  <a:lnTo>
                    <a:pt x="608525" y="0"/>
                  </a:lnTo>
                  <a:lnTo>
                    <a:pt x="3497" y="349319"/>
                  </a:lnTo>
                  <a:lnTo>
                    <a:pt x="0" y="355371"/>
                  </a:lnTo>
                  <a:lnTo>
                    <a:pt x="0" y="368459"/>
                  </a:lnTo>
                  <a:lnTo>
                    <a:pt x="3497" y="374512"/>
                  </a:lnTo>
                  <a:lnTo>
                    <a:pt x="209888" y="493681"/>
                  </a:lnTo>
                  <a:lnTo>
                    <a:pt x="213061" y="494498"/>
                  </a:lnTo>
                  <a:lnTo>
                    <a:pt x="219375" y="494498"/>
                  </a:lnTo>
                  <a:lnTo>
                    <a:pt x="222548" y="493681"/>
                  </a:lnTo>
                  <a:lnTo>
                    <a:pt x="289505" y="455022"/>
                  </a:lnTo>
                  <a:lnTo>
                    <a:pt x="216213" y="455022"/>
                  </a:lnTo>
                  <a:lnTo>
                    <a:pt x="54972" y="361915"/>
                  </a:lnTo>
                  <a:lnTo>
                    <a:pt x="612023" y="40291"/>
                  </a:lnTo>
                  <a:lnTo>
                    <a:pt x="685305" y="40291"/>
                  </a:lnTo>
                  <a:lnTo>
                    <a:pt x="615520" y="0"/>
                  </a:lnTo>
                  <a:close/>
                </a:path>
                <a:path extrusionOk="0" h="494665" w="828675">
                  <a:moveTo>
                    <a:pt x="685305" y="40291"/>
                  </a:moveTo>
                  <a:lnTo>
                    <a:pt x="612023" y="40291"/>
                  </a:lnTo>
                  <a:lnTo>
                    <a:pt x="773274" y="133399"/>
                  </a:lnTo>
                  <a:lnTo>
                    <a:pt x="216213" y="455022"/>
                  </a:lnTo>
                  <a:lnTo>
                    <a:pt x="289505" y="455022"/>
                  </a:lnTo>
                  <a:lnTo>
                    <a:pt x="824749" y="145995"/>
                  </a:lnTo>
                  <a:lnTo>
                    <a:pt x="828247" y="139943"/>
                  </a:lnTo>
                  <a:lnTo>
                    <a:pt x="828247" y="126854"/>
                  </a:lnTo>
                  <a:lnTo>
                    <a:pt x="824749" y="120802"/>
                  </a:lnTo>
                  <a:lnTo>
                    <a:pt x="685305" y="40291"/>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800"/>
            </a:p>
          </p:txBody>
        </p:sp>
        <p:sp>
          <p:nvSpPr>
            <p:cNvPr id="859" name="Google Shape;859;p24"/>
            <p:cNvSpPr/>
            <p:nvPr/>
          </p:nvSpPr>
          <p:spPr>
            <a:xfrm>
              <a:off x="7875152" y="6142556"/>
              <a:ext cx="593725" cy="571500"/>
            </a:xfrm>
            <a:custGeom>
              <a:rect b="b" l="l" r="r" t="t"/>
              <a:pathLst>
                <a:path extrusionOk="0" h="571500" w="593725">
                  <a:moveTo>
                    <a:pt x="593699" y="0"/>
                  </a:moveTo>
                  <a:lnTo>
                    <a:pt x="0" y="342774"/>
                  </a:lnTo>
                  <a:lnTo>
                    <a:pt x="0" y="571291"/>
                  </a:lnTo>
                  <a:lnTo>
                    <a:pt x="593699" y="228516"/>
                  </a:lnTo>
                  <a:lnTo>
                    <a:pt x="593699" y="0"/>
                  </a:lnTo>
                  <a:close/>
                </a:path>
              </a:pathLst>
            </a:custGeom>
            <a:solidFill>
              <a:srgbClr val="FFFFFF"/>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800"/>
            </a:p>
          </p:txBody>
        </p:sp>
        <p:sp>
          <p:nvSpPr>
            <p:cNvPr id="860" name="Google Shape;860;p24"/>
            <p:cNvSpPr/>
            <p:nvPr/>
          </p:nvSpPr>
          <p:spPr>
            <a:xfrm>
              <a:off x="7856824" y="6123414"/>
              <a:ext cx="630554" cy="608965"/>
            </a:xfrm>
            <a:custGeom>
              <a:rect b="b" l="l" r="r" t="t"/>
              <a:pathLst>
                <a:path extrusionOk="0" h="608965" w="630554">
                  <a:moveTo>
                    <a:pt x="615520" y="0"/>
                  </a:moveTo>
                  <a:lnTo>
                    <a:pt x="608525" y="0"/>
                  </a:lnTo>
                  <a:lnTo>
                    <a:pt x="3497" y="349319"/>
                  </a:lnTo>
                  <a:lnTo>
                    <a:pt x="0" y="355371"/>
                  </a:lnTo>
                  <a:lnTo>
                    <a:pt x="0" y="596976"/>
                  </a:lnTo>
                  <a:lnTo>
                    <a:pt x="3497" y="603039"/>
                  </a:lnTo>
                  <a:lnTo>
                    <a:pt x="11999" y="607939"/>
                  </a:lnTo>
                  <a:lnTo>
                    <a:pt x="15161" y="608756"/>
                  </a:lnTo>
                  <a:lnTo>
                    <a:pt x="21486" y="608756"/>
                  </a:lnTo>
                  <a:lnTo>
                    <a:pt x="24648" y="607939"/>
                  </a:lnTo>
                  <a:lnTo>
                    <a:pt x="109941" y="558695"/>
                  </a:lnTo>
                  <a:lnTo>
                    <a:pt x="36648" y="558695"/>
                  </a:lnTo>
                  <a:lnTo>
                    <a:pt x="36648" y="372501"/>
                  </a:lnTo>
                  <a:lnTo>
                    <a:pt x="593699" y="50878"/>
                  </a:lnTo>
                  <a:lnTo>
                    <a:pt x="630347" y="50878"/>
                  </a:lnTo>
                  <a:lnTo>
                    <a:pt x="630347" y="12596"/>
                  </a:lnTo>
                  <a:lnTo>
                    <a:pt x="626850" y="6544"/>
                  </a:lnTo>
                  <a:lnTo>
                    <a:pt x="615520" y="0"/>
                  </a:lnTo>
                  <a:close/>
                </a:path>
                <a:path extrusionOk="0" h="608965" w="630554">
                  <a:moveTo>
                    <a:pt x="630347" y="50878"/>
                  </a:moveTo>
                  <a:lnTo>
                    <a:pt x="593699" y="50878"/>
                  </a:lnTo>
                  <a:lnTo>
                    <a:pt x="593699" y="237071"/>
                  </a:lnTo>
                  <a:lnTo>
                    <a:pt x="36648" y="558695"/>
                  </a:lnTo>
                  <a:lnTo>
                    <a:pt x="109941" y="558695"/>
                  </a:lnTo>
                  <a:lnTo>
                    <a:pt x="626850" y="260253"/>
                  </a:lnTo>
                  <a:lnTo>
                    <a:pt x="630347" y="254201"/>
                  </a:lnTo>
                  <a:lnTo>
                    <a:pt x="630347" y="50878"/>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800"/>
            </a:p>
          </p:txBody>
        </p:sp>
        <p:sp>
          <p:nvSpPr>
            <p:cNvPr id="861" name="Google Shape;861;p24"/>
            <p:cNvSpPr/>
            <p:nvPr/>
          </p:nvSpPr>
          <p:spPr>
            <a:xfrm>
              <a:off x="7677252" y="6371073"/>
              <a:ext cx="198120" cy="342900"/>
            </a:xfrm>
            <a:custGeom>
              <a:rect b="b" l="l" r="r" t="t"/>
              <a:pathLst>
                <a:path extrusionOk="0" h="342900" w="198120">
                  <a:moveTo>
                    <a:pt x="0" y="0"/>
                  </a:moveTo>
                  <a:lnTo>
                    <a:pt x="0" y="228516"/>
                  </a:lnTo>
                  <a:lnTo>
                    <a:pt x="197899" y="342774"/>
                  </a:lnTo>
                  <a:lnTo>
                    <a:pt x="197899" y="114258"/>
                  </a:lnTo>
                  <a:lnTo>
                    <a:pt x="0" y="0"/>
                  </a:lnTo>
                  <a:close/>
                </a:path>
              </a:pathLst>
            </a:custGeom>
            <a:solidFill>
              <a:srgbClr val="FFFFFF"/>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800"/>
            </a:p>
          </p:txBody>
        </p:sp>
        <p:sp>
          <p:nvSpPr>
            <p:cNvPr id="862" name="Google Shape;862;p24"/>
            <p:cNvSpPr/>
            <p:nvPr/>
          </p:nvSpPr>
          <p:spPr>
            <a:xfrm>
              <a:off x="7658930" y="6351927"/>
              <a:ext cx="234950" cy="380365"/>
            </a:xfrm>
            <a:custGeom>
              <a:rect b="b" l="l" r="r" t="t"/>
              <a:pathLst>
                <a:path extrusionOk="0" h="380365" w="234950">
                  <a:moveTo>
                    <a:pt x="21821" y="0"/>
                  </a:moveTo>
                  <a:lnTo>
                    <a:pt x="14826" y="0"/>
                  </a:lnTo>
                  <a:lnTo>
                    <a:pt x="3497" y="6544"/>
                  </a:lnTo>
                  <a:lnTo>
                    <a:pt x="0" y="12606"/>
                  </a:lnTo>
                  <a:lnTo>
                    <a:pt x="0" y="254212"/>
                  </a:lnTo>
                  <a:lnTo>
                    <a:pt x="3497" y="260264"/>
                  </a:lnTo>
                  <a:lnTo>
                    <a:pt x="209888" y="379433"/>
                  </a:lnTo>
                  <a:lnTo>
                    <a:pt x="213061" y="380250"/>
                  </a:lnTo>
                  <a:lnTo>
                    <a:pt x="219375" y="380250"/>
                  </a:lnTo>
                  <a:lnTo>
                    <a:pt x="222548" y="379433"/>
                  </a:lnTo>
                  <a:lnTo>
                    <a:pt x="231040" y="374522"/>
                  </a:lnTo>
                  <a:lnTo>
                    <a:pt x="234537" y="368470"/>
                  </a:lnTo>
                  <a:lnTo>
                    <a:pt x="234537" y="330188"/>
                  </a:lnTo>
                  <a:lnTo>
                    <a:pt x="197889" y="330188"/>
                  </a:lnTo>
                  <a:lnTo>
                    <a:pt x="36648" y="237081"/>
                  </a:lnTo>
                  <a:lnTo>
                    <a:pt x="36648" y="50888"/>
                  </a:lnTo>
                  <a:lnTo>
                    <a:pt x="109947" y="50888"/>
                  </a:lnTo>
                  <a:lnTo>
                    <a:pt x="21821" y="0"/>
                  </a:lnTo>
                  <a:close/>
                </a:path>
                <a:path extrusionOk="0" h="380365" w="234950">
                  <a:moveTo>
                    <a:pt x="109947" y="50888"/>
                  </a:moveTo>
                  <a:lnTo>
                    <a:pt x="36648" y="50888"/>
                  </a:lnTo>
                  <a:lnTo>
                    <a:pt x="197889" y="143985"/>
                  </a:lnTo>
                  <a:lnTo>
                    <a:pt x="197889" y="330188"/>
                  </a:lnTo>
                  <a:lnTo>
                    <a:pt x="234537" y="330188"/>
                  </a:lnTo>
                  <a:lnTo>
                    <a:pt x="234537" y="126865"/>
                  </a:lnTo>
                  <a:lnTo>
                    <a:pt x="231040" y="120813"/>
                  </a:lnTo>
                  <a:lnTo>
                    <a:pt x="109947" y="50888"/>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800"/>
            </a:p>
          </p:txBody>
        </p:sp>
      </p:grpSp>
      <p:grpSp>
        <p:nvGrpSpPr>
          <p:cNvPr id="863" name="Google Shape;863;p24"/>
          <p:cNvGrpSpPr/>
          <p:nvPr/>
        </p:nvGrpSpPr>
        <p:grpSpPr>
          <a:xfrm>
            <a:off x="361518" y="4238710"/>
            <a:ext cx="196960" cy="224974"/>
            <a:chOff x="6537493" y="10081403"/>
            <a:chExt cx="433070" cy="494666"/>
          </a:xfrm>
        </p:grpSpPr>
        <p:sp>
          <p:nvSpPr>
            <p:cNvPr id="864" name="Google Shape;864;p24"/>
            <p:cNvSpPr/>
            <p:nvPr/>
          </p:nvSpPr>
          <p:spPr>
            <a:xfrm>
              <a:off x="6555821" y="10100552"/>
              <a:ext cx="396240" cy="457200"/>
            </a:xfrm>
            <a:custGeom>
              <a:rect b="b" l="l" r="r" t="t"/>
              <a:pathLst>
                <a:path extrusionOk="0" h="457200" w="396240">
                  <a:moveTo>
                    <a:pt x="197899" y="0"/>
                  </a:moveTo>
                  <a:lnTo>
                    <a:pt x="0" y="114258"/>
                  </a:lnTo>
                  <a:lnTo>
                    <a:pt x="0" y="342774"/>
                  </a:lnTo>
                  <a:lnTo>
                    <a:pt x="197899" y="457033"/>
                  </a:lnTo>
                  <a:lnTo>
                    <a:pt x="395799" y="342774"/>
                  </a:lnTo>
                  <a:lnTo>
                    <a:pt x="395799" y="114258"/>
                  </a:lnTo>
                  <a:lnTo>
                    <a:pt x="197899" y="0"/>
                  </a:lnTo>
                  <a:close/>
                </a:path>
              </a:pathLst>
            </a:custGeom>
            <a:solidFill>
              <a:srgbClr val="FFFFFF"/>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800"/>
            </a:p>
          </p:txBody>
        </p:sp>
        <p:sp>
          <p:nvSpPr>
            <p:cNvPr id="865" name="Google Shape;865;p24"/>
            <p:cNvSpPr/>
            <p:nvPr/>
          </p:nvSpPr>
          <p:spPr>
            <a:xfrm>
              <a:off x="6537493" y="10081404"/>
              <a:ext cx="433070" cy="494665"/>
            </a:xfrm>
            <a:custGeom>
              <a:rect b="b" l="l" r="r" t="t"/>
              <a:pathLst>
                <a:path extrusionOk="0" h="494665" w="433070">
                  <a:moveTo>
                    <a:pt x="219721" y="0"/>
                  </a:moveTo>
                  <a:lnTo>
                    <a:pt x="212726" y="0"/>
                  </a:lnTo>
                  <a:lnTo>
                    <a:pt x="3497" y="120802"/>
                  </a:lnTo>
                  <a:lnTo>
                    <a:pt x="0" y="126865"/>
                  </a:lnTo>
                  <a:lnTo>
                    <a:pt x="0" y="368470"/>
                  </a:lnTo>
                  <a:lnTo>
                    <a:pt x="3497" y="374522"/>
                  </a:lnTo>
                  <a:lnTo>
                    <a:pt x="209899" y="493691"/>
                  </a:lnTo>
                  <a:lnTo>
                    <a:pt x="213072" y="494508"/>
                  </a:lnTo>
                  <a:lnTo>
                    <a:pt x="219385" y="494508"/>
                  </a:lnTo>
                  <a:lnTo>
                    <a:pt x="222558" y="493691"/>
                  </a:lnTo>
                  <a:lnTo>
                    <a:pt x="289533" y="455022"/>
                  </a:lnTo>
                  <a:lnTo>
                    <a:pt x="216223" y="455022"/>
                  </a:lnTo>
                  <a:lnTo>
                    <a:pt x="36648" y="351340"/>
                  </a:lnTo>
                  <a:lnTo>
                    <a:pt x="36648" y="143985"/>
                  </a:lnTo>
                  <a:lnTo>
                    <a:pt x="216223" y="40302"/>
                  </a:lnTo>
                  <a:lnTo>
                    <a:pt x="289528" y="40302"/>
                  </a:lnTo>
                  <a:lnTo>
                    <a:pt x="219721" y="0"/>
                  </a:lnTo>
                  <a:close/>
                </a:path>
                <a:path extrusionOk="0" h="494665" w="433070">
                  <a:moveTo>
                    <a:pt x="289528" y="40302"/>
                  </a:moveTo>
                  <a:lnTo>
                    <a:pt x="216223" y="40302"/>
                  </a:lnTo>
                  <a:lnTo>
                    <a:pt x="395809" y="143985"/>
                  </a:lnTo>
                  <a:lnTo>
                    <a:pt x="395809" y="351340"/>
                  </a:lnTo>
                  <a:lnTo>
                    <a:pt x="216223" y="455022"/>
                  </a:lnTo>
                  <a:lnTo>
                    <a:pt x="289533" y="455022"/>
                  </a:lnTo>
                  <a:lnTo>
                    <a:pt x="428960" y="374522"/>
                  </a:lnTo>
                  <a:lnTo>
                    <a:pt x="432458" y="368470"/>
                  </a:lnTo>
                  <a:lnTo>
                    <a:pt x="432458" y="126865"/>
                  </a:lnTo>
                  <a:lnTo>
                    <a:pt x="428960" y="120802"/>
                  </a:lnTo>
                  <a:lnTo>
                    <a:pt x="289528" y="40302"/>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800"/>
            </a:p>
          </p:txBody>
        </p:sp>
        <p:sp>
          <p:nvSpPr>
            <p:cNvPr id="866" name="Google Shape;866;p24"/>
            <p:cNvSpPr/>
            <p:nvPr/>
          </p:nvSpPr>
          <p:spPr>
            <a:xfrm>
              <a:off x="6753721" y="10100551"/>
              <a:ext cx="198120" cy="342900"/>
            </a:xfrm>
            <a:custGeom>
              <a:rect b="b" l="l" r="r" t="t"/>
              <a:pathLst>
                <a:path extrusionOk="0" h="342900" w="198120">
                  <a:moveTo>
                    <a:pt x="0" y="0"/>
                  </a:moveTo>
                  <a:lnTo>
                    <a:pt x="0" y="228516"/>
                  </a:lnTo>
                  <a:lnTo>
                    <a:pt x="197899" y="342774"/>
                  </a:lnTo>
                  <a:lnTo>
                    <a:pt x="197899" y="114258"/>
                  </a:lnTo>
                  <a:lnTo>
                    <a:pt x="0" y="0"/>
                  </a:lnTo>
                  <a:close/>
                </a:path>
              </a:pathLst>
            </a:custGeom>
            <a:solidFill>
              <a:srgbClr val="CC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800"/>
            </a:p>
          </p:txBody>
        </p:sp>
        <p:sp>
          <p:nvSpPr>
            <p:cNvPr id="867" name="Google Shape;867;p24"/>
            <p:cNvSpPr/>
            <p:nvPr/>
          </p:nvSpPr>
          <p:spPr>
            <a:xfrm>
              <a:off x="6735397" y="10081403"/>
              <a:ext cx="234950" cy="380365"/>
            </a:xfrm>
            <a:custGeom>
              <a:rect b="b" l="l" r="r" t="t"/>
              <a:pathLst>
                <a:path extrusionOk="0" h="380365" w="234950">
                  <a:moveTo>
                    <a:pt x="21821" y="0"/>
                  </a:moveTo>
                  <a:lnTo>
                    <a:pt x="14826" y="0"/>
                  </a:lnTo>
                  <a:lnTo>
                    <a:pt x="3497" y="6544"/>
                  </a:lnTo>
                  <a:lnTo>
                    <a:pt x="0" y="12606"/>
                  </a:lnTo>
                  <a:lnTo>
                    <a:pt x="0" y="254212"/>
                  </a:lnTo>
                  <a:lnTo>
                    <a:pt x="3497" y="260264"/>
                  </a:lnTo>
                  <a:lnTo>
                    <a:pt x="209899" y="379433"/>
                  </a:lnTo>
                  <a:lnTo>
                    <a:pt x="213072" y="380250"/>
                  </a:lnTo>
                  <a:lnTo>
                    <a:pt x="219385" y="380250"/>
                  </a:lnTo>
                  <a:lnTo>
                    <a:pt x="222558" y="379433"/>
                  </a:lnTo>
                  <a:lnTo>
                    <a:pt x="231050" y="374522"/>
                  </a:lnTo>
                  <a:lnTo>
                    <a:pt x="234547" y="368470"/>
                  </a:lnTo>
                  <a:lnTo>
                    <a:pt x="234547" y="330188"/>
                  </a:lnTo>
                  <a:lnTo>
                    <a:pt x="197899" y="330188"/>
                  </a:lnTo>
                  <a:lnTo>
                    <a:pt x="36648" y="237081"/>
                  </a:lnTo>
                  <a:lnTo>
                    <a:pt x="36648" y="50888"/>
                  </a:lnTo>
                  <a:lnTo>
                    <a:pt x="109952" y="50888"/>
                  </a:lnTo>
                  <a:lnTo>
                    <a:pt x="21821" y="0"/>
                  </a:lnTo>
                  <a:close/>
                </a:path>
                <a:path extrusionOk="0" h="380365" w="234950">
                  <a:moveTo>
                    <a:pt x="109952" y="50888"/>
                  </a:moveTo>
                  <a:lnTo>
                    <a:pt x="36648" y="50888"/>
                  </a:lnTo>
                  <a:lnTo>
                    <a:pt x="197899" y="143985"/>
                  </a:lnTo>
                  <a:lnTo>
                    <a:pt x="197899" y="330188"/>
                  </a:lnTo>
                  <a:lnTo>
                    <a:pt x="234547" y="330188"/>
                  </a:lnTo>
                  <a:lnTo>
                    <a:pt x="234547" y="126865"/>
                  </a:lnTo>
                  <a:lnTo>
                    <a:pt x="231050" y="120813"/>
                  </a:lnTo>
                  <a:lnTo>
                    <a:pt x="109952" y="50888"/>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800"/>
            </a:p>
          </p:txBody>
        </p:sp>
        <p:sp>
          <p:nvSpPr>
            <p:cNvPr id="868" name="Google Shape;868;p24"/>
            <p:cNvSpPr/>
            <p:nvPr/>
          </p:nvSpPr>
          <p:spPr>
            <a:xfrm>
              <a:off x="6555821" y="10100552"/>
              <a:ext cx="198120" cy="342900"/>
            </a:xfrm>
            <a:custGeom>
              <a:rect b="b" l="l" r="r" t="t"/>
              <a:pathLst>
                <a:path extrusionOk="0" h="342900" w="198120">
                  <a:moveTo>
                    <a:pt x="197899" y="0"/>
                  </a:moveTo>
                  <a:lnTo>
                    <a:pt x="0" y="114258"/>
                  </a:lnTo>
                  <a:lnTo>
                    <a:pt x="0" y="342774"/>
                  </a:lnTo>
                  <a:lnTo>
                    <a:pt x="197899" y="228516"/>
                  </a:lnTo>
                  <a:lnTo>
                    <a:pt x="197899" y="0"/>
                  </a:lnTo>
                  <a:close/>
                </a:path>
              </a:pathLst>
            </a:custGeom>
            <a:solidFill>
              <a:srgbClr val="FFFFFF"/>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800"/>
            </a:p>
          </p:txBody>
        </p:sp>
        <p:sp>
          <p:nvSpPr>
            <p:cNvPr id="869" name="Google Shape;869;p24"/>
            <p:cNvSpPr/>
            <p:nvPr/>
          </p:nvSpPr>
          <p:spPr>
            <a:xfrm>
              <a:off x="6537493" y="10081407"/>
              <a:ext cx="234950" cy="380365"/>
            </a:xfrm>
            <a:custGeom>
              <a:rect b="b" l="l" r="r" t="t"/>
              <a:pathLst>
                <a:path extrusionOk="0" h="380365" w="234950">
                  <a:moveTo>
                    <a:pt x="219721" y="0"/>
                  </a:moveTo>
                  <a:lnTo>
                    <a:pt x="212726" y="0"/>
                  </a:lnTo>
                  <a:lnTo>
                    <a:pt x="3497" y="120802"/>
                  </a:lnTo>
                  <a:lnTo>
                    <a:pt x="0" y="126854"/>
                  </a:lnTo>
                  <a:lnTo>
                    <a:pt x="0" y="368459"/>
                  </a:lnTo>
                  <a:lnTo>
                    <a:pt x="3497" y="374522"/>
                  </a:lnTo>
                  <a:lnTo>
                    <a:pt x="11999" y="379423"/>
                  </a:lnTo>
                  <a:lnTo>
                    <a:pt x="15161" y="380239"/>
                  </a:lnTo>
                  <a:lnTo>
                    <a:pt x="21486" y="380239"/>
                  </a:lnTo>
                  <a:lnTo>
                    <a:pt x="24648" y="379423"/>
                  </a:lnTo>
                  <a:lnTo>
                    <a:pt x="109940" y="330178"/>
                  </a:lnTo>
                  <a:lnTo>
                    <a:pt x="36648" y="330178"/>
                  </a:lnTo>
                  <a:lnTo>
                    <a:pt x="36648" y="143985"/>
                  </a:lnTo>
                  <a:lnTo>
                    <a:pt x="197899" y="50878"/>
                  </a:lnTo>
                  <a:lnTo>
                    <a:pt x="234547" y="50878"/>
                  </a:lnTo>
                  <a:lnTo>
                    <a:pt x="234547" y="12596"/>
                  </a:lnTo>
                  <a:lnTo>
                    <a:pt x="231050" y="6544"/>
                  </a:lnTo>
                  <a:lnTo>
                    <a:pt x="219721" y="0"/>
                  </a:lnTo>
                  <a:close/>
                </a:path>
                <a:path extrusionOk="0" h="380365" w="234950">
                  <a:moveTo>
                    <a:pt x="234547" y="50878"/>
                  </a:moveTo>
                  <a:lnTo>
                    <a:pt x="197899" y="50878"/>
                  </a:lnTo>
                  <a:lnTo>
                    <a:pt x="197899" y="237081"/>
                  </a:lnTo>
                  <a:lnTo>
                    <a:pt x="36648" y="330178"/>
                  </a:lnTo>
                  <a:lnTo>
                    <a:pt x="109940" y="330178"/>
                  </a:lnTo>
                  <a:lnTo>
                    <a:pt x="231050" y="260253"/>
                  </a:lnTo>
                  <a:lnTo>
                    <a:pt x="234547" y="254201"/>
                  </a:lnTo>
                  <a:lnTo>
                    <a:pt x="234547" y="50878"/>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800"/>
            </a:p>
          </p:txBody>
        </p:sp>
      </p:grpSp>
      <p:grpSp>
        <p:nvGrpSpPr>
          <p:cNvPr id="870" name="Google Shape;870;p24"/>
          <p:cNvGrpSpPr/>
          <p:nvPr/>
        </p:nvGrpSpPr>
        <p:grpSpPr>
          <a:xfrm>
            <a:off x="8125134" y="317360"/>
            <a:ext cx="196961" cy="224812"/>
            <a:chOff x="15610653" y="5745872"/>
            <a:chExt cx="741848" cy="846751"/>
          </a:xfrm>
        </p:grpSpPr>
        <p:sp>
          <p:nvSpPr>
            <p:cNvPr id="871" name="Google Shape;871;p24"/>
            <p:cNvSpPr/>
            <p:nvPr/>
          </p:nvSpPr>
          <p:spPr>
            <a:xfrm>
              <a:off x="15642069" y="5777283"/>
              <a:ext cx="678815" cy="783590"/>
            </a:xfrm>
            <a:custGeom>
              <a:rect b="b" l="l" r="r" t="t"/>
              <a:pathLst>
                <a:path extrusionOk="0" h="783590" w="678815">
                  <a:moveTo>
                    <a:pt x="339256" y="0"/>
                  </a:moveTo>
                  <a:lnTo>
                    <a:pt x="0" y="195878"/>
                  </a:lnTo>
                  <a:lnTo>
                    <a:pt x="0" y="587615"/>
                  </a:lnTo>
                  <a:lnTo>
                    <a:pt x="339256" y="783483"/>
                  </a:lnTo>
                  <a:lnTo>
                    <a:pt x="678513" y="587615"/>
                  </a:lnTo>
                  <a:lnTo>
                    <a:pt x="678513" y="195878"/>
                  </a:lnTo>
                  <a:lnTo>
                    <a:pt x="339256" y="0"/>
                  </a:lnTo>
                  <a:close/>
                </a:path>
              </a:pathLst>
            </a:custGeom>
            <a:solidFill>
              <a:srgbClr val="FFFFFF"/>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800">
                <a:solidFill>
                  <a:srgbClr val="000000"/>
                </a:solidFill>
                <a:latin typeface="Calibri"/>
                <a:ea typeface="Calibri"/>
                <a:cs typeface="Calibri"/>
                <a:sym typeface="Calibri"/>
              </a:endParaRPr>
            </a:p>
          </p:txBody>
        </p:sp>
        <p:sp>
          <p:nvSpPr>
            <p:cNvPr id="872" name="Google Shape;872;p24"/>
            <p:cNvSpPr/>
            <p:nvPr/>
          </p:nvSpPr>
          <p:spPr>
            <a:xfrm>
              <a:off x="15610653" y="5745872"/>
              <a:ext cx="741680" cy="846454"/>
            </a:xfrm>
            <a:custGeom>
              <a:rect b="b" l="l" r="r" t="t"/>
              <a:pathLst>
                <a:path extrusionOk="0" h="846454" w="741680">
                  <a:moveTo>
                    <a:pt x="370669" y="0"/>
                  </a:moveTo>
                  <a:lnTo>
                    <a:pt x="15706" y="200085"/>
                  </a:lnTo>
                  <a:lnTo>
                    <a:pt x="0" y="227288"/>
                  </a:lnTo>
                  <a:lnTo>
                    <a:pt x="0" y="619025"/>
                  </a:lnTo>
                  <a:lnTo>
                    <a:pt x="359821" y="844914"/>
                  </a:lnTo>
                  <a:lnTo>
                    <a:pt x="365245" y="846306"/>
                  </a:lnTo>
                  <a:lnTo>
                    <a:pt x="376093" y="846306"/>
                  </a:lnTo>
                  <a:lnTo>
                    <a:pt x="381517" y="844914"/>
                  </a:lnTo>
                  <a:lnTo>
                    <a:pt x="496331" y="778622"/>
                  </a:lnTo>
                  <a:lnTo>
                    <a:pt x="370669" y="778622"/>
                  </a:lnTo>
                  <a:lnTo>
                    <a:pt x="62825" y="600890"/>
                  </a:lnTo>
                  <a:lnTo>
                    <a:pt x="62825" y="245424"/>
                  </a:lnTo>
                  <a:lnTo>
                    <a:pt x="370669" y="67691"/>
                  </a:lnTo>
                  <a:lnTo>
                    <a:pt x="496317" y="67691"/>
                  </a:lnTo>
                  <a:lnTo>
                    <a:pt x="386375" y="4217"/>
                  </a:lnTo>
                  <a:lnTo>
                    <a:pt x="378734" y="1054"/>
                  </a:lnTo>
                  <a:lnTo>
                    <a:pt x="370669" y="0"/>
                  </a:lnTo>
                  <a:close/>
                </a:path>
                <a:path extrusionOk="0" h="846454" w="741680">
                  <a:moveTo>
                    <a:pt x="496317" y="67691"/>
                  </a:moveTo>
                  <a:lnTo>
                    <a:pt x="370669" y="67691"/>
                  </a:lnTo>
                  <a:lnTo>
                    <a:pt x="678513" y="245424"/>
                  </a:lnTo>
                  <a:lnTo>
                    <a:pt x="678513" y="600890"/>
                  </a:lnTo>
                  <a:lnTo>
                    <a:pt x="370669" y="778622"/>
                  </a:lnTo>
                  <a:lnTo>
                    <a:pt x="496331" y="778622"/>
                  </a:lnTo>
                  <a:lnTo>
                    <a:pt x="725632" y="646229"/>
                  </a:lnTo>
                  <a:lnTo>
                    <a:pt x="741338" y="619025"/>
                  </a:lnTo>
                  <a:lnTo>
                    <a:pt x="741338" y="227288"/>
                  </a:lnTo>
                  <a:lnTo>
                    <a:pt x="740251" y="219092"/>
                  </a:lnTo>
                  <a:lnTo>
                    <a:pt x="737129" y="211582"/>
                  </a:lnTo>
                  <a:lnTo>
                    <a:pt x="732185" y="205125"/>
                  </a:lnTo>
                  <a:lnTo>
                    <a:pt x="725632" y="200085"/>
                  </a:lnTo>
                  <a:lnTo>
                    <a:pt x="496317" y="67691"/>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800">
                <a:solidFill>
                  <a:srgbClr val="000000"/>
                </a:solidFill>
                <a:latin typeface="Calibri"/>
                <a:ea typeface="Calibri"/>
                <a:cs typeface="Calibri"/>
                <a:sym typeface="Calibri"/>
              </a:endParaRPr>
            </a:p>
          </p:txBody>
        </p:sp>
        <p:sp>
          <p:nvSpPr>
            <p:cNvPr id="873" name="Google Shape;873;p24"/>
            <p:cNvSpPr/>
            <p:nvPr/>
          </p:nvSpPr>
          <p:spPr>
            <a:xfrm>
              <a:off x="15642066" y="5973158"/>
              <a:ext cx="339725" cy="588009"/>
            </a:xfrm>
            <a:custGeom>
              <a:rect b="b" l="l" r="r" t="t"/>
              <a:pathLst>
                <a:path extrusionOk="0" h="588009" w="339725">
                  <a:moveTo>
                    <a:pt x="0" y="0"/>
                  </a:moveTo>
                  <a:lnTo>
                    <a:pt x="0" y="391736"/>
                  </a:lnTo>
                  <a:lnTo>
                    <a:pt x="339256" y="587615"/>
                  </a:lnTo>
                  <a:lnTo>
                    <a:pt x="339256" y="195868"/>
                  </a:lnTo>
                  <a:lnTo>
                    <a:pt x="0" y="0"/>
                  </a:lnTo>
                  <a:close/>
                </a:path>
              </a:pathLst>
            </a:custGeom>
            <a:solidFill>
              <a:srgbClr val="F9C80A"/>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800">
                <a:solidFill>
                  <a:srgbClr val="000000"/>
                </a:solidFill>
                <a:latin typeface="Calibri"/>
                <a:ea typeface="Calibri"/>
                <a:cs typeface="Calibri"/>
                <a:sym typeface="Calibri"/>
              </a:endParaRPr>
            </a:p>
          </p:txBody>
        </p:sp>
        <p:sp>
          <p:nvSpPr>
            <p:cNvPr id="874" name="Google Shape;874;p24"/>
            <p:cNvSpPr/>
            <p:nvPr/>
          </p:nvSpPr>
          <p:spPr>
            <a:xfrm>
              <a:off x="15610653" y="5941748"/>
              <a:ext cx="402590" cy="650875"/>
            </a:xfrm>
            <a:custGeom>
              <a:rect b="b" l="l" r="r" t="t"/>
              <a:pathLst>
                <a:path extrusionOk="0" h="650875" w="402590">
                  <a:moveTo>
                    <a:pt x="31412" y="0"/>
                  </a:moveTo>
                  <a:lnTo>
                    <a:pt x="1087" y="23215"/>
                  </a:lnTo>
                  <a:lnTo>
                    <a:pt x="0" y="31412"/>
                  </a:lnTo>
                  <a:lnTo>
                    <a:pt x="0" y="423149"/>
                  </a:lnTo>
                  <a:lnTo>
                    <a:pt x="359821" y="649037"/>
                  </a:lnTo>
                  <a:lnTo>
                    <a:pt x="365245" y="650430"/>
                  </a:lnTo>
                  <a:lnTo>
                    <a:pt x="376093" y="650430"/>
                  </a:lnTo>
                  <a:lnTo>
                    <a:pt x="402081" y="619017"/>
                  </a:lnTo>
                  <a:lnTo>
                    <a:pt x="402081" y="564611"/>
                  </a:lnTo>
                  <a:lnTo>
                    <a:pt x="339256" y="564611"/>
                  </a:lnTo>
                  <a:lnTo>
                    <a:pt x="62825" y="405013"/>
                  </a:lnTo>
                  <a:lnTo>
                    <a:pt x="62825" y="85819"/>
                  </a:lnTo>
                  <a:lnTo>
                    <a:pt x="188472" y="85819"/>
                  </a:lnTo>
                  <a:lnTo>
                    <a:pt x="47118" y="4209"/>
                  </a:lnTo>
                  <a:lnTo>
                    <a:pt x="39477" y="1052"/>
                  </a:lnTo>
                  <a:lnTo>
                    <a:pt x="31412" y="0"/>
                  </a:lnTo>
                  <a:close/>
                </a:path>
                <a:path extrusionOk="0" h="650875" w="402590">
                  <a:moveTo>
                    <a:pt x="188472" y="85819"/>
                  </a:moveTo>
                  <a:lnTo>
                    <a:pt x="62825" y="85819"/>
                  </a:lnTo>
                  <a:lnTo>
                    <a:pt x="339256" y="245416"/>
                  </a:lnTo>
                  <a:lnTo>
                    <a:pt x="339256" y="564611"/>
                  </a:lnTo>
                  <a:lnTo>
                    <a:pt x="402081" y="564611"/>
                  </a:lnTo>
                  <a:lnTo>
                    <a:pt x="402081" y="227281"/>
                  </a:lnTo>
                  <a:lnTo>
                    <a:pt x="400994" y="219084"/>
                  </a:lnTo>
                  <a:lnTo>
                    <a:pt x="397872" y="211574"/>
                  </a:lnTo>
                  <a:lnTo>
                    <a:pt x="392929" y="205117"/>
                  </a:lnTo>
                  <a:lnTo>
                    <a:pt x="386375" y="200077"/>
                  </a:lnTo>
                  <a:lnTo>
                    <a:pt x="188472" y="85819"/>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800">
                <a:solidFill>
                  <a:srgbClr val="000000"/>
                </a:solidFill>
                <a:latin typeface="Calibri"/>
                <a:ea typeface="Calibri"/>
                <a:cs typeface="Calibri"/>
                <a:sym typeface="Calibri"/>
              </a:endParaRPr>
            </a:p>
          </p:txBody>
        </p:sp>
        <p:sp>
          <p:nvSpPr>
            <p:cNvPr id="875" name="Google Shape;875;p24"/>
            <p:cNvSpPr/>
            <p:nvPr/>
          </p:nvSpPr>
          <p:spPr>
            <a:xfrm>
              <a:off x="15981323" y="5973161"/>
              <a:ext cx="339725" cy="588009"/>
            </a:xfrm>
            <a:custGeom>
              <a:rect b="b" l="l" r="r" t="t"/>
              <a:pathLst>
                <a:path extrusionOk="0" h="588009" w="339725">
                  <a:moveTo>
                    <a:pt x="339256" y="0"/>
                  </a:moveTo>
                  <a:lnTo>
                    <a:pt x="0" y="195868"/>
                  </a:lnTo>
                  <a:lnTo>
                    <a:pt x="0" y="587605"/>
                  </a:lnTo>
                  <a:lnTo>
                    <a:pt x="339256" y="391736"/>
                  </a:lnTo>
                  <a:lnTo>
                    <a:pt x="339256" y="0"/>
                  </a:lnTo>
                  <a:close/>
                </a:path>
              </a:pathLst>
            </a:custGeom>
            <a:solidFill>
              <a:srgbClr val="FFFFFF"/>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800">
                <a:solidFill>
                  <a:srgbClr val="000000"/>
                </a:solidFill>
                <a:latin typeface="Calibri"/>
                <a:ea typeface="Calibri"/>
                <a:cs typeface="Calibri"/>
                <a:sym typeface="Calibri"/>
              </a:endParaRPr>
            </a:p>
          </p:txBody>
        </p:sp>
        <p:sp>
          <p:nvSpPr>
            <p:cNvPr id="876" name="Google Shape;876;p24"/>
            <p:cNvSpPr/>
            <p:nvPr/>
          </p:nvSpPr>
          <p:spPr>
            <a:xfrm>
              <a:off x="15949911" y="5941746"/>
              <a:ext cx="402590" cy="650875"/>
            </a:xfrm>
            <a:custGeom>
              <a:rect b="b" l="l" r="r" t="t"/>
              <a:pathLst>
                <a:path extrusionOk="0" h="650875" w="402590">
                  <a:moveTo>
                    <a:pt x="370669" y="0"/>
                  </a:moveTo>
                  <a:lnTo>
                    <a:pt x="15706" y="200077"/>
                  </a:lnTo>
                  <a:lnTo>
                    <a:pt x="0" y="227281"/>
                  </a:lnTo>
                  <a:lnTo>
                    <a:pt x="0" y="619017"/>
                  </a:lnTo>
                  <a:lnTo>
                    <a:pt x="25988" y="650430"/>
                  </a:lnTo>
                  <a:lnTo>
                    <a:pt x="36836" y="650430"/>
                  </a:lnTo>
                  <a:lnTo>
                    <a:pt x="42260" y="649027"/>
                  </a:lnTo>
                  <a:lnTo>
                    <a:pt x="188474" y="564611"/>
                  </a:lnTo>
                  <a:lnTo>
                    <a:pt x="62825" y="564611"/>
                  </a:lnTo>
                  <a:lnTo>
                    <a:pt x="62825" y="245416"/>
                  </a:lnTo>
                  <a:lnTo>
                    <a:pt x="339256" y="85819"/>
                  </a:lnTo>
                  <a:lnTo>
                    <a:pt x="402081" y="85819"/>
                  </a:lnTo>
                  <a:lnTo>
                    <a:pt x="402081" y="31412"/>
                  </a:lnTo>
                  <a:lnTo>
                    <a:pt x="378734" y="1052"/>
                  </a:lnTo>
                  <a:lnTo>
                    <a:pt x="370669" y="0"/>
                  </a:lnTo>
                  <a:close/>
                </a:path>
                <a:path extrusionOk="0" h="650875" w="402590">
                  <a:moveTo>
                    <a:pt x="402081" y="85819"/>
                  </a:moveTo>
                  <a:lnTo>
                    <a:pt x="339256" y="85819"/>
                  </a:lnTo>
                  <a:lnTo>
                    <a:pt x="339256" y="405013"/>
                  </a:lnTo>
                  <a:lnTo>
                    <a:pt x="62825" y="564611"/>
                  </a:lnTo>
                  <a:lnTo>
                    <a:pt x="188474" y="564611"/>
                  </a:lnTo>
                  <a:lnTo>
                    <a:pt x="386375" y="450352"/>
                  </a:lnTo>
                  <a:lnTo>
                    <a:pt x="392929" y="445313"/>
                  </a:lnTo>
                  <a:lnTo>
                    <a:pt x="397872" y="438855"/>
                  </a:lnTo>
                  <a:lnTo>
                    <a:pt x="400994" y="431346"/>
                  </a:lnTo>
                  <a:lnTo>
                    <a:pt x="402081" y="423149"/>
                  </a:lnTo>
                  <a:lnTo>
                    <a:pt x="402081" y="85819"/>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800">
                <a:solidFill>
                  <a:srgbClr val="000000"/>
                </a:solidFill>
                <a:latin typeface="Calibri"/>
                <a:ea typeface="Calibri"/>
                <a:cs typeface="Calibri"/>
                <a:sym typeface="Calibri"/>
              </a:endParaRPr>
            </a:p>
          </p:txBody>
        </p:sp>
      </p:grpSp>
      <p:grpSp>
        <p:nvGrpSpPr>
          <p:cNvPr id="877" name="Google Shape;877;p24"/>
          <p:cNvGrpSpPr/>
          <p:nvPr/>
        </p:nvGrpSpPr>
        <p:grpSpPr>
          <a:xfrm flipH="1" rot="10800000">
            <a:off x="8468750" y="646281"/>
            <a:ext cx="376881" cy="328920"/>
            <a:chOff x="10297594" y="731834"/>
            <a:chExt cx="828675" cy="723218"/>
          </a:xfrm>
        </p:grpSpPr>
        <p:sp>
          <p:nvSpPr>
            <p:cNvPr id="878" name="Google Shape;878;p24"/>
            <p:cNvSpPr/>
            <p:nvPr/>
          </p:nvSpPr>
          <p:spPr>
            <a:xfrm>
              <a:off x="10315915" y="750975"/>
              <a:ext cx="791845" cy="457200"/>
            </a:xfrm>
            <a:custGeom>
              <a:rect b="b" l="l" r="r" t="t"/>
              <a:pathLst>
                <a:path extrusionOk="0" h="457200" w="791845">
                  <a:moveTo>
                    <a:pt x="197899" y="0"/>
                  </a:moveTo>
                  <a:lnTo>
                    <a:pt x="0" y="114258"/>
                  </a:lnTo>
                  <a:lnTo>
                    <a:pt x="593699" y="457033"/>
                  </a:lnTo>
                  <a:lnTo>
                    <a:pt x="791598" y="342774"/>
                  </a:lnTo>
                  <a:lnTo>
                    <a:pt x="197899" y="0"/>
                  </a:lnTo>
                  <a:close/>
                </a:path>
              </a:pathLst>
            </a:custGeom>
            <a:solidFill>
              <a:srgbClr val="FFFFFF"/>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800"/>
            </a:p>
          </p:txBody>
        </p:sp>
        <p:sp>
          <p:nvSpPr>
            <p:cNvPr id="879" name="Google Shape;879;p24"/>
            <p:cNvSpPr/>
            <p:nvPr/>
          </p:nvSpPr>
          <p:spPr>
            <a:xfrm>
              <a:off x="10297594" y="731834"/>
              <a:ext cx="828675" cy="494665"/>
            </a:xfrm>
            <a:custGeom>
              <a:rect b="b" l="l" r="r" t="t"/>
              <a:pathLst>
                <a:path extrusionOk="0" h="494665" w="828675">
                  <a:moveTo>
                    <a:pt x="219710" y="0"/>
                  </a:moveTo>
                  <a:lnTo>
                    <a:pt x="212716" y="0"/>
                  </a:lnTo>
                  <a:lnTo>
                    <a:pt x="3497" y="120802"/>
                  </a:lnTo>
                  <a:lnTo>
                    <a:pt x="0" y="126854"/>
                  </a:lnTo>
                  <a:lnTo>
                    <a:pt x="0" y="139943"/>
                  </a:lnTo>
                  <a:lnTo>
                    <a:pt x="3497" y="145995"/>
                  </a:lnTo>
                  <a:lnTo>
                    <a:pt x="605698" y="493681"/>
                  </a:lnTo>
                  <a:lnTo>
                    <a:pt x="608861" y="494498"/>
                  </a:lnTo>
                  <a:lnTo>
                    <a:pt x="615185" y="494498"/>
                  </a:lnTo>
                  <a:lnTo>
                    <a:pt x="618358" y="493681"/>
                  </a:lnTo>
                  <a:lnTo>
                    <a:pt x="685329" y="455012"/>
                  </a:lnTo>
                  <a:lnTo>
                    <a:pt x="612023" y="455012"/>
                  </a:lnTo>
                  <a:lnTo>
                    <a:pt x="54972" y="133399"/>
                  </a:lnTo>
                  <a:lnTo>
                    <a:pt x="216213" y="40291"/>
                  </a:lnTo>
                  <a:lnTo>
                    <a:pt x="289498" y="40291"/>
                  </a:lnTo>
                  <a:lnTo>
                    <a:pt x="219710" y="0"/>
                  </a:lnTo>
                  <a:close/>
                </a:path>
                <a:path extrusionOk="0" h="494665" w="828675">
                  <a:moveTo>
                    <a:pt x="289498" y="40291"/>
                  </a:moveTo>
                  <a:lnTo>
                    <a:pt x="216213" y="40291"/>
                  </a:lnTo>
                  <a:lnTo>
                    <a:pt x="773274" y="361915"/>
                  </a:lnTo>
                  <a:lnTo>
                    <a:pt x="612023" y="455012"/>
                  </a:lnTo>
                  <a:lnTo>
                    <a:pt x="685329" y="455012"/>
                  </a:lnTo>
                  <a:lnTo>
                    <a:pt x="824749" y="374512"/>
                  </a:lnTo>
                  <a:lnTo>
                    <a:pt x="828247" y="368459"/>
                  </a:lnTo>
                  <a:lnTo>
                    <a:pt x="828247" y="355371"/>
                  </a:lnTo>
                  <a:lnTo>
                    <a:pt x="824749" y="349319"/>
                  </a:lnTo>
                  <a:lnTo>
                    <a:pt x="289498" y="40291"/>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800"/>
            </a:p>
          </p:txBody>
        </p:sp>
        <p:sp>
          <p:nvSpPr>
            <p:cNvPr id="880" name="Google Shape;880;p24"/>
            <p:cNvSpPr/>
            <p:nvPr/>
          </p:nvSpPr>
          <p:spPr>
            <a:xfrm>
              <a:off x="10315915" y="865233"/>
              <a:ext cx="593725" cy="571500"/>
            </a:xfrm>
            <a:custGeom>
              <a:rect b="b" l="l" r="r" t="t"/>
              <a:pathLst>
                <a:path extrusionOk="0" h="571500" w="593725">
                  <a:moveTo>
                    <a:pt x="0" y="0"/>
                  </a:moveTo>
                  <a:lnTo>
                    <a:pt x="0" y="228516"/>
                  </a:lnTo>
                  <a:lnTo>
                    <a:pt x="593699" y="571291"/>
                  </a:lnTo>
                  <a:lnTo>
                    <a:pt x="593699" y="342774"/>
                  </a:lnTo>
                  <a:lnTo>
                    <a:pt x="0" y="0"/>
                  </a:lnTo>
                  <a:close/>
                </a:path>
              </a:pathLst>
            </a:custGeom>
            <a:solidFill>
              <a:srgbClr val="00852A"/>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800"/>
            </a:p>
          </p:txBody>
        </p:sp>
        <p:sp>
          <p:nvSpPr>
            <p:cNvPr id="881" name="Google Shape;881;p24"/>
            <p:cNvSpPr/>
            <p:nvPr/>
          </p:nvSpPr>
          <p:spPr>
            <a:xfrm>
              <a:off x="10297594" y="846087"/>
              <a:ext cx="630554" cy="608965"/>
            </a:xfrm>
            <a:custGeom>
              <a:rect b="b" l="l" r="r" t="t"/>
              <a:pathLst>
                <a:path extrusionOk="0" h="608965" w="630554">
                  <a:moveTo>
                    <a:pt x="21821" y="0"/>
                  </a:moveTo>
                  <a:lnTo>
                    <a:pt x="14826" y="0"/>
                  </a:lnTo>
                  <a:lnTo>
                    <a:pt x="3497" y="6544"/>
                  </a:lnTo>
                  <a:lnTo>
                    <a:pt x="0" y="12606"/>
                  </a:lnTo>
                  <a:lnTo>
                    <a:pt x="0" y="254201"/>
                  </a:lnTo>
                  <a:lnTo>
                    <a:pt x="3497" y="260253"/>
                  </a:lnTo>
                  <a:lnTo>
                    <a:pt x="605698" y="607939"/>
                  </a:lnTo>
                  <a:lnTo>
                    <a:pt x="608861" y="608756"/>
                  </a:lnTo>
                  <a:lnTo>
                    <a:pt x="615185" y="608756"/>
                  </a:lnTo>
                  <a:lnTo>
                    <a:pt x="618358" y="607939"/>
                  </a:lnTo>
                  <a:lnTo>
                    <a:pt x="626850" y="603028"/>
                  </a:lnTo>
                  <a:lnTo>
                    <a:pt x="630347" y="596976"/>
                  </a:lnTo>
                  <a:lnTo>
                    <a:pt x="630347" y="558695"/>
                  </a:lnTo>
                  <a:lnTo>
                    <a:pt x="593699" y="558695"/>
                  </a:lnTo>
                  <a:lnTo>
                    <a:pt x="36648" y="237081"/>
                  </a:lnTo>
                  <a:lnTo>
                    <a:pt x="36648" y="50888"/>
                  </a:lnTo>
                  <a:lnTo>
                    <a:pt x="109961" y="50888"/>
                  </a:lnTo>
                  <a:lnTo>
                    <a:pt x="21821" y="0"/>
                  </a:lnTo>
                  <a:close/>
                </a:path>
                <a:path extrusionOk="0" h="608965" w="630554">
                  <a:moveTo>
                    <a:pt x="109961" y="50888"/>
                  </a:moveTo>
                  <a:lnTo>
                    <a:pt x="36648" y="50888"/>
                  </a:lnTo>
                  <a:lnTo>
                    <a:pt x="593699" y="372501"/>
                  </a:lnTo>
                  <a:lnTo>
                    <a:pt x="593699" y="558695"/>
                  </a:lnTo>
                  <a:lnTo>
                    <a:pt x="630347" y="558695"/>
                  </a:lnTo>
                  <a:lnTo>
                    <a:pt x="630347" y="355371"/>
                  </a:lnTo>
                  <a:lnTo>
                    <a:pt x="626850" y="349319"/>
                  </a:lnTo>
                  <a:lnTo>
                    <a:pt x="109961" y="50888"/>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800"/>
            </a:p>
          </p:txBody>
        </p:sp>
        <p:sp>
          <p:nvSpPr>
            <p:cNvPr id="882" name="Google Shape;882;p24"/>
            <p:cNvSpPr/>
            <p:nvPr/>
          </p:nvSpPr>
          <p:spPr>
            <a:xfrm>
              <a:off x="10909615" y="1093748"/>
              <a:ext cx="198120" cy="342900"/>
            </a:xfrm>
            <a:custGeom>
              <a:rect b="b" l="l" r="r" t="t"/>
              <a:pathLst>
                <a:path extrusionOk="0" h="342900" w="198120">
                  <a:moveTo>
                    <a:pt x="197899" y="0"/>
                  </a:moveTo>
                  <a:lnTo>
                    <a:pt x="0" y="114258"/>
                  </a:lnTo>
                  <a:lnTo>
                    <a:pt x="0" y="342774"/>
                  </a:lnTo>
                  <a:lnTo>
                    <a:pt x="197899" y="228516"/>
                  </a:lnTo>
                  <a:lnTo>
                    <a:pt x="197899" y="0"/>
                  </a:lnTo>
                  <a:close/>
                </a:path>
              </a:pathLst>
            </a:custGeom>
            <a:solidFill>
              <a:srgbClr val="FFFFFF"/>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800"/>
            </a:p>
          </p:txBody>
        </p:sp>
        <p:sp>
          <p:nvSpPr>
            <p:cNvPr id="883" name="Google Shape;883;p24"/>
            <p:cNvSpPr/>
            <p:nvPr/>
          </p:nvSpPr>
          <p:spPr>
            <a:xfrm>
              <a:off x="10891296" y="1074610"/>
              <a:ext cx="234950" cy="380365"/>
            </a:xfrm>
            <a:custGeom>
              <a:rect b="b" l="l" r="r" t="t"/>
              <a:pathLst>
                <a:path extrusionOk="0" h="380365" w="234950">
                  <a:moveTo>
                    <a:pt x="219710" y="0"/>
                  </a:moveTo>
                  <a:lnTo>
                    <a:pt x="212716" y="0"/>
                  </a:lnTo>
                  <a:lnTo>
                    <a:pt x="3497" y="120802"/>
                  </a:lnTo>
                  <a:lnTo>
                    <a:pt x="0" y="126854"/>
                  </a:lnTo>
                  <a:lnTo>
                    <a:pt x="0" y="368449"/>
                  </a:lnTo>
                  <a:lnTo>
                    <a:pt x="3497" y="374512"/>
                  </a:lnTo>
                  <a:lnTo>
                    <a:pt x="11999" y="379412"/>
                  </a:lnTo>
                  <a:lnTo>
                    <a:pt x="15161" y="380229"/>
                  </a:lnTo>
                  <a:lnTo>
                    <a:pt x="21486" y="380229"/>
                  </a:lnTo>
                  <a:lnTo>
                    <a:pt x="24648" y="379412"/>
                  </a:lnTo>
                  <a:lnTo>
                    <a:pt x="109943" y="330167"/>
                  </a:lnTo>
                  <a:lnTo>
                    <a:pt x="36648" y="330167"/>
                  </a:lnTo>
                  <a:lnTo>
                    <a:pt x="36648" y="143974"/>
                  </a:lnTo>
                  <a:lnTo>
                    <a:pt x="197889" y="50878"/>
                  </a:lnTo>
                  <a:lnTo>
                    <a:pt x="234537" y="50878"/>
                  </a:lnTo>
                  <a:lnTo>
                    <a:pt x="234537" y="12596"/>
                  </a:lnTo>
                  <a:lnTo>
                    <a:pt x="231040" y="6544"/>
                  </a:lnTo>
                  <a:lnTo>
                    <a:pt x="219710" y="0"/>
                  </a:lnTo>
                  <a:close/>
                </a:path>
                <a:path extrusionOk="0" h="380365" w="234950">
                  <a:moveTo>
                    <a:pt x="234537" y="50878"/>
                  </a:moveTo>
                  <a:lnTo>
                    <a:pt x="197889" y="50878"/>
                  </a:lnTo>
                  <a:lnTo>
                    <a:pt x="197889" y="237081"/>
                  </a:lnTo>
                  <a:lnTo>
                    <a:pt x="36648" y="330167"/>
                  </a:lnTo>
                  <a:lnTo>
                    <a:pt x="109943" y="330167"/>
                  </a:lnTo>
                  <a:lnTo>
                    <a:pt x="231040" y="260253"/>
                  </a:lnTo>
                  <a:lnTo>
                    <a:pt x="234537" y="254201"/>
                  </a:lnTo>
                  <a:lnTo>
                    <a:pt x="234537" y="50878"/>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800"/>
            </a:p>
          </p:txBody>
        </p:sp>
      </p:grpSp>
      <p:grpSp>
        <p:nvGrpSpPr>
          <p:cNvPr id="884" name="Google Shape;884;p24"/>
          <p:cNvGrpSpPr/>
          <p:nvPr/>
        </p:nvGrpSpPr>
        <p:grpSpPr>
          <a:xfrm>
            <a:off x="7928168" y="4187047"/>
            <a:ext cx="196960" cy="224974"/>
            <a:chOff x="6537493" y="10081403"/>
            <a:chExt cx="433070" cy="494666"/>
          </a:xfrm>
        </p:grpSpPr>
        <p:sp>
          <p:nvSpPr>
            <p:cNvPr id="885" name="Google Shape;885;p24"/>
            <p:cNvSpPr/>
            <p:nvPr/>
          </p:nvSpPr>
          <p:spPr>
            <a:xfrm>
              <a:off x="6555821" y="10100552"/>
              <a:ext cx="396240" cy="457200"/>
            </a:xfrm>
            <a:custGeom>
              <a:rect b="b" l="l" r="r" t="t"/>
              <a:pathLst>
                <a:path extrusionOk="0" h="457200" w="396240">
                  <a:moveTo>
                    <a:pt x="197899" y="0"/>
                  </a:moveTo>
                  <a:lnTo>
                    <a:pt x="0" y="114258"/>
                  </a:lnTo>
                  <a:lnTo>
                    <a:pt x="0" y="342774"/>
                  </a:lnTo>
                  <a:lnTo>
                    <a:pt x="197899" y="457033"/>
                  </a:lnTo>
                  <a:lnTo>
                    <a:pt x="395799" y="342774"/>
                  </a:lnTo>
                  <a:lnTo>
                    <a:pt x="395799" y="114258"/>
                  </a:lnTo>
                  <a:lnTo>
                    <a:pt x="197899" y="0"/>
                  </a:lnTo>
                  <a:close/>
                </a:path>
              </a:pathLst>
            </a:custGeom>
            <a:solidFill>
              <a:srgbClr val="FFFFFF"/>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800"/>
            </a:p>
          </p:txBody>
        </p:sp>
        <p:sp>
          <p:nvSpPr>
            <p:cNvPr id="886" name="Google Shape;886;p24"/>
            <p:cNvSpPr/>
            <p:nvPr/>
          </p:nvSpPr>
          <p:spPr>
            <a:xfrm>
              <a:off x="6537493" y="10081404"/>
              <a:ext cx="433070" cy="494665"/>
            </a:xfrm>
            <a:custGeom>
              <a:rect b="b" l="l" r="r" t="t"/>
              <a:pathLst>
                <a:path extrusionOk="0" h="494665" w="433070">
                  <a:moveTo>
                    <a:pt x="219721" y="0"/>
                  </a:moveTo>
                  <a:lnTo>
                    <a:pt x="212726" y="0"/>
                  </a:lnTo>
                  <a:lnTo>
                    <a:pt x="3497" y="120802"/>
                  </a:lnTo>
                  <a:lnTo>
                    <a:pt x="0" y="126865"/>
                  </a:lnTo>
                  <a:lnTo>
                    <a:pt x="0" y="368470"/>
                  </a:lnTo>
                  <a:lnTo>
                    <a:pt x="3497" y="374522"/>
                  </a:lnTo>
                  <a:lnTo>
                    <a:pt x="209899" y="493691"/>
                  </a:lnTo>
                  <a:lnTo>
                    <a:pt x="213072" y="494508"/>
                  </a:lnTo>
                  <a:lnTo>
                    <a:pt x="219385" y="494508"/>
                  </a:lnTo>
                  <a:lnTo>
                    <a:pt x="222558" y="493691"/>
                  </a:lnTo>
                  <a:lnTo>
                    <a:pt x="289533" y="455022"/>
                  </a:lnTo>
                  <a:lnTo>
                    <a:pt x="216223" y="455022"/>
                  </a:lnTo>
                  <a:lnTo>
                    <a:pt x="36648" y="351340"/>
                  </a:lnTo>
                  <a:lnTo>
                    <a:pt x="36648" y="143985"/>
                  </a:lnTo>
                  <a:lnTo>
                    <a:pt x="216223" y="40302"/>
                  </a:lnTo>
                  <a:lnTo>
                    <a:pt x="289528" y="40302"/>
                  </a:lnTo>
                  <a:lnTo>
                    <a:pt x="219721" y="0"/>
                  </a:lnTo>
                  <a:close/>
                </a:path>
                <a:path extrusionOk="0" h="494665" w="433070">
                  <a:moveTo>
                    <a:pt x="289528" y="40302"/>
                  </a:moveTo>
                  <a:lnTo>
                    <a:pt x="216223" y="40302"/>
                  </a:lnTo>
                  <a:lnTo>
                    <a:pt x="395809" y="143985"/>
                  </a:lnTo>
                  <a:lnTo>
                    <a:pt x="395809" y="351340"/>
                  </a:lnTo>
                  <a:lnTo>
                    <a:pt x="216223" y="455022"/>
                  </a:lnTo>
                  <a:lnTo>
                    <a:pt x="289533" y="455022"/>
                  </a:lnTo>
                  <a:lnTo>
                    <a:pt x="428960" y="374522"/>
                  </a:lnTo>
                  <a:lnTo>
                    <a:pt x="432458" y="368470"/>
                  </a:lnTo>
                  <a:lnTo>
                    <a:pt x="432458" y="126865"/>
                  </a:lnTo>
                  <a:lnTo>
                    <a:pt x="428960" y="120802"/>
                  </a:lnTo>
                  <a:lnTo>
                    <a:pt x="289528" y="40302"/>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800"/>
            </a:p>
          </p:txBody>
        </p:sp>
        <p:sp>
          <p:nvSpPr>
            <p:cNvPr id="887" name="Google Shape;887;p24"/>
            <p:cNvSpPr/>
            <p:nvPr/>
          </p:nvSpPr>
          <p:spPr>
            <a:xfrm>
              <a:off x="6753721" y="10100551"/>
              <a:ext cx="198120" cy="342900"/>
            </a:xfrm>
            <a:custGeom>
              <a:rect b="b" l="l" r="r" t="t"/>
              <a:pathLst>
                <a:path extrusionOk="0" h="342900" w="198120">
                  <a:moveTo>
                    <a:pt x="0" y="0"/>
                  </a:moveTo>
                  <a:lnTo>
                    <a:pt x="0" y="228516"/>
                  </a:lnTo>
                  <a:lnTo>
                    <a:pt x="197899" y="342774"/>
                  </a:lnTo>
                  <a:lnTo>
                    <a:pt x="197899" y="114258"/>
                  </a:lnTo>
                  <a:lnTo>
                    <a:pt x="0" y="0"/>
                  </a:lnTo>
                  <a:close/>
                </a:path>
              </a:pathLst>
            </a:custGeom>
            <a:solidFill>
              <a:srgbClr val="CC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800"/>
            </a:p>
          </p:txBody>
        </p:sp>
        <p:sp>
          <p:nvSpPr>
            <p:cNvPr id="888" name="Google Shape;888;p24"/>
            <p:cNvSpPr/>
            <p:nvPr/>
          </p:nvSpPr>
          <p:spPr>
            <a:xfrm>
              <a:off x="6735397" y="10081403"/>
              <a:ext cx="234950" cy="380365"/>
            </a:xfrm>
            <a:custGeom>
              <a:rect b="b" l="l" r="r" t="t"/>
              <a:pathLst>
                <a:path extrusionOk="0" h="380365" w="234950">
                  <a:moveTo>
                    <a:pt x="21821" y="0"/>
                  </a:moveTo>
                  <a:lnTo>
                    <a:pt x="14826" y="0"/>
                  </a:lnTo>
                  <a:lnTo>
                    <a:pt x="3497" y="6544"/>
                  </a:lnTo>
                  <a:lnTo>
                    <a:pt x="0" y="12606"/>
                  </a:lnTo>
                  <a:lnTo>
                    <a:pt x="0" y="254212"/>
                  </a:lnTo>
                  <a:lnTo>
                    <a:pt x="3497" y="260264"/>
                  </a:lnTo>
                  <a:lnTo>
                    <a:pt x="209899" y="379433"/>
                  </a:lnTo>
                  <a:lnTo>
                    <a:pt x="213072" y="380250"/>
                  </a:lnTo>
                  <a:lnTo>
                    <a:pt x="219385" y="380250"/>
                  </a:lnTo>
                  <a:lnTo>
                    <a:pt x="222558" y="379433"/>
                  </a:lnTo>
                  <a:lnTo>
                    <a:pt x="231050" y="374522"/>
                  </a:lnTo>
                  <a:lnTo>
                    <a:pt x="234547" y="368470"/>
                  </a:lnTo>
                  <a:lnTo>
                    <a:pt x="234547" y="330188"/>
                  </a:lnTo>
                  <a:lnTo>
                    <a:pt x="197899" y="330188"/>
                  </a:lnTo>
                  <a:lnTo>
                    <a:pt x="36648" y="237081"/>
                  </a:lnTo>
                  <a:lnTo>
                    <a:pt x="36648" y="50888"/>
                  </a:lnTo>
                  <a:lnTo>
                    <a:pt x="109952" y="50888"/>
                  </a:lnTo>
                  <a:lnTo>
                    <a:pt x="21821" y="0"/>
                  </a:lnTo>
                  <a:close/>
                </a:path>
                <a:path extrusionOk="0" h="380365" w="234950">
                  <a:moveTo>
                    <a:pt x="109952" y="50888"/>
                  </a:moveTo>
                  <a:lnTo>
                    <a:pt x="36648" y="50888"/>
                  </a:lnTo>
                  <a:lnTo>
                    <a:pt x="197899" y="143985"/>
                  </a:lnTo>
                  <a:lnTo>
                    <a:pt x="197899" y="330188"/>
                  </a:lnTo>
                  <a:lnTo>
                    <a:pt x="234547" y="330188"/>
                  </a:lnTo>
                  <a:lnTo>
                    <a:pt x="234547" y="126865"/>
                  </a:lnTo>
                  <a:lnTo>
                    <a:pt x="231050" y="120813"/>
                  </a:lnTo>
                  <a:lnTo>
                    <a:pt x="109952" y="50888"/>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800"/>
            </a:p>
          </p:txBody>
        </p:sp>
        <p:sp>
          <p:nvSpPr>
            <p:cNvPr id="889" name="Google Shape;889;p24"/>
            <p:cNvSpPr/>
            <p:nvPr/>
          </p:nvSpPr>
          <p:spPr>
            <a:xfrm>
              <a:off x="6555821" y="10100552"/>
              <a:ext cx="198120" cy="342900"/>
            </a:xfrm>
            <a:custGeom>
              <a:rect b="b" l="l" r="r" t="t"/>
              <a:pathLst>
                <a:path extrusionOk="0" h="342900" w="198120">
                  <a:moveTo>
                    <a:pt x="197899" y="0"/>
                  </a:moveTo>
                  <a:lnTo>
                    <a:pt x="0" y="114258"/>
                  </a:lnTo>
                  <a:lnTo>
                    <a:pt x="0" y="342774"/>
                  </a:lnTo>
                  <a:lnTo>
                    <a:pt x="197899" y="228516"/>
                  </a:lnTo>
                  <a:lnTo>
                    <a:pt x="197899" y="0"/>
                  </a:lnTo>
                  <a:close/>
                </a:path>
              </a:pathLst>
            </a:custGeom>
            <a:solidFill>
              <a:srgbClr val="FFFFFF"/>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800"/>
            </a:p>
          </p:txBody>
        </p:sp>
        <p:sp>
          <p:nvSpPr>
            <p:cNvPr id="890" name="Google Shape;890;p24"/>
            <p:cNvSpPr/>
            <p:nvPr/>
          </p:nvSpPr>
          <p:spPr>
            <a:xfrm>
              <a:off x="6537493" y="10081407"/>
              <a:ext cx="234950" cy="380365"/>
            </a:xfrm>
            <a:custGeom>
              <a:rect b="b" l="l" r="r" t="t"/>
              <a:pathLst>
                <a:path extrusionOk="0" h="380365" w="234950">
                  <a:moveTo>
                    <a:pt x="219721" y="0"/>
                  </a:moveTo>
                  <a:lnTo>
                    <a:pt x="212726" y="0"/>
                  </a:lnTo>
                  <a:lnTo>
                    <a:pt x="3497" y="120802"/>
                  </a:lnTo>
                  <a:lnTo>
                    <a:pt x="0" y="126854"/>
                  </a:lnTo>
                  <a:lnTo>
                    <a:pt x="0" y="368459"/>
                  </a:lnTo>
                  <a:lnTo>
                    <a:pt x="3497" y="374522"/>
                  </a:lnTo>
                  <a:lnTo>
                    <a:pt x="11999" y="379423"/>
                  </a:lnTo>
                  <a:lnTo>
                    <a:pt x="15161" y="380239"/>
                  </a:lnTo>
                  <a:lnTo>
                    <a:pt x="21486" y="380239"/>
                  </a:lnTo>
                  <a:lnTo>
                    <a:pt x="24648" y="379423"/>
                  </a:lnTo>
                  <a:lnTo>
                    <a:pt x="109940" y="330178"/>
                  </a:lnTo>
                  <a:lnTo>
                    <a:pt x="36648" y="330178"/>
                  </a:lnTo>
                  <a:lnTo>
                    <a:pt x="36648" y="143985"/>
                  </a:lnTo>
                  <a:lnTo>
                    <a:pt x="197899" y="50878"/>
                  </a:lnTo>
                  <a:lnTo>
                    <a:pt x="234547" y="50878"/>
                  </a:lnTo>
                  <a:lnTo>
                    <a:pt x="234547" y="12596"/>
                  </a:lnTo>
                  <a:lnTo>
                    <a:pt x="231050" y="6544"/>
                  </a:lnTo>
                  <a:lnTo>
                    <a:pt x="219721" y="0"/>
                  </a:lnTo>
                  <a:close/>
                </a:path>
                <a:path extrusionOk="0" h="380365" w="234950">
                  <a:moveTo>
                    <a:pt x="234547" y="50878"/>
                  </a:moveTo>
                  <a:lnTo>
                    <a:pt x="197899" y="50878"/>
                  </a:lnTo>
                  <a:lnTo>
                    <a:pt x="197899" y="237081"/>
                  </a:lnTo>
                  <a:lnTo>
                    <a:pt x="36648" y="330178"/>
                  </a:lnTo>
                  <a:lnTo>
                    <a:pt x="109940" y="330178"/>
                  </a:lnTo>
                  <a:lnTo>
                    <a:pt x="231050" y="260253"/>
                  </a:lnTo>
                  <a:lnTo>
                    <a:pt x="234547" y="254201"/>
                  </a:lnTo>
                  <a:lnTo>
                    <a:pt x="234547" y="50878"/>
                  </a:lnTo>
                  <a:close/>
                </a:path>
              </a:pathLst>
            </a:custGeom>
            <a:solidFill>
              <a:srgbClr val="00000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800"/>
            </a:p>
          </p:txBody>
        </p:sp>
      </p:grpSp>
      <p:pic>
        <p:nvPicPr>
          <p:cNvPr id="891" name="Google Shape;891;p24"/>
          <p:cNvPicPr preferRelativeResize="0"/>
          <p:nvPr/>
        </p:nvPicPr>
        <p:blipFill rotWithShape="1">
          <a:blip r:embed="rId2">
            <a:alphaModFix/>
          </a:blip>
          <a:srcRect b="0" l="0" r="0" t="0"/>
          <a:stretch/>
        </p:blipFill>
        <p:spPr>
          <a:xfrm>
            <a:off x="8439003" y="4352324"/>
            <a:ext cx="389777" cy="514799"/>
          </a:xfrm>
          <a:prstGeom prst="rect">
            <a:avLst/>
          </a:prstGeom>
          <a:noFill/>
          <a:ln>
            <a:noFill/>
          </a:ln>
        </p:spPr>
      </p:pic>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pactful Big Numbers">
  <p:cSld name="Impactful Big numbers">
    <p:spTree>
      <p:nvGrpSpPr>
        <p:cNvPr id="892" name="Shape 892"/>
        <p:cNvGrpSpPr/>
        <p:nvPr/>
      </p:nvGrpSpPr>
      <p:grpSpPr>
        <a:xfrm>
          <a:off x="0" y="0"/>
          <a:ext cx="0" cy="0"/>
          <a:chOff x="0" y="0"/>
          <a:chExt cx="0" cy="0"/>
        </a:xfrm>
      </p:grpSpPr>
      <p:grpSp>
        <p:nvGrpSpPr>
          <p:cNvPr id="893" name="Google Shape;893;p25"/>
          <p:cNvGrpSpPr/>
          <p:nvPr/>
        </p:nvGrpSpPr>
        <p:grpSpPr>
          <a:xfrm>
            <a:off x="7646190" y="1740196"/>
            <a:ext cx="1497419" cy="1644016"/>
            <a:chOff x="16812203" y="3826287"/>
            <a:chExt cx="3292478" cy="3614812"/>
          </a:xfrm>
        </p:grpSpPr>
        <p:sp>
          <p:nvSpPr>
            <p:cNvPr id="894" name="Google Shape;894;p25"/>
            <p:cNvSpPr/>
            <p:nvPr/>
          </p:nvSpPr>
          <p:spPr>
            <a:xfrm>
              <a:off x="16812206" y="3826287"/>
              <a:ext cx="3292475" cy="2470785"/>
            </a:xfrm>
            <a:custGeom>
              <a:rect b="b" l="l" r="r" t="t"/>
              <a:pathLst>
                <a:path extrusionOk="0" h="2470785" w="3292475">
                  <a:moveTo>
                    <a:pt x="3063032" y="0"/>
                  </a:moveTo>
                  <a:lnTo>
                    <a:pt x="3017175" y="12282"/>
                  </a:lnTo>
                  <a:lnTo>
                    <a:pt x="45852" y="1727779"/>
                  </a:lnTo>
                  <a:lnTo>
                    <a:pt x="12288" y="1761345"/>
                  </a:lnTo>
                  <a:lnTo>
                    <a:pt x="0" y="1807201"/>
                  </a:lnTo>
                  <a:lnTo>
                    <a:pt x="3175" y="1831130"/>
                  </a:lnTo>
                  <a:lnTo>
                    <a:pt x="26720" y="1871912"/>
                  </a:lnTo>
                  <a:lnTo>
                    <a:pt x="1036293" y="2458459"/>
                  </a:lnTo>
                  <a:lnTo>
                    <a:pt x="1082155" y="2470751"/>
                  </a:lnTo>
                  <a:lnTo>
                    <a:pt x="1094003" y="2469982"/>
                  </a:lnTo>
                  <a:lnTo>
                    <a:pt x="1448979" y="2273145"/>
                  </a:lnTo>
                  <a:lnTo>
                    <a:pt x="1082155" y="2273145"/>
                  </a:lnTo>
                  <a:lnTo>
                    <a:pt x="275122" y="1807201"/>
                  </a:lnTo>
                  <a:lnTo>
                    <a:pt x="3063027" y="197596"/>
                  </a:lnTo>
                  <a:lnTo>
                    <a:pt x="3291893" y="197596"/>
                  </a:lnTo>
                  <a:lnTo>
                    <a:pt x="3291893" y="117940"/>
                  </a:lnTo>
                  <a:lnTo>
                    <a:pt x="3108889" y="12282"/>
                  </a:lnTo>
                  <a:lnTo>
                    <a:pt x="3086578" y="3070"/>
                  </a:lnTo>
                  <a:lnTo>
                    <a:pt x="3063032" y="0"/>
                  </a:lnTo>
                  <a:close/>
                </a:path>
                <a:path extrusionOk="0" h="2470785" w="3292475">
                  <a:moveTo>
                    <a:pt x="3291893" y="997346"/>
                  </a:moveTo>
                  <a:lnTo>
                    <a:pt x="1082155" y="2273145"/>
                  </a:lnTo>
                  <a:lnTo>
                    <a:pt x="1448979" y="2273145"/>
                  </a:lnTo>
                  <a:lnTo>
                    <a:pt x="3291893" y="1209136"/>
                  </a:lnTo>
                  <a:lnTo>
                    <a:pt x="3291893" y="997346"/>
                  </a:lnTo>
                  <a:close/>
                </a:path>
                <a:path extrusionOk="0" h="2470785" w="3292475">
                  <a:moveTo>
                    <a:pt x="3291893" y="197596"/>
                  </a:moveTo>
                  <a:lnTo>
                    <a:pt x="3063027" y="197596"/>
                  </a:lnTo>
                  <a:lnTo>
                    <a:pt x="3291893" y="329733"/>
                  </a:lnTo>
                  <a:lnTo>
                    <a:pt x="3291893" y="197596"/>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895" name="Google Shape;895;p25"/>
            <p:cNvSpPr/>
            <p:nvPr/>
          </p:nvSpPr>
          <p:spPr>
            <a:xfrm>
              <a:off x="17894358" y="4929530"/>
              <a:ext cx="2209800" cy="2419984"/>
            </a:xfrm>
            <a:custGeom>
              <a:rect b="b" l="l" r="r" t="t"/>
              <a:pathLst>
                <a:path extrusionOk="0" h="2419984" w="2209800">
                  <a:moveTo>
                    <a:pt x="2209741" y="0"/>
                  </a:moveTo>
                  <a:lnTo>
                    <a:pt x="0" y="1275797"/>
                  </a:lnTo>
                  <a:lnTo>
                    <a:pt x="0" y="2419458"/>
                  </a:lnTo>
                  <a:lnTo>
                    <a:pt x="2209741" y="1143657"/>
                  </a:lnTo>
                  <a:lnTo>
                    <a:pt x="2209741" y="0"/>
                  </a:lnTo>
                  <a:close/>
                </a:path>
              </a:pathLst>
            </a:custGeom>
            <a:solidFill>
              <a:srgbClr val="CC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896" name="Google Shape;896;p25"/>
            <p:cNvSpPr/>
            <p:nvPr/>
          </p:nvSpPr>
          <p:spPr>
            <a:xfrm>
              <a:off x="17802648" y="4823629"/>
              <a:ext cx="2301875" cy="2617470"/>
            </a:xfrm>
            <a:custGeom>
              <a:rect b="b" l="l" r="r" t="t"/>
              <a:pathLst>
                <a:path extrusionOk="0" h="2617470" w="2301875">
                  <a:moveTo>
                    <a:pt x="2301452" y="0"/>
                  </a:moveTo>
                  <a:lnTo>
                    <a:pt x="45852" y="1302273"/>
                  </a:lnTo>
                  <a:lnTo>
                    <a:pt x="12288" y="1335843"/>
                  </a:lnTo>
                  <a:lnTo>
                    <a:pt x="0" y="1381695"/>
                  </a:lnTo>
                  <a:lnTo>
                    <a:pt x="0" y="2525367"/>
                  </a:lnTo>
                  <a:lnTo>
                    <a:pt x="12284" y="2571214"/>
                  </a:lnTo>
                  <a:lnTo>
                    <a:pt x="45852" y="2604778"/>
                  </a:lnTo>
                  <a:lnTo>
                    <a:pt x="91704" y="2617071"/>
                  </a:lnTo>
                  <a:lnTo>
                    <a:pt x="103553" y="2616303"/>
                  </a:lnTo>
                  <a:lnTo>
                    <a:pt x="550233" y="2366524"/>
                  </a:lnTo>
                  <a:lnTo>
                    <a:pt x="183418" y="2366524"/>
                  </a:lnTo>
                  <a:lnTo>
                    <a:pt x="183418" y="1434646"/>
                  </a:lnTo>
                  <a:lnTo>
                    <a:pt x="2301452" y="211793"/>
                  </a:lnTo>
                  <a:lnTo>
                    <a:pt x="2301452" y="0"/>
                  </a:lnTo>
                  <a:close/>
                </a:path>
                <a:path extrusionOk="0" h="2617470" w="2301875">
                  <a:moveTo>
                    <a:pt x="2301452" y="1143658"/>
                  </a:moveTo>
                  <a:lnTo>
                    <a:pt x="183418" y="2366524"/>
                  </a:lnTo>
                  <a:lnTo>
                    <a:pt x="550233" y="2366524"/>
                  </a:lnTo>
                  <a:lnTo>
                    <a:pt x="2301452" y="1355451"/>
                  </a:lnTo>
                  <a:lnTo>
                    <a:pt x="2301452" y="1143658"/>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897" name="Google Shape;897;p25"/>
            <p:cNvSpPr/>
            <p:nvPr/>
          </p:nvSpPr>
          <p:spPr>
            <a:xfrm>
              <a:off x="16903916" y="5633489"/>
              <a:ext cx="990600" cy="1715770"/>
            </a:xfrm>
            <a:custGeom>
              <a:rect b="b" l="l" r="r" t="t"/>
              <a:pathLst>
                <a:path extrusionOk="0" h="1715770" w="990600">
                  <a:moveTo>
                    <a:pt x="0" y="0"/>
                  </a:moveTo>
                  <a:lnTo>
                    <a:pt x="0" y="1143671"/>
                  </a:lnTo>
                  <a:lnTo>
                    <a:pt x="990441" y="1715497"/>
                  </a:lnTo>
                  <a:lnTo>
                    <a:pt x="990441" y="571835"/>
                  </a:lnTo>
                  <a:lnTo>
                    <a:pt x="0"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898" name="Google Shape;898;p25"/>
            <p:cNvSpPr/>
            <p:nvPr/>
          </p:nvSpPr>
          <p:spPr>
            <a:xfrm>
              <a:off x="16812203" y="5541785"/>
              <a:ext cx="1174115" cy="1899284"/>
            </a:xfrm>
            <a:custGeom>
              <a:rect b="b" l="l" r="r" t="t"/>
              <a:pathLst>
                <a:path extrusionOk="0" h="1899284" w="1174115">
                  <a:moveTo>
                    <a:pt x="91713" y="0"/>
                  </a:moveTo>
                  <a:lnTo>
                    <a:pt x="45852" y="12282"/>
                  </a:lnTo>
                  <a:lnTo>
                    <a:pt x="12288" y="45848"/>
                  </a:lnTo>
                  <a:lnTo>
                    <a:pt x="0" y="91704"/>
                  </a:lnTo>
                  <a:lnTo>
                    <a:pt x="0" y="1235375"/>
                  </a:lnTo>
                  <a:lnTo>
                    <a:pt x="12288" y="1281228"/>
                  </a:lnTo>
                  <a:lnTo>
                    <a:pt x="45852" y="1314797"/>
                  </a:lnTo>
                  <a:lnTo>
                    <a:pt x="1036293" y="1886623"/>
                  </a:lnTo>
                  <a:lnTo>
                    <a:pt x="1082155" y="1898916"/>
                  </a:lnTo>
                  <a:lnTo>
                    <a:pt x="1093999" y="1898148"/>
                  </a:lnTo>
                  <a:lnTo>
                    <a:pt x="1147134" y="1871912"/>
                  </a:lnTo>
                  <a:lnTo>
                    <a:pt x="1170683" y="1831130"/>
                  </a:lnTo>
                  <a:lnTo>
                    <a:pt x="1173859" y="1807201"/>
                  </a:lnTo>
                  <a:lnTo>
                    <a:pt x="1173859" y="1648368"/>
                  </a:lnTo>
                  <a:lnTo>
                    <a:pt x="990441" y="1648368"/>
                  </a:lnTo>
                  <a:lnTo>
                    <a:pt x="183418" y="1182424"/>
                  </a:lnTo>
                  <a:lnTo>
                    <a:pt x="183418" y="250547"/>
                  </a:lnTo>
                  <a:lnTo>
                    <a:pt x="550250" y="250547"/>
                  </a:lnTo>
                  <a:lnTo>
                    <a:pt x="137566" y="12282"/>
                  </a:lnTo>
                  <a:lnTo>
                    <a:pt x="115256" y="3070"/>
                  </a:lnTo>
                  <a:lnTo>
                    <a:pt x="91713" y="0"/>
                  </a:lnTo>
                  <a:close/>
                </a:path>
                <a:path extrusionOk="0" h="1899284" w="1174115">
                  <a:moveTo>
                    <a:pt x="550250" y="250547"/>
                  </a:moveTo>
                  <a:lnTo>
                    <a:pt x="183418" y="250547"/>
                  </a:lnTo>
                  <a:lnTo>
                    <a:pt x="990451" y="716491"/>
                  </a:lnTo>
                  <a:lnTo>
                    <a:pt x="990441" y="1648368"/>
                  </a:lnTo>
                  <a:lnTo>
                    <a:pt x="1173859" y="1648368"/>
                  </a:lnTo>
                  <a:lnTo>
                    <a:pt x="1173859" y="663540"/>
                  </a:lnTo>
                  <a:lnTo>
                    <a:pt x="1170685" y="639612"/>
                  </a:lnTo>
                  <a:lnTo>
                    <a:pt x="1161574" y="617687"/>
                  </a:lnTo>
                  <a:lnTo>
                    <a:pt x="1147143" y="598833"/>
                  </a:lnTo>
                  <a:lnTo>
                    <a:pt x="1128007" y="584118"/>
                  </a:lnTo>
                  <a:lnTo>
                    <a:pt x="550250" y="250547"/>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grpSp>
      <p:grpSp>
        <p:nvGrpSpPr>
          <p:cNvPr id="899" name="Google Shape;899;p25"/>
          <p:cNvGrpSpPr/>
          <p:nvPr/>
        </p:nvGrpSpPr>
        <p:grpSpPr>
          <a:xfrm>
            <a:off x="6401574" y="169402"/>
            <a:ext cx="1885345" cy="1644011"/>
            <a:chOff x="14075581" y="372476"/>
            <a:chExt cx="4145439" cy="3614799"/>
          </a:xfrm>
        </p:grpSpPr>
        <p:sp>
          <p:nvSpPr>
            <p:cNvPr id="900" name="Google Shape;900;p25"/>
            <p:cNvSpPr/>
            <p:nvPr/>
          </p:nvSpPr>
          <p:spPr>
            <a:xfrm>
              <a:off x="14075584" y="372476"/>
              <a:ext cx="4145280" cy="2470785"/>
            </a:xfrm>
            <a:custGeom>
              <a:rect b="b" l="l" r="r" t="t"/>
              <a:pathLst>
                <a:path extrusionOk="0" h="2470785" w="4145280">
                  <a:moveTo>
                    <a:pt x="1082150" y="0"/>
                  </a:moveTo>
                  <a:lnTo>
                    <a:pt x="1036293" y="12290"/>
                  </a:lnTo>
                  <a:lnTo>
                    <a:pt x="45852" y="584136"/>
                  </a:lnTo>
                  <a:lnTo>
                    <a:pt x="12288" y="617702"/>
                  </a:lnTo>
                  <a:lnTo>
                    <a:pt x="0" y="663558"/>
                  </a:lnTo>
                  <a:lnTo>
                    <a:pt x="3175" y="687487"/>
                  </a:lnTo>
                  <a:lnTo>
                    <a:pt x="26720" y="728268"/>
                  </a:lnTo>
                  <a:lnTo>
                    <a:pt x="3017175" y="2458477"/>
                  </a:lnTo>
                  <a:lnTo>
                    <a:pt x="3063027" y="2470759"/>
                  </a:lnTo>
                  <a:lnTo>
                    <a:pt x="3074881" y="2469992"/>
                  </a:lnTo>
                  <a:lnTo>
                    <a:pt x="3086578" y="2467689"/>
                  </a:lnTo>
                  <a:lnTo>
                    <a:pt x="3097965" y="2463851"/>
                  </a:lnTo>
                  <a:lnTo>
                    <a:pt x="3108889" y="2458477"/>
                  </a:lnTo>
                  <a:lnTo>
                    <a:pt x="3429859" y="2273163"/>
                  </a:lnTo>
                  <a:lnTo>
                    <a:pt x="3063027" y="2273163"/>
                  </a:lnTo>
                  <a:lnTo>
                    <a:pt x="275122" y="663558"/>
                  </a:lnTo>
                  <a:lnTo>
                    <a:pt x="1082145" y="197603"/>
                  </a:lnTo>
                  <a:lnTo>
                    <a:pt x="1448977" y="197603"/>
                  </a:lnTo>
                  <a:lnTo>
                    <a:pt x="1128007" y="12290"/>
                  </a:lnTo>
                  <a:lnTo>
                    <a:pt x="1105696" y="3072"/>
                  </a:lnTo>
                  <a:lnTo>
                    <a:pt x="1082150" y="0"/>
                  </a:lnTo>
                  <a:close/>
                </a:path>
                <a:path extrusionOk="0" h="2470785" w="4145280">
                  <a:moveTo>
                    <a:pt x="1448977" y="197603"/>
                  </a:moveTo>
                  <a:lnTo>
                    <a:pt x="1082145" y="197603"/>
                  </a:lnTo>
                  <a:lnTo>
                    <a:pt x="3870060" y="1807219"/>
                  </a:lnTo>
                  <a:lnTo>
                    <a:pt x="3063027" y="2273163"/>
                  </a:lnTo>
                  <a:lnTo>
                    <a:pt x="3429859" y="2273163"/>
                  </a:lnTo>
                  <a:lnTo>
                    <a:pt x="4099330" y="1886641"/>
                  </a:lnTo>
                  <a:lnTo>
                    <a:pt x="4118466" y="1871930"/>
                  </a:lnTo>
                  <a:lnTo>
                    <a:pt x="4132897" y="1853075"/>
                  </a:lnTo>
                  <a:lnTo>
                    <a:pt x="4142008" y="1831148"/>
                  </a:lnTo>
                  <a:lnTo>
                    <a:pt x="4145182" y="1807219"/>
                  </a:lnTo>
                  <a:lnTo>
                    <a:pt x="4142008" y="1783292"/>
                  </a:lnTo>
                  <a:lnTo>
                    <a:pt x="4132897" y="1761367"/>
                  </a:lnTo>
                  <a:lnTo>
                    <a:pt x="4118466" y="1742513"/>
                  </a:lnTo>
                  <a:lnTo>
                    <a:pt x="4099330" y="1727798"/>
                  </a:lnTo>
                  <a:lnTo>
                    <a:pt x="1448977" y="197603"/>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901" name="Google Shape;901;p25"/>
            <p:cNvSpPr/>
            <p:nvPr/>
          </p:nvSpPr>
          <p:spPr>
            <a:xfrm>
              <a:off x="14167292" y="1036035"/>
              <a:ext cx="2971800" cy="2859404"/>
            </a:xfrm>
            <a:custGeom>
              <a:rect b="b" l="l" r="r" t="t"/>
              <a:pathLst>
                <a:path extrusionOk="0" h="2859404" w="2971800">
                  <a:moveTo>
                    <a:pt x="0" y="0"/>
                  </a:moveTo>
                  <a:lnTo>
                    <a:pt x="0" y="1143661"/>
                  </a:lnTo>
                  <a:lnTo>
                    <a:pt x="2971323" y="2859159"/>
                  </a:lnTo>
                  <a:lnTo>
                    <a:pt x="2971323" y="1715497"/>
                  </a:lnTo>
                  <a:lnTo>
                    <a:pt x="0" y="0"/>
                  </a:lnTo>
                  <a:close/>
                </a:path>
              </a:pathLst>
            </a:custGeom>
            <a:solidFill>
              <a:srgbClr val="1D59A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902" name="Google Shape;902;p25"/>
            <p:cNvSpPr/>
            <p:nvPr/>
          </p:nvSpPr>
          <p:spPr>
            <a:xfrm>
              <a:off x="14075581" y="944327"/>
              <a:ext cx="3155315" cy="3042920"/>
            </a:xfrm>
            <a:custGeom>
              <a:rect b="b" l="l" r="r" t="t"/>
              <a:pathLst>
                <a:path extrusionOk="0" h="3042920" w="3155315">
                  <a:moveTo>
                    <a:pt x="91709" y="0"/>
                  </a:moveTo>
                  <a:lnTo>
                    <a:pt x="45852" y="12290"/>
                  </a:lnTo>
                  <a:lnTo>
                    <a:pt x="12288" y="45854"/>
                  </a:lnTo>
                  <a:lnTo>
                    <a:pt x="0" y="91701"/>
                  </a:lnTo>
                  <a:lnTo>
                    <a:pt x="0" y="1235373"/>
                  </a:lnTo>
                  <a:lnTo>
                    <a:pt x="12288" y="1281225"/>
                  </a:lnTo>
                  <a:lnTo>
                    <a:pt x="45852" y="1314795"/>
                  </a:lnTo>
                  <a:lnTo>
                    <a:pt x="3017185" y="3030292"/>
                  </a:lnTo>
                  <a:lnTo>
                    <a:pt x="3063037" y="3042574"/>
                  </a:lnTo>
                  <a:lnTo>
                    <a:pt x="3074885" y="3041807"/>
                  </a:lnTo>
                  <a:lnTo>
                    <a:pt x="3128025" y="3015577"/>
                  </a:lnTo>
                  <a:lnTo>
                    <a:pt x="3151567" y="2974798"/>
                  </a:lnTo>
                  <a:lnTo>
                    <a:pt x="3154741" y="2950870"/>
                  </a:lnTo>
                  <a:lnTo>
                    <a:pt x="3154741" y="2792027"/>
                  </a:lnTo>
                  <a:lnTo>
                    <a:pt x="2971323" y="2792027"/>
                  </a:lnTo>
                  <a:lnTo>
                    <a:pt x="183418" y="1182422"/>
                  </a:lnTo>
                  <a:lnTo>
                    <a:pt x="183418" y="250544"/>
                  </a:lnTo>
                  <a:lnTo>
                    <a:pt x="550237" y="250544"/>
                  </a:lnTo>
                  <a:lnTo>
                    <a:pt x="137566" y="12290"/>
                  </a:lnTo>
                  <a:lnTo>
                    <a:pt x="115255" y="3072"/>
                  </a:lnTo>
                  <a:lnTo>
                    <a:pt x="91709" y="0"/>
                  </a:lnTo>
                  <a:close/>
                </a:path>
                <a:path extrusionOk="0" h="3042920" w="3155315">
                  <a:moveTo>
                    <a:pt x="550237" y="250544"/>
                  </a:moveTo>
                  <a:lnTo>
                    <a:pt x="183418" y="250544"/>
                  </a:lnTo>
                  <a:lnTo>
                    <a:pt x="2971323" y="1860150"/>
                  </a:lnTo>
                  <a:lnTo>
                    <a:pt x="2971323" y="2792027"/>
                  </a:lnTo>
                  <a:lnTo>
                    <a:pt x="3154741" y="2792027"/>
                  </a:lnTo>
                  <a:lnTo>
                    <a:pt x="3154741" y="1807198"/>
                  </a:lnTo>
                  <a:lnTo>
                    <a:pt x="3151567" y="1783276"/>
                  </a:lnTo>
                  <a:lnTo>
                    <a:pt x="3142456" y="1761350"/>
                  </a:lnTo>
                  <a:lnTo>
                    <a:pt x="3128025" y="1742494"/>
                  </a:lnTo>
                  <a:lnTo>
                    <a:pt x="3108889" y="1727777"/>
                  </a:lnTo>
                  <a:lnTo>
                    <a:pt x="550237" y="250544"/>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903" name="Google Shape;903;p25"/>
            <p:cNvSpPr/>
            <p:nvPr/>
          </p:nvSpPr>
          <p:spPr>
            <a:xfrm>
              <a:off x="17138616" y="2179693"/>
              <a:ext cx="990600" cy="1715770"/>
            </a:xfrm>
            <a:custGeom>
              <a:rect b="b" l="l" r="r" t="t"/>
              <a:pathLst>
                <a:path extrusionOk="0" h="1715770" w="990600">
                  <a:moveTo>
                    <a:pt x="990441" y="0"/>
                  </a:moveTo>
                  <a:lnTo>
                    <a:pt x="0" y="571835"/>
                  </a:lnTo>
                  <a:lnTo>
                    <a:pt x="0" y="1715497"/>
                  </a:lnTo>
                  <a:lnTo>
                    <a:pt x="990441" y="1143671"/>
                  </a:lnTo>
                  <a:lnTo>
                    <a:pt x="990441"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904" name="Google Shape;904;p25"/>
            <p:cNvSpPr/>
            <p:nvPr/>
          </p:nvSpPr>
          <p:spPr>
            <a:xfrm>
              <a:off x="17046905" y="2087990"/>
              <a:ext cx="1174115" cy="1899285"/>
            </a:xfrm>
            <a:custGeom>
              <a:rect b="b" l="l" r="r" t="t"/>
              <a:pathLst>
                <a:path extrusionOk="0" h="1899285" w="1174115">
                  <a:moveTo>
                    <a:pt x="1082155" y="0"/>
                  </a:moveTo>
                  <a:lnTo>
                    <a:pt x="1036303" y="12290"/>
                  </a:lnTo>
                  <a:lnTo>
                    <a:pt x="45852" y="584115"/>
                  </a:lnTo>
                  <a:lnTo>
                    <a:pt x="12288" y="617685"/>
                  </a:lnTo>
                  <a:lnTo>
                    <a:pt x="0" y="663537"/>
                  </a:lnTo>
                  <a:lnTo>
                    <a:pt x="0" y="1807209"/>
                  </a:lnTo>
                  <a:lnTo>
                    <a:pt x="12288" y="1853056"/>
                  </a:lnTo>
                  <a:lnTo>
                    <a:pt x="45852" y="1886620"/>
                  </a:lnTo>
                  <a:lnTo>
                    <a:pt x="91714" y="1898913"/>
                  </a:lnTo>
                  <a:lnTo>
                    <a:pt x="103562" y="1898145"/>
                  </a:lnTo>
                  <a:lnTo>
                    <a:pt x="550239" y="1648366"/>
                  </a:lnTo>
                  <a:lnTo>
                    <a:pt x="183418" y="1648366"/>
                  </a:lnTo>
                  <a:lnTo>
                    <a:pt x="183418" y="716488"/>
                  </a:lnTo>
                  <a:lnTo>
                    <a:pt x="990451" y="250544"/>
                  </a:lnTo>
                  <a:lnTo>
                    <a:pt x="1173859" y="250544"/>
                  </a:lnTo>
                  <a:lnTo>
                    <a:pt x="1173859" y="91711"/>
                  </a:lnTo>
                  <a:lnTo>
                    <a:pt x="1161574" y="45855"/>
                  </a:lnTo>
                  <a:lnTo>
                    <a:pt x="1128007" y="12290"/>
                  </a:lnTo>
                  <a:lnTo>
                    <a:pt x="1105698" y="3072"/>
                  </a:lnTo>
                  <a:lnTo>
                    <a:pt x="1082155" y="0"/>
                  </a:lnTo>
                  <a:close/>
                </a:path>
                <a:path extrusionOk="0" h="1899285" w="1174115">
                  <a:moveTo>
                    <a:pt x="1173859" y="250544"/>
                  </a:moveTo>
                  <a:lnTo>
                    <a:pt x="990451" y="250544"/>
                  </a:lnTo>
                  <a:lnTo>
                    <a:pt x="990451" y="1182422"/>
                  </a:lnTo>
                  <a:lnTo>
                    <a:pt x="183418" y="1648366"/>
                  </a:lnTo>
                  <a:lnTo>
                    <a:pt x="550239" y="1648366"/>
                  </a:lnTo>
                  <a:lnTo>
                    <a:pt x="1128007" y="1314795"/>
                  </a:lnTo>
                  <a:lnTo>
                    <a:pt x="1147143" y="1300079"/>
                  </a:lnTo>
                  <a:lnTo>
                    <a:pt x="1161574" y="1281225"/>
                  </a:lnTo>
                  <a:lnTo>
                    <a:pt x="1170685" y="1259300"/>
                  </a:lnTo>
                  <a:lnTo>
                    <a:pt x="1173859" y="1235373"/>
                  </a:lnTo>
                  <a:lnTo>
                    <a:pt x="1173859" y="250544"/>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grpSp>
      <p:grpSp>
        <p:nvGrpSpPr>
          <p:cNvPr id="905" name="Google Shape;905;p25"/>
          <p:cNvGrpSpPr/>
          <p:nvPr/>
        </p:nvGrpSpPr>
        <p:grpSpPr>
          <a:xfrm>
            <a:off x="5890641" y="3329894"/>
            <a:ext cx="1885353" cy="1643851"/>
            <a:chOff x="12952158" y="7321666"/>
            <a:chExt cx="4145454" cy="3614447"/>
          </a:xfrm>
        </p:grpSpPr>
        <p:sp>
          <p:nvSpPr>
            <p:cNvPr id="906" name="Google Shape;906;p25"/>
            <p:cNvSpPr/>
            <p:nvPr/>
          </p:nvSpPr>
          <p:spPr>
            <a:xfrm>
              <a:off x="16015208" y="7413373"/>
              <a:ext cx="990600" cy="1715770"/>
            </a:xfrm>
            <a:custGeom>
              <a:rect b="b" l="l" r="r" t="t"/>
              <a:pathLst>
                <a:path extrusionOk="0" h="1715770" w="990600">
                  <a:moveTo>
                    <a:pt x="0" y="0"/>
                  </a:moveTo>
                  <a:lnTo>
                    <a:pt x="10" y="1143661"/>
                  </a:lnTo>
                  <a:lnTo>
                    <a:pt x="990441" y="1715487"/>
                  </a:lnTo>
                  <a:lnTo>
                    <a:pt x="990441" y="571835"/>
                  </a:lnTo>
                  <a:lnTo>
                    <a:pt x="0"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907" name="Google Shape;907;p25"/>
            <p:cNvSpPr/>
            <p:nvPr/>
          </p:nvSpPr>
          <p:spPr>
            <a:xfrm>
              <a:off x="15923497" y="7321672"/>
              <a:ext cx="1174115" cy="1899284"/>
            </a:xfrm>
            <a:custGeom>
              <a:rect b="b" l="l" r="r" t="t"/>
              <a:pathLst>
                <a:path extrusionOk="0" h="1899284" w="1174115">
                  <a:moveTo>
                    <a:pt x="91709" y="0"/>
                  </a:moveTo>
                  <a:lnTo>
                    <a:pt x="45852" y="12282"/>
                  </a:lnTo>
                  <a:lnTo>
                    <a:pt x="12288" y="45848"/>
                  </a:lnTo>
                  <a:lnTo>
                    <a:pt x="0" y="91704"/>
                  </a:lnTo>
                  <a:lnTo>
                    <a:pt x="10" y="1235365"/>
                  </a:lnTo>
                  <a:lnTo>
                    <a:pt x="12300" y="1281217"/>
                  </a:lnTo>
                  <a:lnTo>
                    <a:pt x="45872" y="1314787"/>
                  </a:lnTo>
                  <a:lnTo>
                    <a:pt x="1036293" y="1886602"/>
                  </a:lnTo>
                  <a:lnTo>
                    <a:pt x="1082155" y="1898895"/>
                  </a:lnTo>
                  <a:lnTo>
                    <a:pt x="1094003" y="1898127"/>
                  </a:lnTo>
                  <a:lnTo>
                    <a:pt x="1147138" y="1871891"/>
                  </a:lnTo>
                  <a:lnTo>
                    <a:pt x="1170684" y="1831109"/>
                  </a:lnTo>
                  <a:lnTo>
                    <a:pt x="1173859" y="1807180"/>
                  </a:lnTo>
                  <a:lnTo>
                    <a:pt x="1173859" y="1648347"/>
                  </a:lnTo>
                  <a:lnTo>
                    <a:pt x="990441" y="1648347"/>
                  </a:lnTo>
                  <a:lnTo>
                    <a:pt x="183428" y="1182414"/>
                  </a:lnTo>
                  <a:lnTo>
                    <a:pt x="183418" y="250547"/>
                  </a:lnTo>
                  <a:lnTo>
                    <a:pt x="550257" y="250547"/>
                  </a:lnTo>
                  <a:lnTo>
                    <a:pt x="137566" y="12282"/>
                  </a:lnTo>
                  <a:lnTo>
                    <a:pt x="115255" y="3070"/>
                  </a:lnTo>
                  <a:lnTo>
                    <a:pt x="91709" y="0"/>
                  </a:lnTo>
                  <a:close/>
                </a:path>
                <a:path extrusionOk="0" h="1899284" w="1174115">
                  <a:moveTo>
                    <a:pt x="550257" y="250547"/>
                  </a:moveTo>
                  <a:lnTo>
                    <a:pt x="183418" y="250547"/>
                  </a:lnTo>
                  <a:lnTo>
                    <a:pt x="990441" y="716480"/>
                  </a:lnTo>
                  <a:lnTo>
                    <a:pt x="990441" y="1648347"/>
                  </a:lnTo>
                  <a:lnTo>
                    <a:pt x="1173859" y="1648347"/>
                  </a:lnTo>
                  <a:lnTo>
                    <a:pt x="1173859" y="663529"/>
                  </a:lnTo>
                  <a:lnTo>
                    <a:pt x="1170684" y="639602"/>
                  </a:lnTo>
                  <a:lnTo>
                    <a:pt x="1161570" y="617677"/>
                  </a:lnTo>
                  <a:lnTo>
                    <a:pt x="1147138" y="598823"/>
                  </a:lnTo>
                  <a:lnTo>
                    <a:pt x="1128007" y="584107"/>
                  </a:lnTo>
                  <a:lnTo>
                    <a:pt x="550257" y="250547"/>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908" name="Google Shape;908;p25"/>
            <p:cNvSpPr/>
            <p:nvPr/>
          </p:nvSpPr>
          <p:spPr>
            <a:xfrm>
              <a:off x="13043873" y="8557032"/>
              <a:ext cx="3962400" cy="2287904"/>
            </a:xfrm>
            <a:custGeom>
              <a:rect b="b" l="l" r="r" t="t"/>
              <a:pathLst>
                <a:path extrusionOk="0" h="2287904" w="3962400">
                  <a:moveTo>
                    <a:pt x="2971344" y="0"/>
                  </a:moveTo>
                  <a:lnTo>
                    <a:pt x="0" y="1715507"/>
                  </a:lnTo>
                  <a:lnTo>
                    <a:pt x="990451" y="2287333"/>
                  </a:lnTo>
                  <a:lnTo>
                    <a:pt x="3961774" y="571825"/>
                  </a:lnTo>
                  <a:lnTo>
                    <a:pt x="2971344"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909" name="Google Shape;909;p25"/>
            <p:cNvSpPr/>
            <p:nvPr/>
          </p:nvSpPr>
          <p:spPr>
            <a:xfrm>
              <a:off x="12952161" y="8465329"/>
              <a:ext cx="4145280" cy="2470784"/>
            </a:xfrm>
            <a:custGeom>
              <a:rect b="b" l="l" r="r" t="t"/>
              <a:pathLst>
                <a:path extrusionOk="0" h="2470784" w="4145280">
                  <a:moveTo>
                    <a:pt x="3063057" y="0"/>
                  </a:moveTo>
                  <a:lnTo>
                    <a:pt x="3017196" y="12282"/>
                  </a:lnTo>
                  <a:lnTo>
                    <a:pt x="45852" y="1727790"/>
                  </a:lnTo>
                  <a:lnTo>
                    <a:pt x="12288" y="1761356"/>
                  </a:lnTo>
                  <a:lnTo>
                    <a:pt x="0" y="1807211"/>
                  </a:lnTo>
                  <a:lnTo>
                    <a:pt x="3175" y="1831140"/>
                  </a:lnTo>
                  <a:lnTo>
                    <a:pt x="26720" y="1871922"/>
                  </a:lnTo>
                  <a:lnTo>
                    <a:pt x="1036313" y="2458459"/>
                  </a:lnTo>
                  <a:lnTo>
                    <a:pt x="1082166" y="2470751"/>
                  </a:lnTo>
                  <a:lnTo>
                    <a:pt x="1094014" y="2469984"/>
                  </a:lnTo>
                  <a:lnTo>
                    <a:pt x="1448988" y="2273145"/>
                  </a:lnTo>
                  <a:lnTo>
                    <a:pt x="1082166" y="2273145"/>
                  </a:lnTo>
                  <a:lnTo>
                    <a:pt x="275122" y="1807211"/>
                  </a:lnTo>
                  <a:lnTo>
                    <a:pt x="3063058" y="197596"/>
                  </a:lnTo>
                  <a:lnTo>
                    <a:pt x="3429883" y="197596"/>
                  </a:lnTo>
                  <a:lnTo>
                    <a:pt x="3108910" y="12282"/>
                  </a:lnTo>
                  <a:lnTo>
                    <a:pt x="3086603" y="3070"/>
                  </a:lnTo>
                  <a:lnTo>
                    <a:pt x="3063057" y="0"/>
                  </a:lnTo>
                  <a:close/>
                </a:path>
                <a:path extrusionOk="0" h="2470784" w="4145280">
                  <a:moveTo>
                    <a:pt x="3429883" y="197596"/>
                  </a:moveTo>
                  <a:lnTo>
                    <a:pt x="3063058" y="197596"/>
                  </a:lnTo>
                  <a:lnTo>
                    <a:pt x="3870070" y="663529"/>
                  </a:lnTo>
                  <a:lnTo>
                    <a:pt x="1082166" y="2273145"/>
                  </a:lnTo>
                  <a:lnTo>
                    <a:pt x="1448988" y="2273145"/>
                  </a:lnTo>
                  <a:lnTo>
                    <a:pt x="4099341" y="742951"/>
                  </a:lnTo>
                  <a:lnTo>
                    <a:pt x="4118476" y="728235"/>
                  </a:lnTo>
                  <a:lnTo>
                    <a:pt x="4132908" y="709381"/>
                  </a:lnTo>
                  <a:lnTo>
                    <a:pt x="4142019" y="687456"/>
                  </a:lnTo>
                  <a:lnTo>
                    <a:pt x="4145193" y="663529"/>
                  </a:lnTo>
                  <a:lnTo>
                    <a:pt x="4142019" y="639600"/>
                  </a:lnTo>
                  <a:lnTo>
                    <a:pt x="4132908" y="617673"/>
                  </a:lnTo>
                  <a:lnTo>
                    <a:pt x="4118476" y="598818"/>
                  </a:lnTo>
                  <a:lnTo>
                    <a:pt x="4099341" y="584107"/>
                  </a:lnTo>
                  <a:lnTo>
                    <a:pt x="3429883" y="197596"/>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910" name="Google Shape;910;p25"/>
            <p:cNvSpPr/>
            <p:nvPr/>
          </p:nvSpPr>
          <p:spPr>
            <a:xfrm>
              <a:off x="13043874" y="7413373"/>
              <a:ext cx="2971800" cy="2859404"/>
            </a:xfrm>
            <a:custGeom>
              <a:rect b="b" l="l" r="r" t="t"/>
              <a:pathLst>
                <a:path extrusionOk="0" h="2859404" w="2971800">
                  <a:moveTo>
                    <a:pt x="2971333" y="0"/>
                  </a:moveTo>
                  <a:lnTo>
                    <a:pt x="0" y="1715487"/>
                  </a:lnTo>
                  <a:lnTo>
                    <a:pt x="0" y="2859169"/>
                  </a:lnTo>
                  <a:lnTo>
                    <a:pt x="2971333" y="1143661"/>
                  </a:lnTo>
                  <a:lnTo>
                    <a:pt x="2971333" y="0"/>
                  </a:lnTo>
                  <a:close/>
                </a:path>
              </a:pathLst>
            </a:custGeom>
            <a:solidFill>
              <a:srgbClr val="901F7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911" name="Google Shape;911;p25"/>
            <p:cNvSpPr/>
            <p:nvPr/>
          </p:nvSpPr>
          <p:spPr>
            <a:xfrm>
              <a:off x="12952158" y="7321666"/>
              <a:ext cx="3155315" cy="3042920"/>
            </a:xfrm>
            <a:custGeom>
              <a:rect b="b" l="l" r="r" t="t"/>
              <a:pathLst>
                <a:path extrusionOk="0" h="3042920" w="3155315">
                  <a:moveTo>
                    <a:pt x="3063045" y="0"/>
                  </a:moveTo>
                  <a:lnTo>
                    <a:pt x="3017196" y="12290"/>
                  </a:lnTo>
                  <a:lnTo>
                    <a:pt x="45862" y="1727766"/>
                  </a:lnTo>
                  <a:lnTo>
                    <a:pt x="12290" y="1761336"/>
                  </a:lnTo>
                  <a:lnTo>
                    <a:pt x="0" y="1807188"/>
                  </a:lnTo>
                  <a:lnTo>
                    <a:pt x="0" y="2950870"/>
                  </a:lnTo>
                  <a:lnTo>
                    <a:pt x="12290" y="2996726"/>
                  </a:lnTo>
                  <a:lnTo>
                    <a:pt x="45862" y="3030292"/>
                  </a:lnTo>
                  <a:lnTo>
                    <a:pt x="91714" y="3042585"/>
                  </a:lnTo>
                  <a:lnTo>
                    <a:pt x="103562" y="3041817"/>
                  </a:lnTo>
                  <a:lnTo>
                    <a:pt x="550233" y="2792038"/>
                  </a:lnTo>
                  <a:lnTo>
                    <a:pt x="183418" y="2792038"/>
                  </a:lnTo>
                  <a:lnTo>
                    <a:pt x="183418" y="1860139"/>
                  </a:lnTo>
                  <a:lnTo>
                    <a:pt x="2971344" y="250555"/>
                  </a:lnTo>
                  <a:lnTo>
                    <a:pt x="3154752" y="250555"/>
                  </a:lnTo>
                  <a:lnTo>
                    <a:pt x="3154752" y="91711"/>
                  </a:lnTo>
                  <a:lnTo>
                    <a:pt x="3142468" y="45855"/>
                  </a:lnTo>
                  <a:lnTo>
                    <a:pt x="3108910" y="12290"/>
                  </a:lnTo>
                  <a:lnTo>
                    <a:pt x="3086593" y="3072"/>
                  </a:lnTo>
                  <a:lnTo>
                    <a:pt x="3063045" y="0"/>
                  </a:lnTo>
                  <a:close/>
                </a:path>
                <a:path extrusionOk="0" h="3042920" w="3155315">
                  <a:moveTo>
                    <a:pt x="3154752" y="250555"/>
                  </a:moveTo>
                  <a:lnTo>
                    <a:pt x="2971344" y="250555"/>
                  </a:lnTo>
                  <a:lnTo>
                    <a:pt x="2971344" y="1182422"/>
                  </a:lnTo>
                  <a:lnTo>
                    <a:pt x="183418" y="2792038"/>
                  </a:lnTo>
                  <a:lnTo>
                    <a:pt x="550233" y="2792038"/>
                  </a:lnTo>
                  <a:lnTo>
                    <a:pt x="3108900" y="1314784"/>
                  </a:lnTo>
                  <a:lnTo>
                    <a:pt x="3128035" y="1300073"/>
                  </a:lnTo>
                  <a:lnTo>
                    <a:pt x="3142467" y="1281220"/>
                  </a:lnTo>
                  <a:lnTo>
                    <a:pt x="3151578" y="1259296"/>
                  </a:lnTo>
                  <a:lnTo>
                    <a:pt x="3154752" y="1235373"/>
                  </a:lnTo>
                  <a:lnTo>
                    <a:pt x="3154752" y="250555"/>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grpSp>
      <p:grpSp>
        <p:nvGrpSpPr>
          <p:cNvPr id="912" name="Google Shape;912;p25"/>
          <p:cNvGrpSpPr/>
          <p:nvPr/>
        </p:nvGrpSpPr>
        <p:grpSpPr>
          <a:xfrm>
            <a:off x="6478954" y="1796255"/>
            <a:ext cx="984512" cy="1123862"/>
            <a:chOff x="14245722" y="3949550"/>
            <a:chExt cx="2164715" cy="2471113"/>
          </a:xfrm>
        </p:grpSpPr>
        <p:sp>
          <p:nvSpPr>
            <p:cNvPr id="913" name="Google Shape;913;p25"/>
            <p:cNvSpPr/>
            <p:nvPr/>
          </p:nvSpPr>
          <p:spPr>
            <a:xfrm>
              <a:off x="14245722" y="3949550"/>
              <a:ext cx="2164715" cy="2470785"/>
            </a:xfrm>
            <a:custGeom>
              <a:rect b="b" l="l" r="r" t="t"/>
              <a:pathLst>
                <a:path extrusionOk="0" h="2470785" w="2164715">
                  <a:moveTo>
                    <a:pt x="1082150" y="0"/>
                  </a:moveTo>
                  <a:lnTo>
                    <a:pt x="1036303" y="12282"/>
                  </a:lnTo>
                  <a:lnTo>
                    <a:pt x="45852" y="584118"/>
                  </a:lnTo>
                  <a:lnTo>
                    <a:pt x="12288" y="617682"/>
                  </a:lnTo>
                  <a:lnTo>
                    <a:pt x="0" y="663529"/>
                  </a:lnTo>
                  <a:lnTo>
                    <a:pt x="0" y="1807201"/>
                  </a:lnTo>
                  <a:lnTo>
                    <a:pt x="12288" y="1853053"/>
                  </a:lnTo>
                  <a:lnTo>
                    <a:pt x="45852" y="1886623"/>
                  </a:lnTo>
                  <a:lnTo>
                    <a:pt x="1036293" y="2458448"/>
                  </a:lnTo>
                  <a:lnTo>
                    <a:pt x="1082155" y="2470741"/>
                  </a:lnTo>
                  <a:lnTo>
                    <a:pt x="1094003" y="2469973"/>
                  </a:lnTo>
                  <a:lnTo>
                    <a:pt x="1105696" y="2467669"/>
                  </a:lnTo>
                  <a:lnTo>
                    <a:pt x="1117079" y="2463828"/>
                  </a:lnTo>
                  <a:lnTo>
                    <a:pt x="1127997" y="2458448"/>
                  </a:lnTo>
                  <a:lnTo>
                    <a:pt x="1448976" y="2273134"/>
                  </a:lnTo>
                  <a:lnTo>
                    <a:pt x="1082155" y="2273134"/>
                  </a:lnTo>
                  <a:lnTo>
                    <a:pt x="183418" y="1754250"/>
                  </a:lnTo>
                  <a:lnTo>
                    <a:pt x="183418" y="716480"/>
                  </a:lnTo>
                  <a:lnTo>
                    <a:pt x="1082155" y="197596"/>
                  </a:lnTo>
                  <a:lnTo>
                    <a:pt x="1448970" y="197596"/>
                  </a:lnTo>
                  <a:lnTo>
                    <a:pt x="1127997" y="12282"/>
                  </a:lnTo>
                  <a:lnTo>
                    <a:pt x="1105692" y="3070"/>
                  </a:lnTo>
                  <a:lnTo>
                    <a:pt x="1082150" y="0"/>
                  </a:lnTo>
                  <a:close/>
                </a:path>
                <a:path extrusionOk="0" h="2470785" w="2164715">
                  <a:moveTo>
                    <a:pt x="1448970" y="197596"/>
                  </a:moveTo>
                  <a:lnTo>
                    <a:pt x="1082155" y="197596"/>
                  </a:lnTo>
                  <a:lnTo>
                    <a:pt x="1980892" y="716480"/>
                  </a:lnTo>
                  <a:lnTo>
                    <a:pt x="1980892" y="1754250"/>
                  </a:lnTo>
                  <a:lnTo>
                    <a:pt x="1082155" y="2273134"/>
                  </a:lnTo>
                  <a:lnTo>
                    <a:pt x="1448976" y="2273134"/>
                  </a:lnTo>
                  <a:lnTo>
                    <a:pt x="2118448" y="1886623"/>
                  </a:lnTo>
                  <a:lnTo>
                    <a:pt x="2137584" y="1871907"/>
                  </a:lnTo>
                  <a:lnTo>
                    <a:pt x="2152015" y="1853053"/>
                  </a:lnTo>
                  <a:lnTo>
                    <a:pt x="2161126" y="1831128"/>
                  </a:lnTo>
                  <a:lnTo>
                    <a:pt x="2164300" y="1807201"/>
                  </a:lnTo>
                  <a:lnTo>
                    <a:pt x="2164300" y="663529"/>
                  </a:lnTo>
                  <a:lnTo>
                    <a:pt x="2161126" y="639606"/>
                  </a:lnTo>
                  <a:lnTo>
                    <a:pt x="2152015" y="617682"/>
                  </a:lnTo>
                  <a:lnTo>
                    <a:pt x="2137584" y="598829"/>
                  </a:lnTo>
                  <a:lnTo>
                    <a:pt x="2118448" y="584118"/>
                  </a:lnTo>
                  <a:lnTo>
                    <a:pt x="1448970" y="197596"/>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914" name="Google Shape;914;p25"/>
            <p:cNvSpPr/>
            <p:nvPr/>
          </p:nvSpPr>
          <p:spPr>
            <a:xfrm>
              <a:off x="14337431" y="4613084"/>
              <a:ext cx="990600" cy="1715770"/>
            </a:xfrm>
            <a:custGeom>
              <a:rect b="b" l="l" r="r" t="t"/>
              <a:pathLst>
                <a:path extrusionOk="0" h="1715770" w="990600">
                  <a:moveTo>
                    <a:pt x="0" y="0"/>
                  </a:moveTo>
                  <a:lnTo>
                    <a:pt x="0" y="1143661"/>
                  </a:lnTo>
                  <a:lnTo>
                    <a:pt x="990441" y="1715497"/>
                  </a:lnTo>
                  <a:lnTo>
                    <a:pt x="990441" y="571835"/>
                  </a:lnTo>
                  <a:lnTo>
                    <a:pt x="0"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915" name="Google Shape;915;p25"/>
            <p:cNvSpPr/>
            <p:nvPr/>
          </p:nvSpPr>
          <p:spPr>
            <a:xfrm>
              <a:off x="14245722" y="4521378"/>
              <a:ext cx="1174115" cy="1899285"/>
            </a:xfrm>
            <a:custGeom>
              <a:rect b="b" l="l" r="r" t="t"/>
              <a:pathLst>
                <a:path extrusionOk="0" h="1899285" w="1174115">
                  <a:moveTo>
                    <a:pt x="91705" y="0"/>
                  </a:moveTo>
                  <a:lnTo>
                    <a:pt x="45852" y="12290"/>
                  </a:lnTo>
                  <a:lnTo>
                    <a:pt x="12288" y="45854"/>
                  </a:lnTo>
                  <a:lnTo>
                    <a:pt x="0" y="91701"/>
                  </a:lnTo>
                  <a:lnTo>
                    <a:pt x="0" y="1235373"/>
                  </a:lnTo>
                  <a:lnTo>
                    <a:pt x="12288" y="1281225"/>
                  </a:lnTo>
                  <a:lnTo>
                    <a:pt x="45852" y="1314795"/>
                  </a:lnTo>
                  <a:lnTo>
                    <a:pt x="1036293" y="1886620"/>
                  </a:lnTo>
                  <a:lnTo>
                    <a:pt x="1082155" y="1898913"/>
                  </a:lnTo>
                  <a:lnTo>
                    <a:pt x="1094003" y="1898145"/>
                  </a:lnTo>
                  <a:lnTo>
                    <a:pt x="1147138" y="1871909"/>
                  </a:lnTo>
                  <a:lnTo>
                    <a:pt x="1170684" y="1831127"/>
                  </a:lnTo>
                  <a:lnTo>
                    <a:pt x="1173859" y="1807198"/>
                  </a:lnTo>
                  <a:lnTo>
                    <a:pt x="1173859" y="1648366"/>
                  </a:lnTo>
                  <a:lnTo>
                    <a:pt x="990441" y="1648366"/>
                  </a:lnTo>
                  <a:lnTo>
                    <a:pt x="183418" y="1182422"/>
                  </a:lnTo>
                  <a:lnTo>
                    <a:pt x="183418" y="250544"/>
                  </a:lnTo>
                  <a:lnTo>
                    <a:pt x="550239" y="250544"/>
                  </a:lnTo>
                  <a:lnTo>
                    <a:pt x="137566" y="12290"/>
                  </a:lnTo>
                  <a:lnTo>
                    <a:pt x="115250" y="3072"/>
                  </a:lnTo>
                  <a:lnTo>
                    <a:pt x="91705" y="0"/>
                  </a:lnTo>
                  <a:close/>
                </a:path>
                <a:path extrusionOk="0" h="1899285" w="1174115">
                  <a:moveTo>
                    <a:pt x="550239" y="250544"/>
                  </a:moveTo>
                  <a:lnTo>
                    <a:pt x="183418" y="250544"/>
                  </a:lnTo>
                  <a:lnTo>
                    <a:pt x="990441" y="716488"/>
                  </a:lnTo>
                  <a:lnTo>
                    <a:pt x="990441" y="1648366"/>
                  </a:lnTo>
                  <a:lnTo>
                    <a:pt x="1173859" y="1648366"/>
                  </a:lnTo>
                  <a:lnTo>
                    <a:pt x="1173859" y="663537"/>
                  </a:lnTo>
                  <a:lnTo>
                    <a:pt x="1170684" y="639610"/>
                  </a:lnTo>
                  <a:lnTo>
                    <a:pt x="1161570" y="617685"/>
                  </a:lnTo>
                  <a:lnTo>
                    <a:pt x="1147138" y="598831"/>
                  </a:lnTo>
                  <a:lnTo>
                    <a:pt x="1128007" y="584115"/>
                  </a:lnTo>
                  <a:lnTo>
                    <a:pt x="550239" y="250544"/>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916" name="Google Shape;916;p25"/>
            <p:cNvSpPr/>
            <p:nvPr/>
          </p:nvSpPr>
          <p:spPr>
            <a:xfrm>
              <a:off x="15327873" y="4613087"/>
              <a:ext cx="990600" cy="1715770"/>
            </a:xfrm>
            <a:custGeom>
              <a:rect b="b" l="l" r="r" t="t"/>
              <a:pathLst>
                <a:path extrusionOk="0" h="1715770" w="990600">
                  <a:moveTo>
                    <a:pt x="990441" y="0"/>
                  </a:moveTo>
                  <a:lnTo>
                    <a:pt x="0" y="571825"/>
                  </a:lnTo>
                  <a:lnTo>
                    <a:pt x="0" y="1715497"/>
                  </a:lnTo>
                  <a:lnTo>
                    <a:pt x="990441" y="1143661"/>
                  </a:lnTo>
                  <a:lnTo>
                    <a:pt x="990441" y="0"/>
                  </a:lnTo>
                  <a:close/>
                </a:path>
              </a:pathLst>
            </a:custGeom>
            <a:solidFill>
              <a:srgbClr val="F9C80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917" name="Google Shape;917;p25"/>
            <p:cNvSpPr/>
            <p:nvPr/>
          </p:nvSpPr>
          <p:spPr>
            <a:xfrm>
              <a:off x="15236161" y="4521377"/>
              <a:ext cx="1174115" cy="1899285"/>
            </a:xfrm>
            <a:custGeom>
              <a:rect b="b" l="l" r="r" t="t"/>
              <a:pathLst>
                <a:path extrusionOk="0" h="1899285" w="1174115">
                  <a:moveTo>
                    <a:pt x="1082155" y="0"/>
                  </a:moveTo>
                  <a:lnTo>
                    <a:pt x="1036303" y="12290"/>
                  </a:lnTo>
                  <a:lnTo>
                    <a:pt x="45852" y="584115"/>
                  </a:lnTo>
                  <a:lnTo>
                    <a:pt x="12288" y="617685"/>
                  </a:lnTo>
                  <a:lnTo>
                    <a:pt x="0" y="663537"/>
                  </a:lnTo>
                  <a:lnTo>
                    <a:pt x="0" y="1807209"/>
                  </a:lnTo>
                  <a:lnTo>
                    <a:pt x="12288" y="1853056"/>
                  </a:lnTo>
                  <a:lnTo>
                    <a:pt x="45852" y="1886620"/>
                  </a:lnTo>
                  <a:lnTo>
                    <a:pt x="91714" y="1898913"/>
                  </a:lnTo>
                  <a:lnTo>
                    <a:pt x="103562" y="1898145"/>
                  </a:lnTo>
                  <a:lnTo>
                    <a:pt x="550239" y="1648366"/>
                  </a:lnTo>
                  <a:lnTo>
                    <a:pt x="183418" y="1648366"/>
                  </a:lnTo>
                  <a:lnTo>
                    <a:pt x="183418" y="716488"/>
                  </a:lnTo>
                  <a:lnTo>
                    <a:pt x="990451" y="250544"/>
                  </a:lnTo>
                  <a:lnTo>
                    <a:pt x="1173859" y="250544"/>
                  </a:lnTo>
                  <a:lnTo>
                    <a:pt x="1173859" y="91711"/>
                  </a:lnTo>
                  <a:lnTo>
                    <a:pt x="1161574" y="45855"/>
                  </a:lnTo>
                  <a:lnTo>
                    <a:pt x="1128007" y="12290"/>
                  </a:lnTo>
                  <a:lnTo>
                    <a:pt x="1105698" y="3072"/>
                  </a:lnTo>
                  <a:lnTo>
                    <a:pt x="1082155" y="0"/>
                  </a:lnTo>
                  <a:close/>
                </a:path>
                <a:path extrusionOk="0" h="1899285" w="1174115">
                  <a:moveTo>
                    <a:pt x="1173859" y="250544"/>
                  </a:moveTo>
                  <a:lnTo>
                    <a:pt x="990451" y="250544"/>
                  </a:lnTo>
                  <a:lnTo>
                    <a:pt x="990451" y="1182422"/>
                  </a:lnTo>
                  <a:lnTo>
                    <a:pt x="183418" y="1648366"/>
                  </a:lnTo>
                  <a:lnTo>
                    <a:pt x="550239" y="1648366"/>
                  </a:lnTo>
                  <a:lnTo>
                    <a:pt x="1128007" y="1314795"/>
                  </a:lnTo>
                  <a:lnTo>
                    <a:pt x="1147143" y="1300079"/>
                  </a:lnTo>
                  <a:lnTo>
                    <a:pt x="1161574" y="1281225"/>
                  </a:lnTo>
                  <a:lnTo>
                    <a:pt x="1170685" y="1259300"/>
                  </a:lnTo>
                  <a:lnTo>
                    <a:pt x="1173859" y="1235373"/>
                  </a:lnTo>
                  <a:lnTo>
                    <a:pt x="1173859" y="250544"/>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grpSp>
      <p:sp>
        <p:nvSpPr>
          <p:cNvPr id="918" name="Google Shape;918;p25"/>
          <p:cNvSpPr txBox="1"/>
          <p:nvPr>
            <p:ph type="title"/>
          </p:nvPr>
        </p:nvSpPr>
        <p:spPr>
          <a:xfrm>
            <a:off x="461320" y="1711488"/>
            <a:ext cx="5531480" cy="911019"/>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SzPts val="1400"/>
              <a:buNone/>
              <a:defRPr b="1" i="0" sz="7400" u="none" cap="none" strike="noStrike">
                <a:solidFill>
                  <a:srgbClr val="000000"/>
                </a:solidFill>
                <a:latin typeface="Proxima Nova"/>
                <a:ea typeface="Proxima Nova"/>
                <a:cs typeface="Proxima Nova"/>
                <a:sym typeface="Proxima Nova"/>
              </a:defRPr>
            </a:lvl1pPr>
            <a:lvl2pPr lvl="1"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
        <p:nvSpPr>
          <p:cNvPr id="919" name="Google Shape;919;p25"/>
          <p:cNvSpPr txBox="1"/>
          <p:nvPr>
            <p:ph idx="1" type="body"/>
          </p:nvPr>
        </p:nvSpPr>
        <p:spPr>
          <a:xfrm>
            <a:off x="338940" y="2744694"/>
            <a:ext cx="5653860" cy="366736"/>
          </a:xfrm>
          <a:prstGeom prst="rect">
            <a:avLst/>
          </a:prstGeom>
          <a:noFill/>
          <a:ln>
            <a:noFill/>
          </a:ln>
        </p:spPr>
        <p:txBody>
          <a:bodyPr anchorCtr="0" anchor="t" bIns="0" lIns="0" spcFirstLastPara="1" rIns="0" wrap="square" tIns="0">
            <a:noAutofit/>
          </a:bodyPr>
          <a:lstStyle>
            <a:lvl1pPr indent="-228600" lvl="0" marL="457200" marR="0" rtl="0" algn="l">
              <a:lnSpc>
                <a:spcPct val="100000"/>
              </a:lnSpc>
              <a:spcBef>
                <a:spcPts val="0"/>
              </a:spcBef>
              <a:spcAft>
                <a:spcPts val="0"/>
              </a:spcAft>
              <a:buClr>
                <a:srgbClr val="000000"/>
              </a:buClr>
              <a:buSzPts val="1400"/>
              <a:buFont typeface="Proxima Nova"/>
              <a:buNone/>
              <a:defRPr b="0" i="0" sz="2000" u="none" cap="none" strike="noStrike">
                <a:solidFill>
                  <a:srgbClr val="000000"/>
                </a:solidFill>
                <a:latin typeface="Proxima Nova"/>
                <a:ea typeface="Proxima Nova"/>
                <a:cs typeface="Proxima Nova"/>
                <a:sym typeface="Proxima Nova"/>
              </a:defRPr>
            </a:lvl1pPr>
            <a:lvl2pPr indent="-317500" lvl="1" marL="914400" marR="0" rtl="0" algn="l">
              <a:lnSpc>
                <a:spcPct val="100000"/>
              </a:lnSpc>
              <a:spcBef>
                <a:spcPts val="0"/>
              </a:spcBef>
              <a:spcAft>
                <a:spcPts val="0"/>
              </a:spcAft>
              <a:buClr>
                <a:srgbClr val="000000"/>
              </a:buClr>
              <a:buSzPts val="1400"/>
              <a:buFont typeface="Proxima Nova"/>
              <a:buChar char="○"/>
              <a:defRPr b="0" i="0" sz="1400" u="none" cap="none" strike="noStrike">
                <a:solidFill>
                  <a:srgbClr val="000000"/>
                </a:solidFill>
                <a:latin typeface="Proxima Nova"/>
                <a:ea typeface="Proxima Nova"/>
                <a:cs typeface="Proxima Nova"/>
                <a:sym typeface="Proxima Nova"/>
              </a:defRPr>
            </a:lvl2pPr>
            <a:lvl3pPr indent="-317500" lvl="2" marL="1371600" marR="0" rtl="0" algn="l">
              <a:lnSpc>
                <a:spcPct val="100000"/>
              </a:lnSpc>
              <a:spcBef>
                <a:spcPts val="0"/>
              </a:spcBef>
              <a:spcAft>
                <a:spcPts val="0"/>
              </a:spcAft>
              <a:buClr>
                <a:srgbClr val="000000"/>
              </a:buClr>
              <a:buSzPts val="1400"/>
              <a:buFont typeface="Proxima Nova"/>
              <a:buChar char="■"/>
              <a:defRPr b="0" i="0" sz="1400" u="none" cap="none" strike="noStrike">
                <a:solidFill>
                  <a:srgbClr val="000000"/>
                </a:solidFill>
                <a:latin typeface="Proxima Nova"/>
                <a:ea typeface="Proxima Nova"/>
                <a:cs typeface="Proxima Nova"/>
                <a:sym typeface="Proxima Nova"/>
              </a:defRPr>
            </a:lvl3pPr>
            <a:lvl4pPr indent="-317500" lvl="3" marL="1828800" marR="0" rtl="0" algn="l">
              <a:lnSpc>
                <a:spcPct val="100000"/>
              </a:lnSpc>
              <a:spcBef>
                <a:spcPts val="0"/>
              </a:spcBef>
              <a:spcAft>
                <a:spcPts val="0"/>
              </a:spcAft>
              <a:buClr>
                <a:srgbClr val="000000"/>
              </a:buClr>
              <a:buSzPts val="1400"/>
              <a:buFont typeface="Proxima Nova"/>
              <a:buChar char="●"/>
              <a:defRPr b="0" i="0" sz="1400" u="none" cap="none" strike="noStrike">
                <a:solidFill>
                  <a:srgbClr val="000000"/>
                </a:solidFill>
                <a:latin typeface="Proxima Nova"/>
                <a:ea typeface="Proxima Nova"/>
                <a:cs typeface="Proxima Nova"/>
                <a:sym typeface="Proxima Nova"/>
              </a:defRPr>
            </a:lvl4pPr>
            <a:lvl5pPr indent="-317500" lvl="4" marL="2286000" marR="0" rtl="0" algn="l">
              <a:lnSpc>
                <a:spcPct val="100000"/>
              </a:lnSpc>
              <a:spcBef>
                <a:spcPts val="0"/>
              </a:spcBef>
              <a:spcAft>
                <a:spcPts val="0"/>
              </a:spcAft>
              <a:buClr>
                <a:srgbClr val="000000"/>
              </a:buClr>
              <a:buSzPts val="1400"/>
              <a:buFont typeface="Proxima Nova"/>
              <a:buChar char="○"/>
              <a:defRPr b="0" i="0" sz="1400" u="none" cap="none" strike="noStrike">
                <a:solidFill>
                  <a:srgbClr val="000000"/>
                </a:solidFill>
                <a:latin typeface="Proxima Nova"/>
                <a:ea typeface="Proxima Nova"/>
                <a:cs typeface="Proxima Nova"/>
                <a:sym typeface="Proxima Nova"/>
              </a:defRPr>
            </a:lvl5pPr>
            <a:lvl6pPr indent="-317500" lvl="5" marL="2743200" marR="0" rtl="0" algn="l">
              <a:lnSpc>
                <a:spcPct val="100000"/>
              </a:lnSpc>
              <a:spcBef>
                <a:spcPts val="0"/>
              </a:spcBef>
              <a:spcAft>
                <a:spcPts val="0"/>
              </a:spcAft>
              <a:buClr>
                <a:srgbClr val="000000"/>
              </a:buClr>
              <a:buSzPts val="1400"/>
              <a:buFont typeface="Proxima Nova"/>
              <a:buChar char="■"/>
              <a:defRPr b="0" i="0" sz="1400" u="none" cap="none" strike="noStrike">
                <a:solidFill>
                  <a:srgbClr val="000000"/>
                </a:solidFill>
                <a:latin typeface="Proxima Nova"/>
                <a:ea typeface="Proxima Nova"/>
                <a:cs typeface="Proxima Nova"/>
                <a:sym typeface="Proxima Nova"/>
              </a:defRPr>
            </a:lvl6pPr>
            <a:lvl7pPr indent="-317500" lvl="6" marL="3200400" marR="0" rtl="0" algn="l">
              <a:lnSpc>
                <a:spcPct val="100000"/>
              </a:lnSpc>
              <a:spcBef>
                <a:spcPts val="0"/>
              </a:spcBef>
              <a:spcAft>
                <a:spcPts val="0"/>
              </a:spcAft>
              <a:buClr>
                <a:srgbClr val="000000"/>
              </a:buClr>
              <a:buSzPts val="1400"/>
              <a:buFont typeface="Proxima Nova"/>
              <a:buChar char="●"/>
              <a:defRPr b="0" i="0" sz="1400" u="none" cap="none" strike="noStrike">
                <a:solidFill>
                  <a:srgbClr val="000000"/>
                </a:solidFill>
                <a:latin typeface="Proxima Nova"/>
                <a:ea typeface="Proxima Nova"/>
                <a:cs typeface="Proxima Nova"/>
                <a:sym typeface="Proxima Nova"/>
              </a:defRPr>
            </a:lvl7pPr>
            <a:lvl8pPr indent="-317500" lvl="7" marL="3657600" marR="0" rtl="0" algn="l">
              <a:lnSpc>
                <a:spcPct val="100000"/>
              </a:lnSpc>
              <a:spcBef>
                <a:spcPts val="0"/>
              </a:spcBef>
              <a:spcAft>
                <a:spcPts val="0"/>
              </a:spcAft>
              <a:buClr>
                <a:srgbClr val="000000"/>
              </a:buClr>
              <a:buSzPts val="1400"/>
              <a:buFont typeface="Proxima Nova"/>
              <a:buChar char="○"/>
              <a:defRPr b="0" i="0" sz="1400" u="none" cap="none" strike="noStrike">
                <a:solidFill>
                  <a:srgbClr val="000000"/>
                </a:solidFill>
                <a:latin typeface="Proxima Nova"/>
                <a:ea typeface="Proxima Nova"/>
                <a:cs typeface="Proxima Nova"/>
                <a:sym typeface="Proxima Nova"/>
              </a:defRPr>
            </a:lvl8pPr>
            <a:lvl9pPr indent="-317500" lvl="8" marL="4114800" marR="0" rtl="0" algn="l">
              <a:lnSpc>
                <a:spcPct val="100000"/>
              </a:lnSpc>
              <a:spcBef>
                <a:spcPts val="0"/>
              </a:spcBef>
              <a:spcAft>
                <a:spcPts val="0"/>
              </a:spcAft>
              <a:buClr>
                <a:srgbClr val="000000"/>
              </a:buClr>
              <a:buSzPts val="1400"/>
              <a:buFont typeface="Proxima Nova"/>
              <a:buChar char="■"/>
              <a:defRPr b="0" i="0" sz="1400" u="none" cap="none" strike="noStrike">
                <a:solidFill>
                  <a:srgbClr val="000000"/>
                </a:solidFill>
                <a:latin typeface="Proxima Nova"/>
                <a:ea typeface="Proxima Nova"/>
                <a:cs typeface="Proxima Nova"/>
                <a:sym typeface="Proxima Nova"/>
              </a:defRPr>
            </a:lvl9pPr>
          </a:lstStyle>
          <a:p/>
        </p:txBody>
      </p:sp>
      <p:pic>
        <p:nvPicPr>
          <p:cNvPr id="920" name="Google Shape;920;p25"/>
          <p:cNvPicPr preferRelativeResize="0"/>
          <p:nvPr/>
        </p:nvPicPr>
        <p:blipFill rotWithShape="1">
          <a:blip r:embed="rId2">
            <a:alphaModFix/>
          </a:blip>
          <a:srcRect b="0" l="0" r="0" t="0"/>
          <a:stretch/>
        </p:blipFill>
        <p:spPr>
          <a:xfrm>
            <a:off x="8439003" y="4352324"/>
            <a:ext cx="389777" cy="514799"/>
          </a:xfrm>
          <a:prstGeom prst="rect">
            <a:avLst/>
          </a:prstGeom>
          <a:noFill/>
          <a:ln>
            <a:noFill/>
          </a:ln>
        </p:spPr>
      </p:pic>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lored BG White - Logo Top - No Header Line">
  <p:cSld name="Colored BG White - Logo top - No header line">
    <p:spTree>
      <p:nvGrpSpPr>
        <p:cNvPr id="921" name="Shape 921"/>
        <p:cNvGrpSpPr/>
        <p:nvPr/>
      </p:nvGrpSpPr>
      <p:grpSpPr>
        <a:xfrm>
          <a:off x="0" y="0"/>
          <a:ext cx="0" cy="0"/>
          <a:chOff x="0" y="0"/>
          <a:chExt cx="0" cy="0"/>
        </a:xfrm>
      </p:grpSpPr>
      <p:sp>
        <p:nvSpPr>
          <p:cNvPr id="922" name="Google Shape;922;p26"/>
          <p:cNvSpPr txBox="1"/>
          <p:nvPr>
            <p:ph type="title"/>
          </p:nvPr>
        </p:nvSpPr>
        <p:spPr>
          <a:xfrm>
            <a:off x="452425" y="351725"/>
            <a:ext cx="6777600" cy="344700"/>
          </a:xfrm>
          <a:prstGeom prst="rect">
            <a:avLst/>
          </a:prstGeom>
          <a:noFill/>
          <a:ln>
            <a:noFill/>
          </a:ln>
        </p:spPr>
        <p:txBody>
          <a:bodyPr anchorCtr="0" anchor="t" bIns="0" lIns="0" spcFirstLastPara="1" rIns="0" wrap="square" tIns="0">
            <a:noAutofit/>
          </a:bodyPr>
          <a:lstStyle>
            <a:lvl1pPr lvl="0" marR="0" rtl="0" algn="l">
              <a:lnSpc>
                <a:spcPct val="80000"/>
              </a:lnSpc>
              <a:spcBef>
                <a:spcPts val="0"/>
              </a:spcBef>
              <a:spcAft>
                <a:spcPts val="0"/>
              </a:spcAft>
              <a:buClr>
                <a:srgbClr val="000000"/>
              </a:buClr>
              <a:buSzPts val="2800"/>
              <a:buFont typeface="Proxima Nova"/>
              <a:buNone/>
              <a:defRPr b="1" i="0" sz="2800" u="none" cap="none" strike="noStrike">
                <a:solidFill>
                  <a:schemeClr val="dk1"/>
                </a:solidFill>
                <a:latin typeface="Proxima Nova"/>
                <a:ea typeface="Proxima Nova"/>
                <a:cs typeface="Proxima Nova"/>
                <a:sym typeface="Proxima Nova"/>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923" name="Google Shape;923;p26"/>
          <p:cNvSpPr/>
          <p:nvPr/>
        </p:nvSpPr>
        <p:spPr>
          <a:xfrm>
            <a:off x="452437" y="728934"/>
            <a:ext cx="571782" cy="76276"/>
          </a:xfrm>
          <a:custGeom>
            <a:rect b="b" l="l" r="r" t="t"/>
            <a:pathLst>
              <a:path extrusionOk="0" h="167639" w="1256664">
                <a:moveTo>
                  <a:pt x="1256506" y="0"/>
                </a:moveTo>
                <a:lnTo>
                  <a:pt x="0" y="0"/>
                </a:lnTo>
                <a:lnTo>
                  <a:pt x="0" y="167534"/>
                </a:lnTo>
                <a:lnTo>
                  <a:pt x="1256506" y="167534"/>
                </a:lnTo>
                <a:lnTo>
                  <a:pt x="1256506" y="0"/>
                </a:lnTo>
                <a:close/>
              </a:path>
            </a:pathLst>
          </a:custGeom>
          <a:solidFill>
            <a:schemeClr val="accent1"/>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chemeClr val="dk1"/>
              </a:solidFill>
              <a:latin typeface="Calibri"/>
              <a:ea typeface="Calibri"/>
              <a:cs typeface="Calibri"/>
              <a:sym typeface="Calibri"/>
            </a:endParaRPr>
          </a:p>
        </p:txBody>
      </p:sp>
      <p:pic>
        <p:nvPicPr>
          <p:cNvPr id="924" name="Google Shape;924;p26"/>
          <p:cNvPicPr preferRelativeResize="0"/>
          <p:nvPr/>
        </p:nvPicPr>
        <p:blipFill rotWithShape="1">
          <a:blip r:embed="rId2">
            <a:alphaModFix/>
          </a:blip>
          <a:srcRect b="0" l="0" r="0" t="0"/>
          <a:stretch/>
        </p:blipFill>
        <p:spPr>
          <a:xfrm>
            <a:off x="8438990" y="276461"/>
            <a:ext cx="389777" cy="514799"/>
          </a:xfrm>
          <a:prstGeom prst="rect">
            <a:avLst/>
          </a:prstGeom>
          <a:noFill/>
          <a:ln>
            <a:noFill/>
          </a:ln>
        </p:spPr>
      </p:pic>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artial BG Yellow 1">
  <p:cSld name="Partial BG Yellow 1">
    <p:spTree>
      <p:nvGrpSpPr>
        <p:cNvPr id="925" name="Shape 925"/>
        <p:cNvGrpSpPr/>
        <p:nvPr/>
      </p:nvGrpSpPr>
      <p:grpSpPr>
        <a:xfrm>
          <a:off x="0" y="0"/>
          <a:ext cx="0" cy="0"/>
          <a:chOff x="0" y="0"/>
          <a:chExt cx="0" cy="0"/>
        </a:xfrm>
      </p:grpSpPr>
      <p:sp>
        <p:nvSpPr>
          <p:cNvPr id="926" name="Google Shape;926;p27"/>
          <p:cNvSpPr/>
          <p:nvPr/>
        </p:nvSpPr>
        <p:spPr>
          <a:xfrm>
            <a:off x="0" y="0"/>
            <a:ext cx="3319200" cy="5143500"/>
          </a:xfrm>
          <a:prstGeom prst="rect">
            <a:avLst/>
          </a:pr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7" name="Google Shape;927;p27"/>
          <p:cNvSpPr txBox="1"/>
          <p:nvPr>
            <p:ph type="title"/>
          </p:nvPr>
        </p:nvSpPr>
        <p:spPr>
          <a:xfrm>
            <a:off x="460666" y="3679811"/>
            <a:ext cx="2826234" cy="541687"/>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SzPts val="1400"/>
              <a:buNone/>
              <a:defRPr b="1" i="0" sz="4400" u="none" cap="none" strike="noStrike">
                <a:solidFill>
                  <a:srgbClr val="000000"/>
                </a:solidFill>
                <a:latin typeface="Proxima Nova"/>
                <a:ea typeface="Proxima Nova"/>
                <a:cs typeface="Proxima Nova"/>
                <a:sym typeface="Proxima Nova"/>
              </a:defRPr>
            </a:lvl1pPr>
            <a:lvl2pPr lvl="1"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grpSp>
        <p:nvGrpSpPr>
          <p:cNvPr id="928" name="Google Shape;928;p27"/>
          <p:cNvGrpSpPr/>
          <p:nvPr/>
        </p:nvGrpSpPr>
        <p:grpSpPr>
          <a:xfrm rot="10800000">
            <a:off x="8315718" y="4364746"/>
            <a:ext cx="582973" cy="508784"/>
            <a:chOff x="10297594" y="731834"/>
            <a:chExt cx="828675" cy="723218"/>
          </a:xfrm>
        </p:grpSpPr>
        <p:sp>
          <p:nvSpPr>
            <p:cNvPr id="929" name="Google Shape;929;p27"/>
            <p:cNvSpPr/>
            <p:nvPr/>
          </p:nvSpPr>
          <p:spPr>
            <a:xfrm>
              <a:off x="10315915" y="750975"/>
              <a:ext cx="791845" cy="457200"/>
            </a:xfrm>
            <a:custGeom>
              <a:rect b="b" l="l" r="r" t="t"/>
              <a:pathLst>
                <a:path extrusionOk="0" h="457200" w="791845">
                  <a:moveTo>
                    <a:pt x="197899" y="0"/>
                  </a:moveTo>
                  <a:lnTo>
                    <a:pt x="0" y="114258"/>
                  </a:lnTo>
                  <a:lnTo>
                    <a:pt x="593699" y="457033"/>
                  </a:lnTo>
                  <a:lnTo>
                    <a:pt x="791598" y="342774"/>
                  </a:lnTo>
                  <a:lnTo>
                    <a:pt x="197899" y="0"/>
                  </a:lnTo>
                  <a:close/>
                </a:path>
              </a:pathLst>
            </a:custGeom>
            <a:solidFill>
              <a:srgbClr val="00852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Arial"/>
                <a:ea typeface="Arial"/>
                <a:cs typeface="Arial"/>
                <a:sym typeface="Arial"/>
              </a:endParaRPr>
            </a:p>
          </p:txBody>
        </p:sp>
        <p:sp>
          <p:nvSpPr>
            <p:cNvPr id="930" name="Google Shape;930;p27"/>
            <p:cNvSpPr/>
            <p:nvPr/>
          </p:nvSpPr>
          <p:spPr>
            <a:xfrm>
              <a:off x="10297594" y="731834"/>
              <a:ext cx="828675" cy="494665"/>
            </a:xfrm>
            <a:custGeom>
              <a:rect b="b" l="l" r="r" t="t"/>
              <a:pathLst>
                <a:path extrusionOk="0" h="494665" w="828675">
                  <a:moveTo>
                    <a:pt x="219710" y="0"/>
                  </a:moveTo>
                  <a:lnTo>
                    <a:pt x="212716" y="0"/>
                  </a:lnTo>
                  <a:lnTo>
                    <a:pt x="3497" y="120802"/>
                  </a:lnTo>
                  <a:lnTo>
                    <a:pt x="0" y="126854"/>
                  </a:lnTo>
                  <a:lnTo>
                    <a:pt x="0" y="139943"/>
                  </a:lnTo>
                  <a:lnTo>
                    <a:pt x="3497" y="145995"/>
                  </a:lnTo>
                  <a:lnTo>
                    <a:pt x="605698" y="493681"/>
                  </a:lnTo>
                  <a:lnTo>
                    <a:pt x="608861" y="494498"/>
                  </a:lnTo>
                  <a:lnTo>
                    <a:pt x="615185" y="494498"/>
                  </a:lnTo>
                  <a:lnTo>
                    <a:pt x="618358" y="493681"/>
                  </a:lnTo>
                  <a:lnTo>
                    <a:pt x="685329" y="455012"/>
                  </a:lnTo>
                  <a:lnTo>
                    <a:pt x="612023" y="455012"/>
                  </a:lnTo>
                  <a:lnTo>
                    <a:pt x="54972" y="133399"/>
                  </a:lnTo>
                  <a:lnTo>
                    <a:pt x="216213" y="40291"/>
                  </a:lnTo>
                  <a:lnTo>
                    <a:pt x="289498" y="40291"/>
                  </a:lnTo>
                  <a:lnTo>
                    <a:pt x="219710" y="0"/>
                  </a:lnTo>
                  <a:close/>
                </a:path>
                <a:path extrusionOk="0" h="494665" w="828675">
                  <a:moveTo>
                    <a:pt x="289498" y="40291"/>
                  </a:moveTo>
                  <a:lnTo>
                    <a:pt x="216213" y="40291"/>
                  </a:lnTo>
                  <a:lnTo>
                    <a:pt x="773274" y="361915"/>
                  </a:lnTo>
                  <a:lnTo>
                    <a:pt x="612023" y="455012"/>
                  </a:lnTo>
                  <a:lnTo>
                    <a:pt x="685329" y="455012"/>
                  </a:lnTo>
                  <a:lnTo>
                    <a:pt x="824749" y="374512"/>
                  </a:lnTo>
                  <a:lnTo>
                    <a:pt x="828247" y="368459"/>
                  </a:lnTo>
                  <a:lnTo>
                    <a:pt x="828247" y="355371"/>
                  </a:lnTo>
                  <a:lnTo>
                    <a:pt x="824749" y="349319"/>
                  </a:lnTo>
                  <a:lnTo>
                    <a:pt x="289498" y="40291"/>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Arial"/>
                <a:ea typeface="Arial"/>
                <a:cs typeface="Arial"/>
                <a:sym typeface="Arial"/>
              </a:endParaRPr>
            </a:p>
          </p:txBody>
        </p:sp>
        <p:sp>
          <p:nvSpPr>
            <p:cNvPr id="931" name="Google Shape;931;p27"/>
            <p:cNvSpPr/>
            <p:nvPr/>
          </p:nvSpPr>
          <p:spPr>
            <a:xfrm>
              <a:off x="10315915" y="865233"/>
              <a:ext cx="593725" cy="571500"/>
            </a:xfrm>
            <a:custGeom>
              <a:rect b="b" l="l" r="r" t="t"/>
              <a:pathLst>
                <a:path extrusionOk="0" h="571500" w="593725">
                  <a:moveTo>
                    <a:pt x="0" y="0"/>
                  </a:moveTo>
                  <a:lnTo>
                    <a:pt x="0" y="228516"/>
                  </a:lnTo>
                  <a:lnTo>
                    <a:pt x="593699" y="571291"/>
                  </a:lnTo>
                  <a:lnTo>
                    <a:pt x="593699" y="342774"/>
                  </a:lnTo>
                  <a:lnTo>
                    <a:pt x="0"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Arial"/>
                <a:ea typeface="Arial"/>
                <a:cs typeface="Arial"/>
                <a:sym typeface="Arial"/>
              </a:endParaRPr>
            </a:p>
          </p:txBody>
        </p:sp>
        <p:sp>
          <p:nvSpPr>
            <p:cNvPr id="932" name="Google Shape;932;p27"/>
            <p:cNvSpPr/>
            <p:nvPr/>
          </p:nvSpPr>
          <p:spPr>
            <a:xfrm>
              <a:off x="10297594" y="846087"/>
              <a:ext cx="630554" cy="608965"/>
            </a:xfrm>
            <a:custGeom>
              <a:rect b="b" l="l" r="r" t="t"/>
              <a:pathLst>
                <a:path extrusionOk="0" h="608965" w="630554">
                  <a:moveTo>
                    <a:pt x="21821" y="0"/>
                  </a:moveTo>
                  <a:lnTo>
                    <a:pt x="14826" y="0"/>
                  </a:lnTo>
                  <a:lnTo>
                    <a:pt x="3497" y="6544"/>
                  </a:lnTo>
                  <a:lnTo>
                    <a:pt x="0" y="12606"/>
                  </a:lnTo>
                  <a:lnTo>
                    <a:pt x="0" y="254201"/>
                  </a:lnTo>
                  <a:lnTo>
                    <a:pt x="3497" y="260253"/>
                  </a:lnTo>
                  <a:lnTo>
                    <a:pt x="605698" y="607939"/>
                  </a:lnTo>
                  <a:lnTo>
                    <a:pt x="608861" y="608756"/>
                  </a:lnTo>
                  <a:lnTo>
                    <a:pt x="615185" y="608756"/>
                  </a:lnTo>
                  <a:lnTo>
                    <a:pt x="618358" y="607939"/>
                  </a:lnTo>
                  <a:lnTo>
                    <a:pt x="626850" y="603028"/>
                  </a:lnTo>
                  <a:lnTo>
                    <a:pt x="630347" y="596976"/>
                  </a:lnTo>
                  <a:lnTo>
                    <a:pt x="630347" y="558695"/>
                  </a:lnTo>
                  <a:lnTo>
                    <a:pt x="593699" y="558695"/>
                  </a:lnTo>
                  <a:lnTo>
                    <a:pt x="36648" y="237081"/>
                  </a:lnTo>
                  <a:lnTo>
                    <a:pt x="36648" y="50888"/>
                  </a:lnTo>
                  <a:lnTo>
                    <a:pt x="109961" y="50888"/>
                  </a:lnTo>
                  <a:lnTo>
                    <a:pt x="21821" y="0"/>
                  </a:lnTo>
                  <a:close/>
                </a:path>
                <a:path extrusionOk="0" h="608965" w="630554">
                  <a:moveTo>
                    <a:pt x="109961" y="50888"/>
                  </a:moveTo>
                  <a:lnTo>
                    <a:pt x="36648" y="50888"/>
                  </a:lnTo>
                  <a:lnTo>
                    <a:pt x="593699" y="372501"/>
                  </a:lnTo>
                  <a:lnTo>
                    <a:pt x="593699" y="558695"/>
                  </a:lnTo>
                  <a:lnTo>
                    <a:pt x="630347" y="558695"/>
                  </a:lnTo>
                  <a:lnTo>
                    <a:pt x="630347" y="355371"/>
                  </a:lnTo>
                  <a:lnTo>
                    <a:pt x="626850" y="349319"/>
                  </a:lnTo>
                  <a:lnTo>
                    <a:pt x="109961" y="50888"/>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Arial"/>
                <a:ea typeface="Arial"/>
                <a:cs typeface="Arial"/>
                <a:sym typeface="Arial"/>
              </a:endParaRPr>
            </a:p>
          </p:txBody>
        </p:sp>
        <p:sp>
          <p:nvSpPr>
            <p:cNvPr id="933" name="Google Shape;933;p27"/>
            <p:cNvSpPr/>
            <p:nvPr/>
          </p:nvSpPr>
          <p:spPr>
            <a:xfrm>
              <a:off x="10909615" y="1093748"/>
              <a:ext cx="198120" cy="342900"/>
            </a:xfrm>
            <a:custGeom>
              <a:rect b="b" l="l" r="r" t="t"/>
              <a:pathLst>
                <a:path extrusionOk="0" h="342900" w="198120">
                  <a:moveTo>
                    <a:pt x="197899" y="0"/>
                  </a:moveTo>
                  <a:lnTo>
                    <a:pt x="0" y="114258"/>
                  </a:lnTo>
                  <a:lnTo>
                    <a:pt x="0" y="342774"/>
                  </a:lnTo>
                  <a:lnTo>
                    <a:pt x="197899" y="228516"/>
                  </a:lnTo>
                  <a:lnTo>
                    <a:pt x="197899"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Arial"/>
                <a:ea typeface="Arial"/>
                <a:cs typeface="Arial"/>
                <a:sym typeface="Arial"/>
              </a:endParaRPr>
            </a:p>
          </p:txBody>
        </p:sp>
        <p:sp>
          <p:nvSpPr>
            <p:cNvPr id="934" name="Google Shape;934;p27"/>
            <p:cNvSpPr/>
            <p:nvPr/>
          </p:nvSpPr>
          <p:spPr>
            <a:xfrm>
              <a:off x="10891296" y="1074610"/>
              <a:ext cx="234950" cy="380365"/>
            </a:xfrm>
            <a:custGeom>
              <a:rect b="b" l="l" r="r" t="t"/>
              <a:pathLst>
                <a:path extrusionOk="0" h="380365" w="234950">
                  <a:moveTo>
                    <a:pt x="219710" y="0"/>
                  </a:moveTo>
                  <a:lnTo>
                    <a:pt x="212716" y="0"/>
                  </a:lnTo>
                  <a:lnTo>
                    <a:pt x="3497" y="120802"/>
                  </a:lnTo>
                  <a:lnTo>
                    <a:pt x="0" y="126854"/>
                  </a:lnTo>
                  <a:lnTo>
                    <a:pt x="0" y="368449"/>
                  </a:lnTo>
                  <a:lnTo>
                    <a:pt x="3497" y="374512"/>
                  </a:lnTo>
                  <a:lnTo>
                    <a:pt x="11999" y="379412"/>
                  </a:lnTo>
                  <a:lnTo>
                    <a:pt x="15161" y="380229"/>
                  </a:lnTo>
                  <a:lnTo>
                    <a:pt x="21486" y="380229"/>
                  </a:lnTo>
                  <a:lnTo>
                    <a:pt x="24648" y="379412"/>
                  </a:lnTo>
                  <a:lnTo>
                    <a:pt x="109943" y="330167"/>
                  </a:lnTo>
                  <a:lnTo>
                    <a:pt x="36648" y="330167"/>
                  </a:lnTo>
                  <a:lnTo>
                    <a:pt x="36648" y="143974"/>
                  </a:lnTo>
                  <a:lnTo>
                    <a:pt x="197889" y="50878"/>
                  </a:lnTo>
                  <a:lnTo>
                    <a:pt x="234537" y="50878"/>
                  </a:lnTo>
                  <a:lnTo>
                    <a:pt x="234537" y="12596"/>
                  </a:lnTo>
                  <a:lnTo>
                    <a:pt x="231040" y="6544"/>
                  </a:lnTo>
                  <a:lnTo>
                    <a:pt x="219710" y="0"/>
                  </a:lnTo>
                  <a:close/>
                </a:path>
                <a:path extrusionOk="0" h="380365" w="234950">
                  <a:moveTo>
                    <a:pt x="234537" y="50878"/>
                  </a:moveTo>
                  <a:lnTo>
                    <a:pt x="197889" y="50878"/>
                  </a:lnTo>
                  <a:lnTo>
                    <a:pt x="197889" y="237081"/>
                  </a:lnTo>
                  <a:lnTo>
                    <a:pt x="36648" y="330167"/>
                  </a:lnTo>
                  <a:lnTo>
                    <a:pt x="109943" y="330167"/>
                  </a:lnTo>
                  <a:lnTo>
                    <a:pt x="231040" y="260253"/>
                  </a:lnTo>
                  <a:lnTo>
                    <a:pt x="234537" y="254201"/>
                  </a:lnTo>
                  <a:lnTo>
                    <a:pt x="234537" y="50878"/>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Arial"/>
                <a:ea typeface="Arial"/>
                <a:cs typeface="Arial"/>
                <a:sym typeface="Arial"/>
              </a:endParaRPr>
            </a:p>
          </p:txBody>
        </p:sp>
      </p:grpSp>
      <p:grpSp>
        <p:nvGrpSpPr>
          <p:cNvPr id="935" name="Google Shape;935;p27"/>
          <p:cNvGrpSpPr/>
          <p:nvPr/>
        </p:nvGrpSpPr>
        <p:grpSpPr>
          <a:xfrm flipH="1" rot="10800000">
            <a:off x="2900818" y="347598"/>
            <a:ext cx="582973" cy="508784"/>
            <a:chOff x="10297594" y="731834"/>
            <a:chExt cx="828675" cy="723218"/>
          </a:xfrm>
        </p:grpSpPr>
        <p:sp>
          <p:nvSpPr>
            <p:cNvPr id="936" name="Google Shape;936;p27"/>
            <p:cNvSpPr/>
            <p:nvPr/>
          </p:nvSpPr>
          <p:spPr>
            <a:xfrm>
              <a:off x="10315915" y="750975"/>
              <a:ext cx="791845" cy="457200"/>
            </a:xfrm>
            <a:custGeom>
              <a:rect b="b" l="l" r="r" t="t"/>
              <a:pathLst>
                <a:path extrusionOk="0" h="457200" w="791845">
                  <a:moveTo>
                    <a:pt x="197899" y="0"/>
                  </a:moveTo>
                  <a:lnTo>
                    <a:pt x="0" y="114258"/>
                  </a:lnTo>
                  <a:lnTo>
                    <a:pt x="593699" y="457033"/>
                  </a:lnTo>
                  <a:lnTo>
                    <a:pt x="791598" y="342774"/>
                  </a:lnTo>
                  <a:lnTo>
                    <a:pt x="197899" y="0"/>
                  </a:lnTo>
                  <a:close/>
                </a:path>
              </a:pathLst>
            </a:custGeom>
            <a:solidFill>
              <a:srgbClr val="CC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Arial"/>
                <a:ea typeface="Arial"/>
                <a:cs typeface="Arial"/>
                <a:sym typeface="Arial"/>
              </a:endParaRPr>
            </a:p>
          </p:txBody>
        </p:sp>
        <p:sp>
          <p:nvSpPr>
            <p:cNvPr id="937" name="Google Shape;937;p27"/>
            <p:cNvSpPr/>
            <p:nvPr/>
          </p:nvSpPr>
          <p:spPr>
            <a:xfrm>
              <a:off x="10297594" y="731834"/>
              <a:ext cx="828675" cy="494665"/>
            </a:xfrm>
            <a:custGeom>
              <a:rect b="b" l="l" r="r" t="t"/>
              <a:pathLst>
                <a:path extrusionOk="0" h="494665" w="828675">
                  <a:moveTo>
                    <a:pt x="219710" y="0"/>
                  </a:moveTo>
                  <a:lnTo>
                    <a:pt x="212716" y="0"/>
                  </a:lnTo>
                  <a:lnTo>
                    <a:pt x="3497" y="120802"/>
                  </a:lnTo>
                  <a:lnTo>
                    <a:pt x="0" y="126854"/>
                  </a:lnTo>
                  <a:lnTo>
                    <a:pt x="0" y="139943"/>
                  </a:lnTo>
                  <a:lnTo>
                    <a:pt x="3497" y="145995"/>
                  </a:lnTo>
                  <a:lnTo>
                    <a:pt x="605698" y="493681"/>
                  </a:lnTo>
                  <a:lnTo>
                    <a:pt x="608861" y="494498"/>
                  </a:lnTo>
                  <a:lnTo>
                    <a:pt x="615185" y="494498"/>
                  </a:lnTo>
                  <a:lnTo>
                    <a:pt x="618358" y="493681"/>
                  </a:lnTo>
                  <a:lnTo>
                    <a:pt x="685329" y="455012"/>
                  </a:lnTo>
                  <a:lnTo>
                    <a:pt x="612023" y="455012"/>
                  </a:lnTo>
                  <a:lnTo>
                    <a:pt x="54972" y="133399"/>
                  </a:lnTo>
                  <a:lnTo>
                    <a:pt x="216213" y="40291"/>
                  </a:lnTo>
                  <a:lnTo>
                    <a:pt x="289498" y="40291"/>
                  </a:lnTo>
                  <a:lnTo>
                    <a:pt x="219710" y="0"/>
                  </a:lnTo>
                  <a:close/>
                </a:path>
                <a:path extrusionOk="0" h="494665" w="828675">
                  <a:moveTo>
                    <a:pt x="289498" y="40291"/>
                  </a:moveTo>
                  <a:lnTo>
                    <a:pt x="216213" y="40291"/>
                  </a:lnTo>
                  <a:lnTo>
                    <a:pt x="773274" y="361915"/>
                  </a:lnTo>
                  <a:lnTo>
                    <a:pt x="612023" y="455012"/>
                  </a:lnTo>
                  <a:lnTo>
                    <a:pt x="685329" y="455012"/>
                  </a:lnTo>
                  <a:lnTo>
                    <a:pt x="824749" y="374512"/>
                  </a:lnTo>
                  <a:lnTo>
                    <a:pt x="828247" y="368459"/>
                  </a:lnTo>
                  <a:lnTo>
                    <a:pt x="828247" y="355371"/>
                  </a:lnTo>
                  <a:lnTo>
                    <a:pt x="824749" y="349319"/>
                  </a:lnTo>
                  <a:lnTo>
                    <a:pt x="289498" y="40291"/>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Arial"/>
                <a:ea typeface="Arial"/>
                <a:cs typeface="Arial"/>
                <a:sym typeface="Arial"/>
              </a:endParaRPr>
            </a:p>
          </p:txBody>
        </p:sp>
        <p:sp>
          <p:nvSpPr>
            <p:cNvPr id="938" name="Google Shape;938;p27"/>
            <p:cNvSpPr/>
            <p:nvPr/>
          </p:nvSpPr>
          <p:spPr>
            <a:xfrm>
              <a:off x="10315915" y="865233"/>
              <a:ext cx="593725" cy="571500"/>
            </a:xfrm>
            <a:custGeom>
              <a:rect b="b" l="l" r="r" t="t"/>
              <a:pathLst>
                <a:path extrusionOk="0" h="571500" w="593725">
                  <a:moveTo>
                    <a:pt x="0" y="0"/>
                  </a:moveTo>
                  <a:lnTo>
                    <a:pt x="0" y="228516"/>
                  </a:lnTo>
                  <a:lnTo>
                    <a:pt x="593699" y="571291"/>
                  </a:lnTo>
                  <a:lnTo>
                    <a:pt x="593699" y="342774"/>
                  </a:lnTo>
                  <a:lnTo>
                    <a:pt x="0"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Arial"/>
                <a:ea typeface="Arial"/>
                <a:cs typeface="Arial"/>
                <a:sym typeface="Arial"/>
              </a:endParaRPr>
            </a:p>
          </p:txBody>
        </p:sp>
        <p:sp>
          <p:nvSpPr>
            <p:cNvPr id="939" name="Google Shape;939;p27"/>
            <p:cNvSpPr/>
            <p:nvPr/>
          </p:nvSpPr>
          <p:spPr>
            <a:xfrm>
              <a:off x="10297594" y="846087"/>
              <a:ext cx="630554" cy="608965"/>
            </a:xfrm>
            <a:custGeom>
              <a:rect b="b" l="l" r="r" t="t"/>
              <a:pathLst>
                <a:path extrusionOk="0" h="608965" w="630554">
                  <a:moveTo>
                    <a:pt x="21821" y="0"/>
                  </a:moveTo>
                  <a:lnTo>
                    <a:pt x="14826" y="0"/>
                  </a:lnTo>
                  <a:lnTo>
                    <a:pt x="3497" y="6544"/>
                  </a:lnTo>
                  <a:lnTo>
                    <a:pt x="0" y="12606"/>
                  </a:lnTo>
                  <a:lnTo>
                    <a:pt x="0" y="254201"/>
                  </a:lnTo>
                  <a:lnTo>
                    <a:pt x="3497" y="260253"/>
                  </a:lnTo>
                  <a:lnTo>
                    <a:pt x="605698" y="607939"/>
                  </a:lnTo>
                  <a:lnTo>
                    <a:pt x="608861" y="608756"/>
                  </a:lnTo>
                  <a:lnTo>
                    <a:pt x="615185" y="608756"/>
                  </a:lnTo>
                  <a:lnTo>
                    <a:pt x="618358" y="607939"/>
                  </a:lnTo>
                  <a:lnTo>
                    <a:pt x="626850" y="603028"/>
                  </a:lnTo>
                  <a:lnTo>
                    <a:pt x="630347" y="596976"/>
                  </a:lnTo>
                  <a:lnTo>
                    <a:pt x="630347" y="558695"/>
                  </a:lnTo>
                  <a:lnTo>
                    <a:pt x="593699" y="558695"/>
                  </a:lnTo>
                  <a:lnTo>
                    <a:pt x="36648" y="237081"/>
                  </a:lnTo>
                  <a:lnTo>
                    <a:pt x="36648" y="50888"/>
                  </a:lnTo>
                  <a:lnTo>
                    <a:pt x="109961" y="50888"/>
                  </a:lnTo>
                  <a:lnTo>
                    <a:pt x="21821" y="0"/>
                  </a:lnTo>
                  <a:close/>
                </a:path>
                <a:path extrusionOk="0" h="608965" w="630554">
                  <a:moveTo>
                    <a:pt x="109961" y="50888"/>
                  </a:moveTo>
                  <a:lnTo>
                    <a:pt x="36648" y="50888"/>
                  </a:lnTo>
                  <a:lnTo>
                    <a:pt x="593699" y="372501"/>
                  </a:lnTo>
                  <a:lnTo>
                    <a:pt x="593699" y="558695"/>
                  </a:lnTo>
                  <a:lnTo>
                    <a:pt x="630347" y="558695"/>
                  </a:lnTo>
                  <a:lnTo>
                    <a:pt x="630347" y="355371"/>
                  </a:lnTo>
                  <a:lnTo>
                    <a:pt x="626850" y="349319"/>
                  </a:lnTo>
                  <a:lnTo>
                    <a:pt x="109961" y="50888"/>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Arial"/>
                <a:ea typeface="Arial"/>
                <a:cs typeface="Arial"/>
                <a:sym typeface="Arial"/>
              </a:endParaRPr>
            </a:p>
          </p:txBody>
        </p:sp>
        <p:sp>
          <p:nvSpPr>
            <p:cNvPr id="940" name="Google Shape;940;p27"/>
            <p:cNvSpPr/>
            <p:nvPr/>
          </p:nvSpPr>
          <p:spPr>
            <a:xfrm>
              <a:off x="10909615" y="1093748"/>
              <a:ext cx="198120" cy="342900"/>
            </a:xfrm>
            <a:custGeom>
              <a:rect b="b" l="l" r="r" t="t"/>
              <a:pathLst>
                <a:path extrusionOk="0" h="342900" w="198120">
                  <a:moveTo>
                    <a:pt x="197899" y="0"/>
                  </a:moveTo>
                  <a:lnTo>
                    <a:pt x="0" y="114258"/>
                  </a:lnTo>
                  <a:lnTo>
                    <a:pt x="0" y="342774"/>
                  </a:lnTo>
                  <a:lnTo>
                    <a:pt x="197899" y="228516"/>
                  </a:lnTo>
                  <a:lnTo>
                    <a:pt x="197899"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Arial"/>
                <a:ea typeface="Arial"/>
                <a:cs typeface="Arial"/>
                <a:sym typeface="Arial"/>
              </a:endParaRPr>
            </a:p>
          </p:txBody>
        </p:sp>
        <p:sp>
          <p:nvSpPr>
            <p:cNvPr id="941" name="Google Shape;941;p27"/>
            <p:cNvSpPr/>
            <p:nvPr/>
          </p:nvSpPr>
          <p:spPr>
            <a:xfrm>
              <a:off x="10891296" y="1074610"/>
              <a:ext cx="234950" cy="380365"/>
            </a:xfrm>
            <a:custGeom>
              <a:rect b="b" l="l" r="r" t="t"/>
              <a:pathLst>
                <a:path extrusionOk="0" h="380365" w="234950">
                  <a:moveTo>
                    <a:pt x="219710" y="0"/>
                  </a:moveTo>
                  <a:lnTo>
                    <a:pt x="212716" y="0"/>
                  </a:lnTo>
                  <a:lnTo>
                    <a:pt x="3497" y="120802"/>
                  </a:lnTo>
                  <a:lnTo>
                    <a:pt x="0" y="126854"/>
                  </a:lnTo>
                  <a:lnTo>
                    <a:pt x="0" y="368449"/>
                  </a:lnTo>
                  <a:lnTo>
                    <a:pt x="3497" y="374512"/>
                  </a:lnTo>
                  <a:lnTo>
                    <a:pt x="11999" y="379412"/>
                  </a:lnTo>
                  <a:lnTo>
                    <a:pt x="15161" y="380229"/>
                  </a:lnTo>
                  <a:lnTo>
                    <a:pt x="21486" y="380229"/>
                  </a:lnTo>
                  <a:lnTo>
                    <a:pt x="24648" y="379412"/>
                  </a:lnTo>
                  <a:lnTo>
                    <a:pt x="109943" y="330167"/>
                  </a:lnTo>
                  <a:lnTo>
                    <a:pt x="36648" y="330167"/>
                  </a:lnTo>
                  <a:lnTo>
                    <a:pt x="36648" y="143974"/>
                  </a:lnTo>
                  <a:lnTo>
                    <a:pt x="197889" y="50878"/>
                  </a:lnTo>
                  <a:lnTo>
                    <a:pt x="234537" y="50878"/>
                  </a:lnTo>
                  <a:lnTo>
                    <a:pt x="234537" y="12596"/>
                  </a:lnTo>
                  <a:lnTo>
                    <a:pt x="231040" y="6544"/>
                  </a:lnTo>
                  <a:lnTo>
                    <a:pt x="219710" y="0"/>
                  </a:lnTo>
                  <a:close/>
                </a:path>
                <a:path extrusionOk="0" h="380365" w="234950">
                  <a:moveTo>
                    <a:pt x="234537" y="50878"/>
                  </a:moveTo>
                  <a:lnTo>
                    <a:pt x="197889" y="50878"/>
                  </a:lnTo>
                  <a:lnTo>
                    <a:pt x="197889" y="237081"/>
                  </a:lnTo>
                  <a:lnTo>
                    <a:pt x="36648" y="330167"/>
                  </a:lnTo>
                  <a:lnTo>
                    <a:pt x="109943" y="330167"/>
                  </a:lnTo>
                  <a:lnTo>
                    <a:pt x="231040" y="260253"/>
                  </a:lnTo>
                  <a:lnTo>
                    <a:pt x="234537" y="254201"/>
                  </a:lnTo>
                  <a:lnTo>
                    <a:pt x="234537" y="50878"/>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Arial"/>
                <a:ea typeface="Arial"/>
                <a:cs typeface="Arial"/>
                <a:sym typeface="Arial"/>
              </a:endParaRPr>
            </a:p>
          </p:txBody>
        </p:sp>
      </p:grpSp>
      <p:grpSp>
        <p:nvGrpSpPr>
          <p:cNvPr id="942" name="Google Shape;942;p27"/>
          <p:cNvGrpSpPr/>
          <p:nvPr/>
        </p:nvGrpSpPr>
        <p:grpSpPr>
          <a:xfrm>
            <a:off x="3403480" y="856369"/>
            <a:ext cx="304665" cy="347998"/>
            <a:chOff x="6537493" y="10081403"/>
            <a:chExt cx="433070" cy="494666"/>
          </a:xfrm>
        </p:grpSpPr>
        <p:sp>
          <p:nvSpPr>
            <p:cNvPr id="943" name="Google Shape;943;p27"/>
            <p:cNvSpPr/>
            <p:nvPr/>
          </p:nvSpPr>
          <p:spPr>
            <a:xfrm>
              <a:off x="6555821" y="10100552"/>
              <a:ext cx="396240" cy="457200"/>
            </a:xfrm>
            <a:custGeom>
              <a:rect b="b" l="l" r="r" t="t"/>
              <a:pathLst>
                <a:path extrusionOk="0" h="457200" w="396240">
                  <a:moveTo>
                    <a:pt x="197899" y="0"/>
                  </a:moveTo>
                  <a:lnTo>
                    <a:pt x="0" y="114258"/>
                  </a:lnTo>
                  <a:lnTo>
                    <a:pt x="0" y="342774"/>
                  </a:lnTo>
                  <a:lnTo>
                    <a:pt x="197899" y="457033"/>
                  </a:lnTo>
                  <a:lnTo>
                    <a:pt x="395799" y="342774"/>
                  </a:lnTo>
                  <a:lnTo>
                    <a:pt x="395799" y="114258"/>
                  </a:lnTo>
                  <a:lnTo>
                    <a:pt x="197899" y="0"/>
                  </a:lnTo>
                  <a:close/>
                </a:path>
              </a:pathLst>
            </a:custGeom>
            <a:solidFill>
              <a:schemeClr val="accent1"/>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Arial"/>
                <a:ea typeface="Arial"/>
                <a:cs typeface="Arial"/>
                <a:sym typeface="Arial"/>
              </a:endParaRPr>
            </a:p>
          </p:txBody>
        </p:sp>
        <p:sp>
          <p:nvSpPr>
            <p:cNvPr id="944" name="Google Shape;944;p27"/>
            <p:cNvSpPr/>
            <p:nvPr/>
          </p:nvSpPr>
          <p:spPr>
            <a:xfrm>
              <a:off x="6537493" y="10081404"/>
              <a:ext cx="433070" cy="494665"/>
            </a:xfrm>
            <a:custGeom>
              <a:rect b="b" l="l" r="r" t="t"/>
              <a:pathLst>
                <a:path extrusionOk="0" h="494665" w="433070">
                  <a:moveTo>
                    <a:pt x="219721" y="0"/>
                  </a:moveTo>
                  <a:lnTo>
                    <a:pt x="212726" y="0"/>
                  </a:lnTo>
                  <a:lnTo>
                    <a:pt x="3497" y="120802"/>
                  </a:lnTo>
                  <a:lnTo>
                    <a:pt x="0" y="126865"/>
                  </a:lnTo>
                  <a:lnTo>
                    <a:pt x="0" y="368470"/>
                  </a:lnTo>
                  <a:lnTo>
                    <a:pt x="3497" y="374522"/>
                  </a:lnTo>
                  <a:lnTo>
                    <a:pt x="209899" y="493691"/>
                  </a:lnTo>
                  <a:lnTo>
                    <a:pt x="213072" y="494508"/>
                  </a:lnTo>
                  <a:lnTo>
                    <a:pt x="219385" y="494508"/>
                  </a:lnTo>
                  <a:lnTo>
                    <a:pt x="222558" y="493691"/>
                  </a:lnTo>
                  <a:lnTo>
                    <a:pt x="289533" y="455022"/>
                  </a:lnTo>
                  <a:lnTo>
                    <a:pt x="216223" y="455022"/>
                  </a:lnTo>
                  <a:lnTo>
                    <a:pt x="36648" y="351340"/>
                  </a:lnTo>
                  <a:lnTo>
                    <a:pt x="36648" y="143985"/>
                  </a:lnTo>
                  <a:lnTo>
                    <a:pt x="216223" y="40302"/>
                  </a:lnTo>
                  <a:lnTo>
                    <a:pt x="289528" y="40302"/>
                  </a:lnTo>
                  <a:lnTo>
                    <a:pt x="219721" y="0"/>
                  </a:lnTo>
                  <a:close/>
                </a:path>
                <a:path extrusionOk="0" h="494665" w="433070">
                  <a:moveTo>
                    <a:pt x="289528" y="40302"/>
                  </a:moveTo>
                  <a:lnTo>
                    <a:pt x="216223" y="40302"/>
                  </a:lnTo>
                  <a:lnTo>
                    <a:pt x="395809" y="143985"/>
                  </a:lnTo>
                  <a:lnTo>
                    <a:pt x="395809" y="351340"/>
                  </a:lnTo>
                  <a:lnTo>
                    <a:pt x="216223" y="455022"/>
                  </a:lnTo>
                  <a:lnTo>
                    <a:pt x="289533" y="455022"/>
                  </a:lnTo>
                  <a:lnTo>
                    <a:pt x="428960" y="374522"/>
                  </a:lnTo>
                  <a:lnTo>
                    <a:pt x="432458" y="368470"/>
                  </a:lnTo>
                  <a:lnTo>
                    <a:pt x="432458" y="126865"/>
                  </a:lnTo>
                  <a:lnTo>
                    <a:pt x="428960" y="120802"/>
                  </a:lnTo>
                  <a:lnTo>
                    <a:pt x="289528" y="40302"/>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Arial"/>
                <a:ea typeface="Arial"/>
                <a:cs typeface="Arial"/>
                <a:sym typeface="Arial"/>
              </a:endParaRPr>
            </a:p>
          </p:txBody>
        </p:sp>
        <p:sp>
          <p:nvSpPr>
            <p:cNvPr id="945" name="Google Shape;945;p27"/>
            <p:cNvSpPr/>
            <p:nvPr/>
          </p:nvSpPr>
          <p:spPr>
            <a:xfrm>
              <a:off x="6753721" y="10100551"/>
              <a:ext cx="198120" cy="342900"/>
            </a:xfrm>
            <a:custGeom>
              <a:rect b="b" l="l" r="r" t="t"/>
              <a:pathLst>
                <a:path extrusionOk="0" h="342900" w="198120">
                  <a:moveTo>
                    <a:pt x="0" y="0"/>
                  </a:moveTo>
                  <a:lnTo>
                    <a:pt x="0" y="228516"/>
                  </a:lnTo>
                  <a:lnTo>
                    <a:pt x="197899" y="342774"/>
                  </a:lnTo>
                  <a:lnTo>
                    <a:pt x="197899" y="114258"/>
                  </a:lnTo>
                  <a:lnTo>
                    <a:pt x="0"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Arial"/>
                <a:ea typeface="Arial"/>
                <a:cs typeface="Arial"/>
                <a:sym typeface="Arial"/>
              </a:endParaRPr>
            </a:p>
          </p:txBody>
        </p:sp>
        <p:sp>
          <p:nvSpPr>
            <p:cNvPr id="946" name="Google Shape;946;p27"/>
            <p:cNvSpPr/>
            <p:nvPr/>
          </p:nvSpPr>
          <p:spPr>
            <a:xfrm>
              <a:off x="6735397" y="10081403"/>
              <a:ext cx="234950" cy="380365"/>
            </a:xfrm>
            <a:custGeom>
              <a:rect b="b" l="l" r="r" t="t"/>
              <a:pathLst>
                <a:path extrusionOk="0" h="380365" w="234950">
                  <a:moveTo>
                    <a:pt x="21821" y="0"/>
                  </a:moveTo>
                  <a:lnTo>
                    <a:pt x="14826" y="0"/>
                  </a:lnTo>
                  <a:lnTo>
                    <a:pt x="3497" y="6544"/>
                  </a:lnTo>
                  <a:lnTo>
                    <a:pt x="0" y="12606"/>
                  </a:lnTo>
                  <a:lnTo>
                    <a:pt x="0" y="254212"/>
                  </a:lnTo>
                  <a:lnTo>
                    <a:pt x="3497" y="260264"/>
                  </a:lnTo>
                  <a:lnTo>
                    <a:pt x="209899" y="379433"/>
                  </a:lnTo>
                  <a:lnTo>
                    <a:pt x="213072" y="380250"/>
                  </a:lnTo>
                  <a:lnTo>
                    <a:pt x="219385" y="380250"/>
                  </a:lnTo>
                  <a:lnTo>
                    <a:pt x="222558" y="379433"/>
                  </a:lnTo>
                  <a:lnTo>
                    <a:pt x="231050" y="374522"/>
                  </a:lnTo>
                  <a:lnTo>
                    <a:pt x="234547" y="368470"/>
                  </a:lnTo>
                  <a:lnTo>
                    <a:pt x="234547" y="330188"/>
                  </a:lnTo>
                  <a:lnTo>
                    <a:pt x="197899" y="330188"/>
                  </a:lnTo>
                  <a:lnTo>
                    <a:pt x="36648" y="237081"/>
                  </a:lnTo>
                  <a:lnTo>
                    <a:pt x="36648" y="50888"/>
                  </a:lnTo>
                  <a:lnTo>
                    <a:pt x="109952" y="50888"/>
                  </a:lnTo>
                  <a:lnTo>
                    <a:pt x="21821" y="0"/>
                  </a:lnTo>
                  <a:close/>
                </a:path>
                <a:path extrusionOk="0" h="380365" w="234950">
                  <a:moveTo>
                    <a:pt x="109952" y="50888"/>
                  </a:moveTo>
                  <a:lnTo>
                    <a:pt x="36648" y="50888"/>
                  </a:lnTo>
                  <a:lnTo>
                    <a:pt x="197899" y="143985"/>
                  </a:lnTo>
                  <a:lnTo>
                    <a:pt x="197899" y="330188"/>
                  </a:lnTo>
                  <a:lnTo>
                    <a:pt x="234547" y="330188"/>
                  </a:lnTo>
                  <a:lnTo>
                    <a:pt x="234547" y="126865"/>
                  </a:lnTo>
                  <a:lnTo>
                    <a:pt x="231050" y="120813"/>
                  </a:lnTo>
                  <a:lnTo>
                    <a:pt x="109952" y="50888"/>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Arial"/>
                <a:ea typeface="Arial"/>
                <a:cs typeface="Arial"/>
                <a:sym typeface="Arial"/>
              </a:endParaRPr>
            </a:p>
          </p:txBody>
        </p:sp>
        <p:sp>
          <p:nvSpPr>
            <p:cNvPr id="947" name="Google Shape;947;p27"/>
            <p:cNvSpPr/>
            <p:nvPr/>
          </p:nvSpPr>
          <p:spPr>
            <a:xfrm>
              <a:off x="6555821" y="10100552"/>
              <a:ext cx="198120" cy="342900"/>
            </a:xfrm>
            <a:custGeom>
              <a:rect b="b" l="l" r="r" t="t"/>
              <a:pathLst>
                <a:path extrusionOk="0" h="342900" w="198120">
                  <a:moveTo>
                    <a:pt x="197899" y="0"/>
                  </a:moveTo>
                  <a:lnTo>
                    <a:pt x="0" y="114258"/>
                  </a:lnTo>
                  <a:lnTo>
                    <a:pt x="0" y="342774"/>
                  </a:lnTo>
                  <a:lnTo>
                    <a:pt x="197899" y="228516"/>
                  </a:lnTo>
                  <a:lnTo>
                    <a:pt x="197899"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Arial"/>
                <a:ea typeface="Arial"/>
                <a:cs typeface="Arial"/>
                <a:sym typeface="Arial"/>
              </a:endParaRPr>
            </a:p>
          </p:txBody>
        </p:sp>
        <p:sp>
          <p:nvSpPr>
            <p:cNvPr id="948" name="Google Shape;948;p27"/>
            <p:cNvSpPr/>
            <p:nvPr/>
          </p:nvSpPr>
          <p:spPr>
            <a:xfrm>
              <a:off x="6537493" y="10081407"/>
              <a:ext cx="234950" cy="380365"/>
            </a:xfrm>
            <a:custGeom>
              <a:rect b="b" l="l" r="r" t="t"/>
              <a:pathLst>
                <a:path extrusionOk="0" h="380365" w="234950">
                  <a:moveTo>
                    <a:pt x="219721" y="0"/>
                  </a:moveTo>
                  <a:lnTo>
                    <a:pt x="212726" y="0"/>
                  </a:lnTo>
                  <a:lnTo>
                    <a:pt x="3497" y="120802"/>
                  </a:lnTo>
                  <a:lnTo>
                    <a:pt x="0" y="126854"/>
                  </a:lnTo>
                  <a:lnTo>
                    <a:pt x="0" y="368459"/>
                  </a:lnTo>
                  <a:lnTo>
                    <a:pt x="3497" y="374522"/>
                  </a:lnTo>
                  <a:lnTo>
                    <a:pt x="11999" y="379423"/>
                  </a:lnTo>
                  <a:lnTo>
                    <a:pt x="15161" y="380239"/>
                  </a:lnTo>
                  <a:lnTo>
                    <a:pt x="21486" y="380239"/>
                  </a:lnTo>
                  <a:lnTo>
                    <a:pt x="24648" y="379423"/>
                  </a:lnTo>
                  <a:lnTo>
                    <a:pt x="109940" y="330178"/>
                  </a:lnTo>
                  <a:lnTo>
                    <a:pt x="36648" y="330178"/>
                  </a:lnTo>
                  <a:lnTo>
                    <a:pt x="36648" y="143985"/>
                  </a:lnTo>
                  <a:lnTo>
                    <a:pt x="197899" y="50878"/>
                  </a:lnTo>
                  <a:lnTo>
                    <a:pt x="234547" y="50878"/>
                  </a:lnTo>
                  <a:lnTo>
                    <a:pt x="234547" y="12596"/>
                  </a:lnTo>
                  <a:lnTo>
                    <a:pt x="231050" y="6544"/>
                  </a:lnTo>
                  <a:lnTo>
                    <a:pt x="219721" y="0"/>
                  </a:lnTo>
                  <a:close/>
                </a:path>
                <a:path extrusionOk="0" h="380365" w="234950">
                  <a:moveTo>
                    <a:pt x="234547" y="50878"/>
                  </a:moveTo>
                  <a:lnTo>
                    <a:pt x="197899" y="50878"/>
                  </a:lnTo>
                  <a:lnTo>
                    <a:pt x="197899" y="237081"/>
                  </a:lnTo>
                  <a:lnTo>
                    <a:pt x="36648" y="330178"/>
                  </a:lnTo>
                  <a:lnTo>
                    <a:pt x="109940" y="330178"/>
                  </a:lnTo>
                  <a:lnTo>
                    <a:pt x="231050" y="260253"/>
                  </a:lnTo>
                  <a:lnTo>
                    <a:pt x="234547" y="254201"/>
                  </a:lnTo>
                  <a:lnTo>
                    <a:pt x="234547" y="50878"/>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Arial"/>
                <a:ea typeface="Arial"/>
                <a:cs typeface="Arial"/>
                <a:sym typeface="Arial"/>
              </a:endParaRPr>
            </a:p>
          </p:txBody>
        </p:sp>
      </p:grpSp>
      <p:sp>
        <p:nvSpPr>
          <p:cNvPr id="949" name="Google Shape;949;p27"/>
          <p:cNvSpPr txBox="1"/>
          <p:nvPr>
            <p:ph idx="1" type="body"/>
          </p:nvPr>
        </p:nvSpPr>
        <p:spPr>
          <a:xfrm>
            <a:off x="283378" y="-206153"/>
            <a:ext cx="2661372" cy="3689429"/>
          </a:xfrm>
          <a:prstGeom prst="rect">
            <a:avLst/>
          </a:prstGeom>
          <a:noFill/>
          <a:ln>
            <a:noFill/>
          </a:ln>
        </p:spPr>
        <p:txBody>
          <a:bodyPr anchorCtr="0" anchor="t" bIns="0" lIns="0" spcFirstLastPara="1" rIns="0" wrap="square" tIns="0">
            <a:noAutofit/>
          </a:bodyPr>
          <a:lstStyle>
            <a:lvl1pPr indent="-228600" lvl="0" marL="457200" marR="0" rtl="0" algn="l">
              <a:lnSpc>
                <a:spcPct val="100000"/>
              </a:lnSpc>
              <a:spcBef>
                <a:spcPts val="0"/>
              </a:spcBef>
              <a:spcAft>
                <a:spcPts val="0"/>
              </a:spcAft>
              <a:buClr>
                <a:srgbClr val="000000"/>
              </a:buClr>
              <a:buSzPts val="1400"/>
              <a:buFont typeface="Arial"/>
              <a:buNone/>
              <a:defRPr b="1" i="0" sz="30000" u="none" cap="none" strike="noStrike">
                <a:solidFill>
                  <a:schemeClr val="lt1"/>
                </a:solidFill>
                <a:latin typeface="Proxima Nova"/>
                <a:ea typeface="Proxima Nova"/>
                <a:cs typeface="Proxima Nova"/>
                <a:sym typeface="Proxima Nova"/>
              </a:defRPr>
            </a:lvl1pPr>
            <a:lvl2pPr indent="-317500" lvl="1" marL="914400" marR="0" rtl="0" algn="l">
              <a:lnSpc>
                <a:spcPct val="100000"/>
              </a:lnSpc>
              <a:spcBef>
                <a:spcPts val="0"/>
              </a:spcBef>
              <a:spcAft>
                <a:spcPts val="0"/>
              </a:spcAft>
              <a:buClr>
                <a:srgbClr val="000000"/>
              </a:buClr>
              <a:buSzPts val="1400"/>
              <a:buFont typeface="Proxima Nova"/>
              <a:buChar char="○"/>
              <a:defRPr b="0" i="0" sz="1400" u="none" cap="none" strike="noStrike">
                <a:solidFill>
                  <a:srgbClr val="000000"/>
                </a:solidFill>
                <a:latin typeface="Proxima Nova"/>
                <a:ea typeface="Proxima Nova"/>
                <a:cs typeface="Proxima Nova"/>
                <a:sym typeface="Proxima Nova"/>
              </a:defRPr>
            </a:lvl2pPr>
            <a:lvl3pPr indent="-317500" lvl="2" marL="1371600" marR="0" rtl="0" algn="l">
              <a:lnSpc>
                <a:spcPct val="100000"/>
              </a:lnSpc>
              <a:spcBef>
                <a:spcPts val="0"/>
              </a:spcBef>
              <a:spcAft>
                <a:spcPts val="0"/>
              </a:spcAft>
              <a:buClr>
                <a:srgbClr val="000000"/>
              </a:buClr>
              <a:buSzPts val="1400"/>
              <a:buFont typeface="Proxima Nova"/>
              <a:buChar char="■"/>
              <a:defRPr b="0" i="0" sz="1400" u="none" cap="none" strike="noStrike">
                <a:solidFill>
                  <a:srgbClr val="000000"/>
                </a:solidFill>
                <a:latin typeface="Proxima Nova"/>
                <a:ea typeface="Proxima Nova"/>
                <a:cs typeface="Proxima Nova"/>
                <a:sym typeface="Proxima Nova"/>
              </a:defRPr>
            </a:lvl3pPr>
            <a:lvl4pPr indent="-317500" lvl="3" marL="1828800" marR="0" rtl="0" algn="l">
              <a:lnSpc>
                <a:spcPct val="100000"/>
              </a:lnSpc>
              <a:spcBef>
                <a:spcPts val="0"/>
              </a:spcBef>
              <a:spcAft>
                <a:spcPts val="0"/>
              </a:spcAft>
              <a:buClr>
                <a:srgbClr val="000000"/>
              </a:buClr>
              <a:buSzPts val="1400"/>
              <a:buFont typeface="Proxima Nova"/>
              <a:buChar char="●"/>
              <a:defRPr b="0" i="0" sz="1400" u="none" cap="none" strike="noStrike">
                <a:solidFill>
                  <a:srgbClr val="000000"/>
                </a:solidFill>
                <a:latin typeface="Proxima Nova"/>
                <a:ea typeface="Proxima Nova"/>
                <a:cs typeface="Proxima Nova"/>
                <a:sym typeface="Proxima Nova"/>
              </a:defRPr>
            </a:lvl4pPr>
            <a:lvl5pPr indent="-317500" lvl="4" marL="2286000" marR="0" rtl="0" algn="l">
              <a:lnSpc>
                <a:spcPct val="100000"/>
              </a:lnSpc>
              <a:spcBef>
                <a:spcPts val="0"/>
              </a:spcBef>
              <a:spcAft>
                <a:spcPts val="0"/>
              </a:spcAft>
              <a:buClr>
                <a:srgbClr val="000000"/>
              </a:buClr>
              <a:buSzPts val="1400"/>
              <a:buFont typeface="Proxima Nova"/>
              <a:buChar char="○"/>
              <a:defRPr b="0" i="0" sz="1400" u="none" cap="none" strike="noStrike">
                <a:solidFill>
                  <a:srgbClr val="000000"/>
                </a:solidFill>
                <a:latin typeface="Proxima Nova"/>
                <a:ea typeface="Proxima Nova"/>
                <a:cs typeface="Proxima Nova"/>
                <a:sym typeface="Proxima Nova"/>
              </a:defRPr>
            </a:lvl5pPr>
            <a:lvl6pPr indent="-317500" lvl="5" marL="2743200" marR="0" rtl="0" algn="l">
              <a:lnSpc>
                <a:spcPct val="100000"/>
              </a:lnSpc>
              <a:spcBef>
                <a:spcPts val="0"/>
              </a:spcBef>
              <a:spcAft>
                <a:spcPts val="0"/>
              </a:spcAft>
              <a:buClr>
                <a:srgbClr val="000000"/>
              </a:buClr>
              <a:buSzPts val="1400"/>
              <a:buFont typeface="Proxima Nova"/>
              <a:buChar char="■"/>
              <a:defRPr b="0" i="0" sz="1400" u="none" cap="none" strike="noStrike">
                <a:solidFill>
                  <a:srgbClr val="000000"/>
                </a:solidFill>
                <a:latin typeface="Proxima Nova"/>
                <a:ea typeface="Proxima Nova"/>
                <a:cs typeface="Proxima Nova"/>
                <a:sym typeface="Proxima Nova"/>
              </a:defRPr>
            </a:lvl6pPr>
            <a:lvl7pPr indent="-317500" lvl="6" marL="3200400" marR="0" rtl="0" algn="l">
              <a:lnSpc>
                <a:spcPct val="100000"/>
              </a:lnSpc>
              <a:spcBef>
                <a:spcPts val="0"/>
              </a:spcBef>
              <a:spcAft>
                <a:spcPts val="0"/>
              </a:spcAft>
              <a:buClr>
                <a:srgbClr val="000000"/>
              </a:buClr>
              <a:buSzPts val="1400"/>
              <a:buFont typeface="Proxima Nova"/>
              <a:buChar char="●"/>
              <a:defRPr b="0" i="0" sz="1400" u="none" cap="none" strike="noStrike">
                <a:solidFill>
                  <a:srgbClr val="000000"/>
                </a:solidFill>
                <a:latin typeface="Proxima Nova"/>
                <a:ea typeface="Proxima Nova"/>
                <a:cs typeface="Proxima Nova"/>
                <a:sym typeface="Proxima Nova"/>
              </a:defRPr>
            </a:lvl7pPr>
            <a:lvl8pPr indent="-317500" lvl="7" marL="3657600" marR="0" rtl="0" algn="l">
              <a:lnSpc>
                <a:spcPct val="100000"/>
              </a:lnSpc>
              <a:spcBef>
                <a:spcPts val="0"/>
              </a:spcBef>
              <a:spcAft>
                <a:spcPts val="0"/>
              </a:spcAft>
              <a:buClr>
                <a:srgbClr val="000000"/>
              </a:buClr>
              <a:buSzPts val="1400"/>
              <a:buFont typeface="Proxima Nova"/>
              <a:buChar char="○"/>
              <a:defRPr b="0" i="0" sz="1400" u="none" cap="none" strike="noStrike">
                <a:solidFill>
                  <a:srgbClr val="000000"/>
                </a:solidFill>
                <a:latin typeface="Proxima Nova"/>
                <a:ea typeface="Proxima Nova"/>
                <a:cs typeface="Proxima Nova"/>
                <a:sym typeface="Proxima Nova"/>
              </a:defRPr>
            </a:lvl8pPr>
            <a:lvl9pPr indent="-317500" lvl="8" marL="4114800" marR="0" rtl="0" algn="l">
              <a:lnSpc>
                <a:spcPct val="100000"/>
              </a:lnSpc>
              <a:spcBef>
                <a:spcPts val="0"/>
              </a:spcBef>
              <a:spcAft>
                <a:spcPts val="0"/>
              </a:spcAft>
              <a:buClr>
                <a:srgbClr val="000000"/>
              </a:buClr>
              <a:buSzPts val="1400"/>
              <a:buFont typeface="Proxima Nova"/>
              <a:buChar char="■"/>
              <a:defRPr b="0" i="0" sz="1400" u="none" cap="none" strike="noStrike">
                <a:solidFill>
                  <a:srgbClr val="000000"/>
                </a:solidFill>
                <a:latin typeface="Proxima Nova"/>
                <a:ea typeface="Proxima Nova"/>
                <a:cs typeface="Proxima Nova"/>
                <a:sym typeface="Proxima Nova"/>
              </a:defRPr>
            </a:lvl9pPr>
          </a:lstStyle>
          <a:p/>
        </p:txBody>
      </p:sp>
      <p:sp>
        <p:nvSpPr>
          <p:cNvPr id="950" name="Google Shape;950;p27"/>
          <p:cNvSpPr txBox="1"/>
          <p:nvPr>
            <p:ph idx="2" type="body"/>
          </p:nvPr>
        </p:nvSpPr>
        <p:spPr>
          <a:xfrm>
            <a:off x="4077675" y="638575"/>
            <a:ext cx="3650100" cy="2415000"/>
          </a:xfrm>
          <a:prstGeom prst="rect">
            <a:avLst/>
          </a:prstGeom>
          <a:noFill/>
          <a:ln>
            <a:noFill/>
          </a:ln>
        </p:spPr>
        <p:txBody>
          <a:bodyPr anchorCtr="0" anchor="t" bIns="0" lIns="0" spcFirstLastPara="1" rIns="0" wrap="square" tIns="0">
            <a:noAutofit/>
          </a:bodyPr>
          <a:lstStyle>
            <a:lvl1pPr indent="-317500" lvl="0" marL="457200" marR="0" rtl="0" algn="l">
              <a:lnSpc>
                <a:spcPct val="100000"/>
              </a:lnSpc>
              <a:spcBef>
                <a:spcPts val="0"/>
              </a:spcBef>
              <a:spcAft>
                <a:spcPts val="0"/>
              </a:spcAft>
              <a:buClr>
                <a:srgbClr val="000000"/>
              </a:buClr>
              <a:buSzPts val="1400"/>
              <a:buFont typeface="Proxima Nova"/>
              <a:buChar char="●"/>
              <a:defRPr b="0" i="0" sz="1400" u="none" cap="none" strike="noStrike">
                <a:solidFill>
                  <a:srgbClr val="000000"/>
                </a:solidFill>
                <a:latin typeface="Proxima Nova"/>
                <a:ea typeface="Proxima Nova"/>
                <a:cs typeface="Proxima Nova"/>
                <a:sym typeface="Proxima Nova"/>
              </a:defRPr>
            </a:lvl1pPr>
            <a:lvl2pPr indent="-317500" lvl="1" marL="914400" marR="0" rtl="0" algn="l">
              <a:lnSpc>
                <a:spcPct val="100000"/>
              </a:lnSpc>
              <a:spcBef>
                <a:spcPts val="0"/>
              </a:spcBef>
              <a:spcAft>
                <a:spcPts val="0"/>
              </a:spcAft>
              <a:buClr>
                <a:srgbClr val="000000"/>
              </a:buClr>
              <a:buSzPts val="1400"/>
              <a:buFont typeface="Proxima Nova"/>
              <a:buChar char="○"/>
              <a:defRPr b="0" i="0" sz="1400" u="none" cap="none" strike="noStrike">
                <a:solidFill>
                  <a:srgbClr val="000000"/>
                </a:solidFill>
                <a:latin typeface="Proxima Nova"/>
                <a:ea typeface="Proxima Nova"/>
                <a:cs typeface="Proxima Nova"/>
                <a:sym typeface="Proxima Nova"/>
              </a:defRPr>
            </a:lvl2pPr>
            <a:lvl3pPr indent="-317500" lvl="2" marL="1371600" marR="0" rtl="0" algn="l">
              <a:lnSpc>
                <a:spcPct val="100000"/>
              </a:lnSpc>
              <a:spcBef>
                <a:spcPts val="0"/>
              </a:spcBef>
              <a:spcAft>
                <a:spcPts val="0"/>
              </a:spcAft>
              <a:buClr>
                <a:srgbClr val="000000"/>
              </a:buClr>
              <a:buSzPts val="1400"/>
              <a:buFont typeface="Proxima Nova"/>
              <a:buChar char="■"/>
              <a:defRPr b="0" i="0" sz="1400" u="none" cap="none" strike="noStrike">
                <a:solidFill>
                  <a:srgbClr val="000000"/>
                </a:solidFill>
                <a:latin typeface="Proxima Nova"/>
                <a:ea typeface="Proxima Nova"/>
                <a:cs typeface="Proxima Nova"/>
                <a:sym typeface="Proxima Nova"/>
              </a:defRPr>
            </a:lvl3pPr>
            <a:lvl4pPr indent="-317500" lvl="3" marL="1828800" marR="0" rtl="0" algn="l">
              <a:lnSpc>
                <a:spcPct val="100000"/>
              </a:lnSpc>
              <a:spcBef>
                <a:spcPts val="0"/>
              </a:spcBef>
              <a:spcAft>
                <a:spcPts val="0"/>
              </a:spcAft>
              <a:buClr>
                <a:srgbClr val="000000"/>
              </a:buClr>
              <a:buSzPts val="1400"/>
              <a:buFont typeface="Proxima Nova"/>
              <a:buChar char="●"/>
              <a:defRPr b="0" i="0" sz="1400" u="none" cap="none" strike="noStrike">
                <a:solidFill>
                  <a:srgbClr val="000000"/>
                </a:solidFill>
                <a:latin typeface="Proxima Nova"/>
                <a:ea typeface="Proxima Nova"/>
                <a:cs typeface="Proxima Nova"/>
                <a:sym typeface="Proxima Nova"/>
              </a:defRPr>
            </a:lvl4pPr>
            <a:lvl5pPr indent="-317500" lvl="4" marL="2286000" marR="0" rtl="0" algn="l">
              <a:lnSpc>
                <a:spcPct val="100000"/>
              </a:lnSpc>
              <a:spcBef>
                <a:spcPts val="0"/>
              </a:spcBef>
              <a:spcAft>
                <a:spcPts val="0"/>
              </a:spcAft>
              <a:buClr>
                <a:srgbClr val="000000"/>
              </a:buClr>
              <a:buSzPts val="1400"/>
              <a:buFont typeface="Proxima Nova"/>
              <a:buChar char="○"/>
              <a:defRPr b="0" i="0" sz="1400" u="none" cap="none" strike="noStrike">
                <a:solidFill>
                  <a:srgbClr val="000000"/>
                </a:solidFill>
                <a:latin typeface="Proxima Nova"/>
                <a:ea typeface="Proxima Nova"/>
                <a:cs typeface="Proxima Nova"/>
                <a:sym typeface="Proxima Nova"/>
              </a:defRPr>
            </a:lvl5pPr>
            <a:lvl6pPr indent="-317500" lvl="5" marL="2743200" marR="0" rtl="0" algn="l">
              <a:lnSpc>
                <a:spcPct val="100000"/>
              </a:lnSpc>
              <a:spcBef>
                <a:spcPts val="0"/>
              </a:spcBef>
              <a:spcAft>
                <a:spcPts val="0"/>
              </a:spcAft>
              <a:buClr>
                <a:srgbClr val="000000"/>
              </a:buClr>
              <a:buSzPts val="1400"/>
              <a:buFont typeface="Proxima Nova"/>
              <a:buChar char="■"/>
              <a:defRPr b="0" i="0" sz="1400" u="none" cap="none" strike="noStrike">
                <a:solidFill>
                  <a:srgbClr val="000000"/>
                </a:solidFill>
                <a:latin typeface="Proxima Nova"/>
                <a:ea typeface="Proxima Nova"/>
                <a:cs typeface="Proxima Nova"/>
                <a:sym typeface="Proxima Nova"/>
              </a:defRPr>
            </a:lvl6pPr>
            <a:lvl7pPr indent="-317500" lvl="6" marL="3200400" marR="0" rtl="0" algn="l">
              <a:lnSpc>
                <a:spcPct val="100000"/>
              </a:lnSpc>
              <a:spcBef>
                <a:spcPts val="0"/>
              </a:spcBef>
              <a:spcAft>
                <a:spcPts val="0"/>
              </a:spcAft>
              <a:buClr>
                <a:srgbClr val="000000"/>
              </a:buClr>
              <a:buSzPts val="1400"/>
              <a:buFont typeface="Proxima Nova"/>
              <a:buChar char="●"/>
              <a:defRPr b="0" i="0" sz="1400" u="none" cap="none" strike="noStrike">
                <a:solidFill>
                  <a:srgbClr val="000000"/>
                </a:solidFill>
                <a:latin typeface="Proxima Nova"/>
                <a:ea typeface="Proxima Nova"/>
                <a:cs typeface="Proxima Nova"/>
                <a:sym typeface="Proxima Nova"/>
              </a:defRPr>
            </a:lvl7pPr>
            <a:lvl8pPr indent="-317500" lvl="7" marL="3657600" marR="0" rtl="0" algn="l">
              <a:lnSpc>
                <a:spcPct val="100000"/>
              </a:lnSpc>
              <a:spcBef>
                <a:spcPts val="0"/>
              </a:spcBef>
              <a:spcAft>
                <a:spcPts val="0"/>
              </a:spcAft>
              <a:buClr>
                <a:srgbClr val="000000"/>
              </a:buClr>
              <a:buSzPts val="1400"/>
              <a:buFont typeface="Proxima Nova"/>
              <a:buChar char="○"/>
              <a:defRPr b="0" i="0" sz="1400" u="none" cap="none" strike="noStrike">
                <a:solidFill>
                  <a:srgbClr val="000000"/>
                </a:solidFill>
                <a:latin typeface="Proxima Nova"/>
                <a:ea typeface="Proxima Nova"/>
                <a:cs typeface="Proxima Nova"/>
                <a:sym typeface="Proxima Nova"/>
              </a:defRPr>
            </a:lvl8pPr>
            <a:lvl9pPr indent="-317500" lvl="8" marL="4114800" marR="0" rtl="0" algn="l">
              <a:lnSpc>
                <a:spcPct val="100000"/>
              </a:lnSpc>
              <a:spcBef>
                <a:spcPts val="0"/>
              </a:spcBef>
              <a:spcAft>
                <a:spcPts val="0"/>
              </a:spcAft>
              <a:buClr>
                <a:srgbClr val="000000"/>
              </a:buClr>
              <a:buSzPts val="1400"/>
              <a:buFont typeface="Proxima Nova"/>
              <a:buChar char="■"/>
              <a:defRPr b="0" i="0" sz="1400" u="none" cap="none" strike="noStrike">
                <a:solidFill>
                  <a:srgbClr val="000000"/>
                </a:solidFill>
                <a:latin typeface="Proxima Nova"/>
                <a:ea typeface="Proxima Nova"/>
                <a:cs typeface="Proxima Nova"/>
                <a:sym typeface="Proxima Nova"/>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Key Points">
  <p:cSld name="Key Points">
    <p:bg>
      <p:bgPr>
        <a:solidFill>
          <a:schemeClr val="accent1"/>
        </a:solidFill>
      </p:bgPr>
    </p:bg>
    <p:spTree>
      <p:nvGrpSpPr>
        <p:cNvPr id="951" name="Shape 951"/>
        <p:cNvGrpSpPr/>
        <p:nvPr/>
      </p:nvGrpSpPr>
      <p:grpSpPr>
        <a:xfrm>
          <a:off x="0" y="0"/>
          <a:ext cx="0" cy="0"/>
          <a:chOff x="0" y="0"/>
          <a:chExt cx="0" cy="0"/>
        </a:xfrm>
      </p:grpSpPr>
      <p:sp>
        <p:nvSpPr>
          <p:cNvPr id="952" name="Google Shape;952;p28"/>
          <p:cNvSpPr txBox="1"/>
          <p:nvPr>
            <p:ph type="title"/>
          </p:nvPr>
        </p:nvSpPr>
        <p:spPr>
          <a:xfrm>
            <a:off x="452425" y="351725"/>
            <a:ext cx="6777600" cy="344700"/>
          </a:xfrm>
          <a:prstGeom prst="rect">
            <a:avLst/>
          </a:prstGeom>
          <a:noFill/>
          <a:ln>
            <a:noFill/>
          </a:ln>
        </p:spPr>
        <p:txBody>
          <a:bodyPr anchorCtr="0" anchor="t" bIns="0" lIns="0" spcFirstLastPara="1" rIns="0" wrap="square" tIns="0">
            <a:noAutofit/>
          </a:bodyPr>
          <a:lstStyle>
            <a:lvl1pPr lvl="0" marR="0" rtl="0" algn="l">
              <a:lnSpc>
                <a:spcPct val="80000"/>
              </a:lnSpc>
              <a:spcBef>
                <a:spcPts val="0"/>
              </a:spcBef>
              <a:spcAft>
                <a:spcPts val="0"/>
              </a:spcAft>
              <a:buClr>
                <a:srgbClr val="000000"/>
              </a:buClr>
              <a:buSzPts val="2800"/>
              <a:buFont typeface="Proxima Nova"/>
              <a:buNone/>
              <a:defRPr b="1" i="0" sz="2800" u="none" cap="none" strike="noStrike">
                <a:solidFill>
                  <a:schemeClr val="lt1"/>
                </a:solidFill>
                <a:latin typeface="Proxima Nova"/>
                <a:ea typeface="Proxima Nova"/>
                <a:cs typeface="Proxima Nova"/>
                <a:sym typeface="Proxima Nova"/>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953" name="Google Shape;953;p28"/>
          <p:cNvSpPr txBox="1"/>
          <p:nvPr>
            <p:ph idx="1" type="body"/>
          </p:nvPr>
        </p:nvSpPr>
        <p:spPr>
          <a:xfrm>
            <a:off x="452424" y="3747331"/>
            <a:ext cx="2414343" cy="256260"/>
          </a:xfrm>
          <a:prstGeom prst="rect">
            <a:avLst/>
          </a:prstGeom>
          <a:noFill/>
          <a:ln>
            <a:noFill/>
          </a:ln>
        </p:spPr>
        <p:txBody>
          <a:bodyPr anchorCtr="0" anchor="ctr" bIns="0" lIns="0" spcFirstLastPara="1" rIns="0" wrap="square" tIns="0">
            <a:noAutofit/>
          </a:bodyPr>
          <a:lstStyle>
            <a:lvl1pPr indent="-228600" lvl="0" marL="457200" marR="0" rtl="0" algn="ctr">
              <a:lnSpc>
                <a:spcPct val="100000"/>
              </a:lnSpc>
              <a:spcBef>
                <a:spcPts val="0"/>
              </a:spcBef>
              <a:spcAft>
                <a:spcPts val="0"/>
              </a:spcAft>
              <a:buSzPts val="1400"/>
              <a:buNone/>
              <a:defRPr b="1" i="0" sz="1200" u="none" cap="none" strike="noStrike">
                <a:solidFill>
                  <a:schemeClr val="lt1"/>
                </a:solidFill>
                <a:latin typeface="Proxima Nova"/>
                <a:ea typeface="Proxima Nova"/>
                <a:cs typeface="Proxima Nova"/>
                <a:sym typeface="Proxima Nova"/>
              </a:defRPr>
            </a:lvl1pPr>
            <a:lvl2pPr indent="-228600" lvl="1" marL="9144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
        <p:nvSpPr>
          <p:cNvPr id="954" name="Google Shape;954;p28"/>
          <p:cNvSpPr/>
          <p:nvPr>
            <p:ph idx="2" type="pic"/>
          </p:nvPr>
        </p:nvSpPr>
        <p:spPr>
          <a:xfrm>
            <a:off x="452438" y="1524000"/>
            <a:ext cx="2414587" cy="2009775"/>
          </a:xfrm>
          <a:prstGeom prst="rect">
            <a:avLst/>
          </a:prstGeom>
          <a:noFill/>
          <a:ln>
            <a:noFill/>
          </a:ln>
        </p:spPr>
      </p:sp>
      <p:sp>
        <p:nvSpPr>
          <p:cNvPr id="955" name="Google Shape;955;p28"/>
          <p:cNvSpPr txBox="1"/>
          <p:nvPr>
            <p:ph idx="3" type="body"/>
          </p:nvPr>
        </p:nvSpPr>
        <p:spPr>
          <a:xfrm>
            <a:off x="3364692" y="3747331"/>
            <a:ext cx="2414343" cy="256260"/>
          </a:xfrm>
          <a:prstGeom prst="rect">
            <a:avLst/>
          </a:prstGeom>
          <a:noFill/>
          <a:ln>
            <a:noFill/>
          </a:ln>
        </p:spPr>
        <p:txBody>
          <a:bodyPr anchorCtr="0" anchor="ctr" bIns="0" lIns="0" spcFirstLastPara="1" rIns="0" wrap="square" tIns="0">
            <a:noAutofit/>
          </a:bodyPr>
          <a:lstStyle>
            <a:lvl1pPr indent="-228600" lvl="0" marL="457200" marR="0" rtl="0" algn="ctr">
              <a:lnSpc>
                <a:spcPct val="100000"/>
              </a:lnSpc>
              <a:spcBef>
                <a:spcPts val="0"/>
              </a:spcBef>
              <a:spcAft>
                <a:spcPts val="0"/>
              </a:spcAft>
              <a:buSzPts val="1400"/>
              <a:buNone/>
              <a:defRPr b="1" i="0" sz="1200" u="none" cap="none" strike="noStrike">
                <a:solidFill>
                  <a:schemeClr val="lt1"/>
                </a:solidFill>
                <a:latin typeface="Proxima Nova"/>
                <a:ea typeface="Proxima Nova"/>
                <a:cs typeface="Proxima Nova"/>
                <a:sym typeface="Proxima Nova"/>
              </a:defRPr>
            </a:lvl1pPr>
            <a:lvl2pPr indent="-228600" lvl="1" marL="9144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
        <p:nvSpPr>
          <p:cNvPr id="956" name="Google Shape;956;p28"/>
          <p:cNvSpPr/>
          <p:nvPr>
            <p:ph idx="4" type="pic"/>
          </p:nvPr>
        </p:nvSpPr>
        <p:spPr>
          <a:xfrm>
            <a:off x="3364706" y="1524000"/>
            <a:ext cx="2414587" cy="2009775"/>
          </a:xfrm>
          <a:prstGeom prst="rect">
            <a:avLst/>
          </a:prstGeom>
          <a:noFill/>
          <a:ln>
            <a:noFill/>
          </a:ln>
        </p:spPr>
      </p:sp>
      <p:sp>
        <p:nvSpPr>
          <p:cNvPr id="957" name="Google Shape;957;p28"/>
          <p:cNvSpPr/>
          <p:nvPr>
            <p:ph idx="5" type="pic"/>
          </p:nvPr>
        </p:nvSpPr>
        <p:spPr>
          <a:xfrm>
            <a:off x="6276716" y="1524000"/>
            <a:ext cx="2414587" cy="2009775"/>
          </a:xfrm>
          <a:prstGeom prst="rect">
            <a:avLst/>
          </a:prstGeom>
          <a:noFill/>
          <a:ln>
            <a:noFill/>
          </a:ln>
        </p:spPr>
      </p:sp>
      <p:sp>
        <p:nvSpPr>
          <p:cNvPr id="958" name="Google Shape;958;p28"/>
          <p:cNvSpPr/>
          <p:nvPr/>
        </p:nvSpPr>
        <p:spPr>
          <a:xfrm>
            <a:off x="452437" y="727200"/>
            <a:ext cx="571782" cy="76276"/>
          </a:xfrm>
          <a:custGeom>
            <a:rect b="b" l="l" r="r" t="t"/>
            <a:pathLst>
              <a:path extrusionOk="0" h="167639" w="1256664">
                <a:moveTo>
                  <a:pt x="1256506" y="0"/>
                </a:moveTo>
                <a:lnTo>
                  <a:pt x="0" y="0"/>
                </a:lnTo>
                <a:lnTo>
                  <a:pt x="0" y="167534"/>
                </a:lnTo>
                <a:lnTo>
                  <a:pt x="1256506" y="167534"/>
                </a:lnTo>
                <a:lnTo>
                  <a:pt x="1256506" y="0"/>
                </a:lnTo>
                <a:close/>
              </a:path>
            </a:pathLst>
          </a:custGeom>
          <a:solidFill>
            <a:schemeClr val="accent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chemeClr val="dk1"/>
              </a:solidFill>
              <a:latin typeface="Calibri"/>
              <a:ea typeface="Calibri"/>
              <a:cs typeface="Calibri"/>
              <a:sym typeface="Calibri"/>
            </a:endParaRPr>
          </a:p>
        </p:txBody>
      </p:sp>
      <p:sp>
        <p:nvSpPr>
          <p:cNvPr id="959" name="Google Shape;959;p28"/>
          <p:cNvSpPr txBox="1"/>
          <p:nvPr>
            <p:ph idx="6" type="body"/>
          </p:nvPr>
        </p:nvSpPr>
        <p:spPr>
          <a:xfrm>
            <a:off x="6276702" y="3747331"/>
            <a:ext cx="2414400" cy="256200"/>
          </a:xfrm>
          <a:prstGeom prst="rect">
            <a:avLst/>
          </a:prstGeom>
          <a:noFill/>
          <a:ln>
            <a:noFill/>
          </a:ln>
        </p:spPr>
        <p:txBody>
          <a:bodyPr anchorCtr="0" anchor="ctr" bIns="0" lIns="0" spcFirstLastPara="1" rIns="0" wrap="square" tIns="0">
            <a:noAutofit/>
          </a:bodyPr>
          <a:lstStyle>
            <a:lvl1pPr indent="-228600" lvl="0" marL="457200" marR="0" rtl="0" algn="ctr">
              <a:lnSpc>
                <a:spcPct val="100000"/>
              </a:lnSpc>
              <a:spcBef>
                <a:spcPts val="0"/>
              </a:spcBef>
              <a:spcAft>
                <a:spcPts val="0"/>
              </a:spcAft>
              <a:buSzPts val="1400"/>
              <a:buNone/>
              <a:defRPr b="1" i="0" sz="1200" u="none" cap="none" strike="noStrike">
                <a:solidFill>
                  <a:schemeClr val="lt1"/>
                </a:solidFill>
                <a:latin typeface="Proxima Nova"/>
                <a:ea typeface="Proxima Nova"/>
                <a:cs typeface="Proxima Nova"/>
                <a:sym typeface="Proxima Nova"/>
              </a:defRPr>
            </a:lvl1pPr>
            <a:lvl2pPr indent="-228600" lvl="1" marL="9144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grpSp>
        <p:nvGrpSpPr>
          <p:cNvPr id="960" name="Google Shape;960;p28"/>
          <p:cNvGrpSpPr/>
          <p:nvPr/>
        </p:nvGrpSpPr>
        <p:grpSpPr>
          <a:xfrm rot="10800000">
            <a:off x="8431321" y="660002"/>
            <a:ext cx="440109" cy="381787"/>
            <a:chOff x="10297594" y="731834"/>
            <a:chExt cx="828675" cy="723218"/>
          </a:xfrm>
        </p:grpSpPr>
        <p:sp>
          <p:nvSpPr>
            <p:cNvPr id="961" name="Google Shape;961;p28"/>
            <p:cNvSpPr/>
            <p:nvPr/>
          </p:nvSpPr>
          <p:spPr>
            <a:xfrm>
              <a:off x="10315915" y="750975"/>
              <a:ext cx="791845" cy="457200"/>
            </a:xfrm>
            <a:custGeom>
              <a:rect b="b" l="l" r="r" t="t"/>
              <a:pathLst>
                <a:path extrusionOk="0" h="457200" w="791845">
                  <a:moveTo>
                    <a:pt x="197899" y="0"/>
                  </a:moveTo>
                  <a:lnTo>
                    <a:pt x="0" y="114258"/>
                  </a:lnTo>
                  <a:lnTo>
                    <a:pt x="593699" y="457033"/>
                  </a:lnTo>
                  <a:lnTo>
                    <a:pt x="791598" y="342774"/>
                  </a:lnTo>
                  <a:lnTo>
                    <a:pt x="197899"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Arial"/>
                <a:ea typeface="Arial"/>
                <a:cs typeface="Arial"/>
                <a:sym typeface="Arial"/>
              </a:endParaRPr>
            </a:p>
          </p:txBody>
        </p:sp>
        <p:sp>
          <p:nvSpPr>
            <p:cNvPr id="962" name="Google Shape;962;p28"/>
            <p:cNvSpPr/>
            <p:nvPr/>
          </p:nvSpPr>
          <p:spPr>
            <a:xfrm>
              <a:off x="10297594" y="731834"/>
              <a:ext cx="828675" cy="494665"/>
            </a:xfrm>
            <a:custGeom>
              <a:rect b="b" l="l" r="r" t="t"/>
              <a:pathLst>
                <a:path extrusionOk="0" h="494665" w="828675">
                  <a:moveTo>
                    <a:pt x="219710" y="0"/>
                  </a:moveTo>
                  <a:lnTo>
                    <a:pt x="212716" y="0"/>
                  </a:lnTo>
                  <a:lnTo>
                    <a:pt x="3497" y="120802"/>
                  </a:lnTo>
                  <a:lnTo>
                    <a:pt x="0" y="126854"/>
                  </a:lnTo>
                  <a:lnTo>
                    <a:pt x="0" y="139943"/>
                  </a:lnTo>
                  <a:lnTo>
                    <a:pt x="3497" y="145995"/>
                  </a:lnTo>
                  <a:lnTo>
                    <a:pt x="605698" y="493681"/>
                  </a:lnTo>
                  <a:lnTo>
                    <a:pt x="608861" y="494498"/>
                  </a:lnTo>
                  <a:lnTo>
                    <a:pt x="615185" y="494498"/>
                  </a:lnTo>
                  <a:lnTo>
                    <a:pt x="618358" y="493681"/>
                  </a:lnTo>
                  <a:lnTo>
                    <a:pt x="685329" y="455012"/>
                  </a:lnTo>
                  <a:lnTo>
                    <a:pt x="612023" y="455012"/>
                  </a:lnTo>
                  <a:lnTo>
                    <a:pt x="54972" y="133399"/>
                  </a:lnTo>
                  <a:lnTo>
                    <a:pt x="216213" y="40291"/>
                  </a:lnTo>
                  <a:lnTo>
                    <a:pt x="289498" y="40291"/>
                  </a:lnTo>
                  <a:lnTo>
                    <a:pt x="219710" y="0"/>
                  </a:lnTo>
                  <a:close/>
                </a:path>
                <a:path extrusionOk="0" h="494665" w="828675">
                  <a:moveTo>
                    <a:pt x="289498" y="40291"/>
                  </a:moveTo>
                  <a:lnTo>
                    <a:pt x="216213" y="40291"/>
                  </a:lnTo>
                  <a:lnTo>
                    <a:pt x="773274" y="361915"/>
                  </a:lnTo>
                  <a:lnTo>
                    <a:pt x="612023" y="455012"/>
                  </a:lnTo>
                  <a:lnTo>
                    <a:pt x="685329" y="455012"/>
                  </a:lnTo>
                  <a:lnTo>
                    <a:pt x="824749" y="374512"/>
                  </a:lnTo>
                  <a:lnTo>
                    <a:pt x="828247" y="368459"/>
                  </a:lnTo>
                  <a:lnTo>
                    <a:pt x="828247" y="355371"/>
                  </a:lnTo>
                  <a:lnTo>
                    <a:pt x="824749" y="349319"/>
                  </a:lnTo>
                  <a:lnTo>
                    <a:pt x="289498" y="40291"/>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Arial"/>
                <a:ea typeface="Arial"/>
                <a:cs typeface="Arial"/>
                <a:sym typeface="Arial"/>
              </a:endParaRPr>
            </a:p>
          </p:txBody>
        </p:sp>
        <p:sp>
          <p:nvSpPr>
            <p:cNvPr id="963" name="Google Shape;963;p28"/>
            <p:cNvSpPr/>
            <p:nvPr/>
          </p:nvSpPr>
          <p:spPr>
            <a:xfrm>
              <a:off x="10315915" y="865233"/>
              <a:ext cx="593725" cy="571500"/>
            </a:xfrm>
            <a:custGeom>
              <a:rect b="b" l="l" r="r" t="t"/>
              <a:pathLst>
                <a:path extrusionOk="0" h="571500" w="593725">
                  <a:moveTo>
                    <a:pt x="0" y="0"/>
                  </a:moveTo>
                  <a:lnTo>
                    <a:pt x="0" y="228516"/>
                  </a:lnTo>
                  <a:lnTo>
                    <a:pt x="593699" y="571291"/>
                  </a:lnTo>
                  <a:lnTo>
                    <a:pt x="593699" y="342774"/>
                  </a:lnTo>
                  <a:lnTo>
                    <a:pt x="0" y="0"/>
                  </a:lnTo>
                  <a:close/>
                </a:path>
              </a:pathLst>
            </a:custGeom>
            <a:solidFill>
              <a:srgbClr val="00852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Arial"/>
                <a:ea typeface="Arial"/>
                <a:cs typeface="Arial"/>
                <a:sym typeface="Arial"/>
              </a:endParaRPr>
            </a:p>
          </p:txBody>
        </p:sp>
        <p:sp>
          <p:nvSpPr>
            <p:cNvPr id="964" name="Google Shape;964;p28"/>
            <p:cNvSpPr/>
            <p:nvPr/>
          </p:nvSpPr>
          <p:spPr>
            <a:xfrm>
              <a:off x="10297594" y="846087"/>
              <a:ext cx="630554" cy="608965"/>
            </a:xfrm>
            <a:custGeom>
              <a:rect b="b" l="l" r="r" t="t"/>
              <a:pathLst>
                <a:path extrusionOk="0" h="608965" w="630554">
                  <a:moveTo>
                    <a:pt x="21821" y="0"/>
                  </a:moveTo>
                  <a:lnTo>
                    <a:pt x="14826" y="0"/>
                  </a:lnTo>
                  <a:lnTo>
                    <a:pt x="3497" y="6544"/>
                  </a:lnTo>
                  <a:lnTo>
                    <a:pt x="0" y="12606"/>
                  </a:lnTo>
                  <a:lnTo>
                    <a:pt x="0" y="254201"/>
                  </a:lnTo>
                  <a:lnTo>
                    <a:pt x="3497" y="260253"/>
                  </a:lnTo>
                  <a:lnTo>
                    <a:pt x="605698" y="607939"/>
                  </a:lnTo>
                  <a:lnTo>
                    <a:pt x="608861" y="608756"/>
                  </a:lnTo>
                  <a:lnTo>
                    <a:pt x="615185" y="608756"/>
                  </a:lnTo>
                  <a:lnTo>
                    <a:pt x="618358" y="607939"/>
                  </a:lnTo>
                  <a:lnTo>
                    <a:pt x="626850" y="603028"/>
                  </a:lnTo>
                  <a:lnTo>
                    <a:pt x="630347" y="596976"/>
                  </a:lnTo>
                  <a:lnTo>
                    <a:pt x="630347" y="558695"/>
                  </a:lnTo>
                  <a:lnTo>
                    <a:pt x="593699" y="558695"/>
                  </a:lnTo>
                  <a:lnTo>
                    <a:pt x="36648" y="237081"/>
                  </a:lnTo>
                  <a:lnTo>
                    <a:pt x="36648" y="50888"/>
                  </a:lnTo>
                  <a:lnTo>
                    <a:pt x="109961" y="50888"/>
                  </a:lnTo>
                  <a:lnTo>
                    <a:pt x="21821" y="0"/>
                  </a:lnTo>
                  <a:close/>
                </a:path>
                <a:path extrusionOk="0" h="608965" w="630554">
                  <a:moveTo>
                    <a:pt x="109961" y="50888"/>
                  </a:moveTo>
                  <a:lnTo>
                    <a:pt x="36648" y="50888"/>
                  </a:lnTo>
                  <a:lnTo>
                    <a:pt x="593699" y="372501"/>
                  </a:lnTo>
                  <a:lnTo>
                    <a:pt x="593699" y="558695"/>
                  </a:lnTo>
                  <a:lnTo>
                    <a:pt x="630347" y="558695"/>
                  </a:lnTo>
                  <a:lnTo>
                    <a:pt x="630347" y="355371"/>
                  </a:lnTo>
                  <a:lnTo>
                    <a:pt x="626850" y="349319"/>
                  </a:lnTo>
                  <a:lnTo>
                    <a:pt x="109961" y="50888"/>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Arial"/>
                <a:ea typeface="Arial"/>
                <a:cs typeface="Arial"/>
                <a:sym typeface="Arial"/>
              </a:endParaRPr>
            </a:p>
          </p:txBody>
        </p:sp>
        <p:sp>
          <p:nvSpPr>
            <p:cNvPr id="965" name="Google Shape;965;p28"/>
            <p:cNvSpPr/>
            <p:nvPr/>
          </p:nvSpPr>
          <p:spPr>
            <a:xfrm>
              <a:off x="10909615" y="1093748"/>
              <a:ext cx="198120" cy="342900"/>
            </a:xfrm>
            <a:custGeom>
              <a:rect b="b" l="l" r="r" t="t"/>
              <a:pathLst>
                <a:path extrusionOk="0" h="342900" w="198120">
                  <a:moveTo>
                    <a:pt x="197899" y="0"/>
                  </a:moveTo>
                  <a:lnTo>
                    <a:pt x="0" y="114258"/>
                  </a:lnTo>
                  <a:lnTo>
                    <a:pt x="0" y="342774"/>
                  </a:lnTo>
                  <a:lnTo>
                    <a:pt x="197899" y="228516"/>
                  </a:lnTo>
                  <a:lnTo>
                    <a:pt x="197899"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Arial"/>
                <a:ea typeface="Arial"/>
                <a:cs typeface="Arial"/>
                <a:sym typeface="Arial"/>
              </a:endParaRPr>
            </a:p>
          </p:txBody>
        </p:sp>
        <p:sp>
          <p:nvSpPr>
            <p:cNvPr id="966" name="Google Shape;966;p28"/>
            <p:cNvSpPr/>
            <p:nvPr/>
          </p:nvSpPr>
          <p:spPr>
            <a:xfrm>
              <a:off x="10891296" y="1074610"/>
              <a:ext cx="234950" cy="380365"/>
            </a:xfrm>
            <a:custGeom>
              <a:rect b="b" l="l" r="r" t="t"/>
              <a:pathLst>
                <a:path extrusionOk="0" h="380365" w="234950">
                  <a:moveTo>
                    <a:pt x="219710" y="0"/>
                  </a:moveTo>
                  <a:lnTo>
                    <a:pt x="212716" y="0"/>
                  </a:lnTo>
                  <a:lnTo>
                    <a:pt x="3497" y="120802"/>
                  </a:lnTo>
                  <a:lnTo>
                    <a:pt x="0" y="126854"/>
                  </a:lnTo>
                  <a:lnTo>
                    <a:pt x="0" y="368449"/>
                  </a:lnTo>
                  <a:lnTo>
                    <a:pt x="3497" y="374512"/>
                  </a:lnTo>
                  <a:lnTo>
                    <a:pt x="11999" y="379412"/>
                  </a:lnTo>
                  <a:lnTo>
                    <a:pt x="15161" y="380229"/>
                  </a:lnTo>
                  <a:lnTo>
                    <a:pt x="21486" y="380229"/>
                  </a:lnTo>
                  <a:lnTo>
                    <a:pt x="24648" y="379412"/>
                  </a:lnTo>
                  <a:lnTo>
                    <a:pt x="109943" y="330167"/>
                  </a:lnTo>
                  <a:lnTo>
                    <a:pt x="36648" y="330167"/>
                  </a:lnTo>
                  <a:lnTo>
                    <a:pt x="36648" y="143974"/>
                  </a:lnTo>
                  <a:lnTo>
                    <a:pt x="197889" y="50878"/>
                  </a:lnTo>
                  <a:lnTo>
                    <a:pt x="234537" y="50878"/>
                  </a:lnTo>
                  <a:lnTo>
                    <a:pt x="234537" y="12596"/>
                  </a:lnTo>
                  <a:lnTo>
                    <a:pt x="231040" y="6544"/>
                  </a:lnTo>
                  <a:lnTo>
                    <a:pt x="219710" y="0"/>
                  </a:lnTo>
                  <a:close/>
                </a:path>
                <a:path extrusionOk="0" h="380365" w="234950">
                  <a:moveTo>
                    <a:pt x="234537" y="50878"/>
                  </a:moveTo>
                  <a:lnTo>
                    <a:pt x="197889" y="50878"/>
                  </a:lnTo>
                  <a:lnTo>
                    <a:pt x="197889" y="237081"/>
                  </a:lnTo>
                  <a:lnTo>
                    <a:pt x="36648" y="330167"/>
                  </a:lnTo>
                  <a:lnTo>
                    <a:pt x="109943" y="330167"/>
                  </a:lnTo>
                  <a:lnTo>
                    <a:pt x="231040" y="260253"/>
                  </a:lnTo>
                  <a:lnTo>
                    <a:pt x="234537" y="254201"/>
                  </a:lnTo>
                  <a:lnTo>
                    <a:pt x="234537" y="50878"/>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Arial"/>
                <a:ea typeface="Arial"/>
                <a:cs typeface="Arial"/>
                <a:sym typeface="Arial"/>
              </a:endParaRPr>
            </a:p>
          </p:txBody>
        </p:sp>
      </p:grpSp>
      <p:grpSp>
        <p:nvGrpSpPr>
          <p:cNvPr id="967" name="Google Shape;967;p28"/>
          <p:cNvGrpSpPr/>
          <p:nvPr/>
        </p:nvGrpSpPr>
        <p:grpSpPr>
          <a:xfrm>
            <a:off x="8643681" y="298833"/>
            <a:ext cx="230047" cy="260715"/>
            <a:chOff x="15610653" y="5745872"/>
            <a:chExt cx="741848" cy="846751"/>
          </a:xfrm>
        </p:grpSpPr>
        <p:sp>
          <p:nvSpPr>
            <p:cNvPr id="968" name="Google Shape;968;p28"/>
            <p:cNvSpPr/>
            <p:nvPr/>
          </p:nvSpPr>
          <p:spPr>
            <a:xfrm>
              <a:off x="15642069" y="5777283"/>
              <a:ext cx="678815" cy="783590"/>
            </a:xfrm>
            <a:custGeom>
              <a:rect b="b" l="l" r="r" t="t"/>
              <a:pathLst>
                <a:path extrusionOk="0" h="783590" w="678815">
                  <a:moveTo>
                    <a:pt x="339256" y="0"/>
                  </a:moveTo>
                  <a:lnTo>
                    <a:pt x="0" y="195878"/>
                  </a:lnTo>
                  <a:lnTo>
                    <a:pt x="0" y="587615"/>
                  </a:lnTo>
                  <a:lnTo>
                    <a:pt x="339256" y="783483"/>
                  </a:lnTo>
                  <a:lnTo>
                    <a:pt x="678513" y="587615"/>
                  </a:lnTo>
                  <a:lnTo>
                    <a:pt x="678513" y="195878"/>
                  </a:lnTo>
                  <a:lnTo>
                    <a:pt x="339256"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969" name="Google Shape;969;p28"/>
            <p:cNvSpPr/>
            <p:nvPr/>
          </p:nvSpPr>
          <p:spPr>
            <a:xfrm>
              <a:off x="15610653" y="5745872"/>
              <a:ext cx="741680" cy="846454"/>
            </a:xfrm>
            <a:custGeom>
              <a:rect b="b" l="l" r="r" t="t"/>
              <a:pathLst>
                <a:path extrusionOk="0" h="846454" w="741680">
                  <a:moveTo>
                    <a:pt x="370669" y="0"/>
                  </a:moveTo>
                  <a:lnTo>
                    <a:pt x="15706" y="200085"/>
                  </a:lnTo>
                  <a:lnTo>
                    <a:pt x="0" y="227288"/>
                  </a:lnTo>
                  <a:lnTo>
                    <a:pt x="0" y="619025"/>
                  </a:lnTo>
                  <a:lnTo>
                    <a:pt x="359821" y="844914"/>
                  </a:lnTo>
                  <a:lnTo>
                    <a:pt x="365245" y="846306"/>
                  </a:lnTo>
                  <a:lnTo>
                    <a:pt x="376093" y="846306"/>
                  </a:lnTo>
                  <a:lnTo>
                    <a:pt x="381517" y="844914"/>
                  </a:lnTo>
                  <a:lnTo>
                    <a:pt x="496331" y="778622"/>
                  </a:lnTo>
                  <a:lnTo>
                    <a:pt x="370669" y="778622"/>
                  </a:lnTo>
                  <a:lnTo>
                    <a:pt x="62825" y="600890"/>
                  </a:lnTo>
                  <a:lnTo>
                    <a:pt x="62825" y="245424"/>
                  </a:lnTo>
                  <a:lnTo>
                    <a:pt x="370669" y="67691"/>
                  </a:lnTo>
                  <a:lnTo>
                    <a:pt x="496317" y="67691"/>
                  </a:lnTo>
                  <a:lnTo>
                    <a:pt x="386375" y="4217"/>
                  </a:lnTo>
                  <a:lnTo>
                    <a:pt x="378734" y="1054"/>
                  </a:lnTo>
                  <a:lnTo>
                    <a:pt x="370669" y="0"/>
                  </a:lnTo>
                  <a:close/>
                </a:path>
                <a:path extrusionOk="0" h="846454" w="741680">
                  <a:moveTo>
                    <a:pt x="496317" y="67691"/>
                  </a:moveTo>
                  <a:lnTo>
                    <a:pt x="370669" y="67691"/>
                  </a:lnTo>
                  <a:lnTo>
                    <a:pt x="678513" y="245424"/>
                  </a:lnTo>
                  <a:lnTo>
                    <a:pt x="678513" y="600890"/>
                  </a:lnTo>
                  <a:lnTo>
                    <a:pt x="370669" y="778622"/>
                  </a:lnTo>
                  <a:lnTo>
                    <a:pt x="496331" y="778622"/>
                  </a:lnTo>
                  <a:lnTo>
                    <a:pt x="725632" y="646229"/>
                  </a:lnTo>
                  <a:lnTo>
                    <a:pt x="741338" y="619025"/>
                  </a:lnTo>
                  <a:lnTo>
                    <a:pt x="741338" y="227288"/>
                  </a:lnTo>
                  <a:lnTo>
                    <a:pt x="740251" y="219092"/>
                  </a:lnTo>
                  <a:lnTo>
                    <a:pt x="737129" y="211582"/>
                  </a:lnTo>
                  <a:lnTo>
                    <a:pt x="732185" y="205125"/>
                  </a:lnTo>
                  <a:lnTo>
                    <a:pt x="725632" y="200085"/>
                  </a:lnTo>
                  <a:lnTo>
                    <a:pt x="496317" y="67691"/>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970" name="Google Shape;970;p28"/>
            <p:cNvSpPr/>
            <p:nvPr/>
          </p:nvSpPr>
          <p:spPr>
            <a:xfrm>
              <a:off x="15642066" y="5973158"/>
              <a:ext cx="339725" cy="588009"/>
            </a:xfrm>
            <a:custGeom>
              <a:rect b="b" l="l" r="r" t="t"/>
              <a:pathLst>
                <a:path extrusionOk="0" h="588009" w="339725">
                  <a:moveTo>
                    <a:pt x="0" y="0"/>
                  </a:moveTo>
                  <a:lnTo>
                    <a:pt x="0" y="391736"/>
                  </a:lnTo>
                  <a:lnTo>
                    <a:pt x="339256" y="587615"/>
                  </a:lnTo>
                  <a:lnTo>
                    <a:pt x="339256" y="195868"/>
                  </a:lnTo>
                  <a:lnTo>
                    <a:pt x="0"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971" name="Google Shape;971;p28"/>
            <p:cNvSpPr/>
            <p:nvPr/>
          </p:nvSpPr>
          <p:spPr>
            <a:xfrm>
              <a:off x="15610653" y="5941748"/>
              <a:ext cx="402590" cy="650875"/>
            </a:xfrm>
            <a:custGeom>
              <a:rect b="b" l="l" r="r" t="t"/>
              <a:pathLst>
                <a:path extrusionOk="0" h="650875" w="402590">
                  <a:moveTo>
                    <a:pt x="31412" y="0"/>
                  </a:moveTo>
                  <a:lnTo>
                    <a:pt x="1087" y="23215"/>
                  </a:lnTo>
                  <a:lnTo>
                    <a:pt x="0" y="31412"/>
                  </a:lnTo>
                  <a:lnTo>
                    <a:pt x="0" y="423149"/>
                  </a:lnTo>
                  <a:lnTo>
                    <a:pt x="359821" y="649037"/>
                  </a:lnTo>
                  <a:lnTo>
                    <a:pt x="365245" y="650430"/>
                  </a:lnTo>
                  <a:lnTo>
                    <a:pt x="376093" y="650430"/>
                  </a:lnTo>
                  <a:lnTo>
                    <a:pt x="402081" y="619017"/>
                  </a:lnTo>
                  <a:lnTo>
                    <a:pt x="402081" y="564611"/>
                  </a:lnTo>
                  <a:lnTo>
                    <a:pt x="339256" y="564611"/>
                  </a:lnTo>
                  <a:lnTo>
                    <a:pt x="62825" y="405013"/>
                  </a:lnTo>
                  <a:lnTo>
                    <a:pt x="62825" y="85819"/>
                  </a:lnTo>
                  <a:lnTo>
                    <a:pt x="188472" y="85819"/>
                  </a:lnTo>
                  <a:lnTo>
                    <a:pt x="47118" y="4209"/>
                  </a:lnTo>
                  <a:lnTo>
                    <a:pt x="39477" y="1052"/>
                  </a:lnTo>
                  <a:lnTo>
                    <a:pt x="31412" y="0"/>
                  </a:lnTo>
                  <a:close/>
                </a:path>
                <a:path extrusionOk="0" h="650875" w="402590">
                  <a:moveTo>
                    <a:pt x="188472" y="85819"/>
                  </a:moveTo>
                  <a:lnTo>
                    <a:pt x="62825" y="85819"/>
                  </a:lnTo>
                  <a:lnTo>
                    <a:pt x="339256" y="245416"/>
                  </a:lnTo>
                  <a:lnTo>
                    <a:pt x="339256" y="564611"/>
                  </a:lnTo>
                  <a:lnTo>
                    <a:pt x="402081" y="564611"/>
                  </a:lnTo>
                  <a:lnTo>
                    <a:pt x="402081" y="227281"/>
                  </a:lnTo>
                  <a:lnTo>
                    <a:pt x="400994" y="219084"/>
                  </a:lnTo>
                  <a:lnTo>
                    <a:pt x="397872" y="211574"/>
                  </a:lnTo>
                  <a:lnTo>
                    <a:pt x="392929" y="205117"/>
                  </a:lnTo>
                  <a:lnTo>
                    <a:pt x="386375" y="200077"/>
                  </a:lnTo>
                  <a:lnTo>
                    <a:pt x="188472" y="85819"/>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972" name="Google Shape;972;p28"/>
            <p:cNvSpPr/>
            <p:nvPr/>
          </p:nvSpPr>
          <p:spPr>
            <a:xfrm>
              <a:off x="15981323" y="5973161"/>
              <a:ext cx="339725" cy="588009"/>
            </a:xfrm>
            <a:custGeom>
              <a:rect b="b" l="l" r="r" t="t"/>
              <a:pathLst>
                <a:path extrusionOk="0" h="588009" w="339725">
                  <a:moveTo>
                    <a:pt x="339256" y="0"/>
                  </a:moveTo>
                  <a:lnTo>
                    <a:pt x="0" y="195868"/>
                  </a:lnTo>
                  <a:lnTo>
                    <a:pt x="0" y="587605"/>
                  </a:lnTo>
                  <a:lnTo>
                    <a:pt x="339256" y="391736"/>
                  </a:lnTo>
                  <a:lnTo>
                    <a:pt x="339256" y="0"/>
                  </a:lnTo>
                  <a:close/>
                </a:path>
              </a:pathLst>
            </a:custGeom>
            <a:solidFill>
              <a:srgbClr val="901F7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973" name="Google Shape;973;p28"/>
            <p:cNvSpPr/>
            <p:nvPr/>
          </p:nvSpPr>
          <p:spPr>
            <a:xfrm>
              <a:off x="15949911" y="5941746"/>
              <a:ext cx="402590" cy="650875"/>
            </a:xfrm>
            <a:custGeom>
              <a:rect b="b" l="l" r="r" t="t"/>
              <a:pathLst>
                <a:path extrusionOk="0" h="650875" w="402590">
                  <a:moveTo>
                    <a:pt x="370669" y="0"/>
                  </a:moveTo>
                  <a:lnTo>
                    <a:pt x="15706" y="200077"/>
                  </a:lnTo>
                  <a:lnTo>
                    <a:pt x="0" y="227281"/>
                  </a:lnTo>
                  <a:lnTo>
                    <a:pt x="0" y="619017"/>
                  </a:lnTo>
                  <a:lnTo>
                    <a:pt x="25988" y="650430"/>
                  </a:lnTo>
                  <a:lnTo>
                    <a:pt x="36836" y="650430"/>
                  </a:lnTo>
                  <a:lnTo>
                    <a:pt x="42260" y="649027"/>
                  </a:lnTo>
                  <a:lnTo>
                    <a:pt x="188474" y="564611"/>
                  </a:lnTo>
                  <a:lnTo>
                    <a:pt x="62825" y="564611"/>
                  </a:lnTo>
                  <a:lnTo>
                    <a:pt x="62825" y="245416"/>
                  </a:lnTo>
                  <a:lnTo>
                    <a:pt x="339256" y="85819"/>
                  </a:lnTo>
                  <a:lnTo>
                    <a:pt x="402081" y="85819"/>
                  </a:lnTo>
                  <a:lnTo>
                    <a:pt x="402081" y="31412"/>
                  </a:lnTo>
                  <a:lnTo>
                    <a:pt x="378734" y="1052"/>
                  </a:lnTo>
                  <a:lnTo>
                    <a:pt x="370669" y="0"/>
                  </a:lnTo>
                  <a:close/>
                </a:path>
                <a:path extrusionOk="0" h="650875" w="402590">
                  <a:moveTo>
                    <a:pt x="402081" y="85819"/>
                  </a:moveTo>
                  <a:lnTo>
                    <a:pt x="339256" y="85819"/>
                  </a:lnTo>
                  <a:lnTo>
                    <a:pt x="339256" y="405013"/>
                  </a:lnTo>
                  <a:lnTo>
                    <a:pt x="62825" y="564611"/>
                  </a:lnTo>
                  <a:lnTo>
                    <a:pt x="188474" y="564611"/>
                  </a:lnTo>
                  <a:lnTo>
                    <a:pt x="386375" y="450352"/>
                  </a:lnTo>
                  <a:lnTo>
                    <a:pt x="392929" y="445313"/>
                  </a:lnTo>
                  <a:lnTo>
                    <a:pt x="397872" y="438855"/>
                  </a:lnTo>
                  <a:lnTo>
                    <a:pt x="400994" y="431346"/>
                  </a:lnTo>
                  <a:lnTo>
                    <a:pt x="402081" y="423149"/>
                  </a:lnTo>
                  <a:lnTo>
                    <a:pt x="402081" y="85819"/>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grpSp>
      <p:grpSp>
        <p:nvGrpSpPr>
          <p:cNvPr id="974" name="Google Shape;974;p28"/>
          <p:cNvGrpSpPr/>
          <p:nvPr/>
        </p:nvGrpSpPr>
        <p:grpSpPr>
          <a:xfrm>
            <a:off x="8027765" y="239995"/>
            <a:ext cx="440109" cy="381788"/>
            <a:chOff x="8978262" y="6009158"/>
            <a:chExt cx="828675" cy="723221"/>
          </a:xfrm>
        </p:grpSpPr>
        <p:sp>
          <p:nvSpPr>
            <p:cNvPr id="975" name="Google Shape;975;p28"/>
            <p:cNvSpPr/>
            <p:nvPr/>
          </p:nvSpPr>
          <p:spPr>
            <a:xfrm>
              <a:off x="8996584" y="6028300"/>
              <a:ext cx="791845" cy="457200"/>
            </a:xfrm>
            <a:custGeom>
              <a:rect b="b" l="l" r="r" t="t"/>
              <a:pathLst>
                <a:path extrusionOk="0" h="457200" w="791845">
                  <a:moveTo>
                    <a:pt x="593699" y="0"/>
                  </a:moveTo>
                  <a:lnTo>
                    <a:pt x="0" y="342774"/>
                  </a:lnTo>
                  <a:lnTo>
                    <a:pt x="197899" y="457033"/>
                  </a:lnTo>
                  <a:lnTo>
                    <a:pt x="791598" y="114258"/>
                  </a:lnTo>
                  <a:lnTo>
                    <a:pt x="593699"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Arial"/>
                <a:ea typeface="Arial"/>
                <a:cs typeface="Arial"/>
                <a:sym typeface="Arial"/>
              </a:endParaRPr>
            </a:p>
          </p:txBody>
        </p:sp>
        <p:sp>
          <p:nvSpPr>
            <p:cNvPr id="976" name="Google Shape;976;p28"/>
            <p:cNvSpPr/>
            <p:nvPr/>
          </p:nvSpPr>
          <p:spPr>
            <a:xfrm>
              <a:off x="8978262" y="6009158"/>
              <a:ext cx="828675" cy="494665"/>
            </a:xfrm>
            <a:custGeom>
              <a:rect b="b" l="l" r="r" t="t"/>
              <a:pathLst>
                <a:path extrusionOk="0" h="494665" w="828675">
                  <a:moveTo>
                    <a:pt x="615520" y="0"/>
                  </a:moveTo>
                  <a:lnTo>
                    <a:pt x="608525" y="0"/>
                  </a:lnTo>
                  <a:lnTo>
                    <a:pt x="3497" y="349319"/>
                  </a:lnTo>
                  <a:lnTo>
                    <a:pt x="0" y="355371"/>
                  </a:lnTo>
                  <a:lnTo>
                    <a:pt x="0" y="368459"/>
                  </a:lnTo>
                  <a:lnTo>
                    <a:pt x="3497" y="374512"/>
                  </a:lnTo>
                  <a:lnTo>
                    <a:pt x="209888" y="493681"/>
                  </a:lnTo>
                  <a:lnTo>
                    <a:pt x="213061" y="494498"/>
                  </a:lnTo>
                  <a:lnTo>
                    <a:pt x="219375" y="494498"/>
                  </a:lnTo>
                  <a:lnTo>
                    <a:pt x="222548" y="493681"/>
                  </a:lnTo>
                  <a:lnTo>
                    <a:pt x="289505" y="455022"/>
                  </a:lnTo>
                  <a:lnTo>
                    <a:pt x="216213" y="455022"/>
                  </a:lnTo>
                  <a:lnTo>
                    <a:pt x="54972" y="361915"/>
                  </a:lnTo>
                  <a:lnTo>
                    <a:pt x="612023" y="40291"/>
                  </a:lnTo>
                  <a:lnTo>
                    <a:pt x="685305" y="40291"/>
                  </a:lnTo>
                  <a:lnTo>
                    <a:pt x="615520" y="0"/>
                  </a:lnTo>
                  <a:close/>
                </a:path>
                <a:path extrusionOk="0" h="494665" w="828675">
                  <a:moveTo>
                    <a:pt x="685305" y="40291"/>
                  </a:moveTo>
                  <a:lnTo>
                    <a:pt x="612023" y="40291"/>
                  </a:lnTo>
                  <a:lnTo>
                    <a:pt x="773274" y="133399"/>
                  </a:lnTo>
                  <a:lnTo>
                    <a:pt x="216213" y="455022"/>
                  </a:lnTo>
                  <a:lnTo>
                    <a:pt x="289505" y="455022"/>
                  </a:lnTo>
                  <a:lnTo>
                    <a:pt x="824749" y="145995"/>
                  </a:lnTo>
                  <a:lnTo>
                    <a:pt x="828247" y="139943"/>
                  </a:lnTo>
                  <a:lnTo>
                    <a:pt x="828247" y="126854"/>
                  </a:lnTo>
                  <a:lnTo>
                    <a:pt x="824749" y="120802"/>
                  </a:lnTo>
                  <a:lnTo>
                    <a:pt x="685305" y="40291"/>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Arial"/>
                <a:ea typeface="Arial"/>
                <a:cs typeface="Arial"/>
                <a:sym typeface="Arial"/>
              </a:endParaRPr>
            </a:p>
          </p:txBody>
        </p:sp>
        <p:sp>
          <p:nvSpPr>
            <p:cNvPr id="977" name="Google Shape;977;p28"/>
            <p:cNvSpPr/>
            <p:nvPr/>
          </p:nvSpPr>
          <p:spPr>
            <a:xfrm>
              <a:off x="9194484" y="6142556"/>
              <a:ext cx="593725" cy="571500"/>
            </a:xfrm>
            <a:custGeom>
              <a:rect b="b" l="l" r="r" t="t"/>
              <a:pathLst>
                <a:path extrusionOk="0" h="571500" w="593725">
                  <a:moveTo>
                    <a:pt x="593699" y="0"/>
                  </a:moveTo>
                  <a:lnTo>
                    <a:pt x="0" y="342774"/>
                  </a:lnTo>
                  <a:lnTo>
                    <a:pt x="0" y="571291"/>
                  </a:lnTo>
                  <a:lnTo>
                    <a:pt x="593699" y="228516"/>
                  </a:lnTo>
                  <a:lnTo>
                    <a:pt x="593699" y="0"/>
                  </a:lnTo>
                  <a:close/>
                </a:path>
              </a:pathLst>
            </a:custGeom>
            <a:solidFill>
              <a:srgbClr val="CC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Arial"/>
                <a:ea typeface="Arial"/>
                <a:cs typeface="Arial"/>
                <a:sym typeface="Arial"/>
              </a:endParaRPr>
            </a:p>
          </p:txBody>
        </p:sp>
        <p:sp>
          <p:nvSpPr>
            <p:cNvPr id="978" name="Google Shape;978;p28"/>
            <p:cNvSpPr/>
            <p:nvPr/>
          </p:nvSpPr>
          <p:spPr>
            <a:xfrm>
              <a:off x="9176156" y="6123414"/>
              <a:ext cx="630554" cy="608965"/>
            </a:xfrm>
            <a:custGeom>
              <a:rect b="b" l="l" r="r" t="t"/>
              <a:pathLst>
                <a:path extrusionOk="0" h="608965" w="630554">
                  <a:moveTo>
                    <a:pt x="615520" y="0"/>
                  </a:moveTo>
                  <a:lnTo>
                    <a:pt x="608525" y="0"/>
                  </a:lnTo>
                  <a:lnTo>
                    <a:pt x="3497" y="349319"/>
                  </a:lnTo>
                  <a:lnTo>
                    <a:pt x="0" y="355371"/>
                  </a:lnTo>
                  <a:lnTo>
                    <a:pt x="0" y="596976"/>
                  </a:lnTo>
                  <a:lnTo>
                    <a:pt x="3497" y="603039"/>
                  </a:lnTo>
                  <a:lnTo>
                    <a:pt x="11999" y="607939"/>
                  </a:lnTo>
                  <a:lnTo>
                    <a:pt x="15161" y="608756"/>
                  </a:lnTo>
                  <a:lnTo>
                    <a:pt x="21486" y="608756"/>
                  </a:lnTo>
                  <a:lnTo>
                    <a:pt x="24648" y="607939"/>
                  </a:lnTo>
                  <a:lnTo>
                    <a:pt x="109941" y="558695"/>
                  </a:lnTo>
                  <a:lnTo>
                    <a:pt x="36648" y="558695"/>
                  </a:lnTo>
                  <a:lnTo>
                    <a:pt x="36648" y="372501"/>
                  </a:lnTo>
                  <a:lnTo>
                    <a:pt x="593699" y="50878"/>
                  </a:lnTo>
                  <a:lnTo>
                    <a:pt x="630347" y="50878"/>
                  </a:lnTo>
                  <a:lnTo>
                    <a:pt x="630347" y="12596"/>
                  </a:lnTo>
                  <a:lnTo>
                    <a:pt x="626850" y="6544"/>
                  </a:lnTo>
                  <a:lnTo>
                    <a:pt x="615520" y="0"/>
                  </a:lnTo>
                  <a:close/>
                </a:path>
                <a:path extrusionOk="0" h="608965" w="630554">
                  <a:moveTo>
                    <a:pt x="630347" y="50878"/>
                  </a:moveTo>
                  <a:lnTo>
                    <a:pt x="593699" y="50878"/>
                  </a:lnTo>
                  <a:lnTo>
                    <a:pt x="593699" y="237071"/>
                  </a:lnTo>
                  <a:lnTo>
                    <a:pt x="36648" y="558695"/>
                  </a:lnTo>
                  <a:lnTo>
                    <a:pt x="109941" y="558695"/>
                  </a:lnTo>
                  <a:lnTo>
                    <a:pt x="626850" y="260253"/>
                  </a:lnTo>
                  <a:lnTo>
                    <a:pt x="630347" y="254201"/>
                  </a:lnTo>
                  <a:lnTo>
                    <a:pt x="630347" y="50878"/>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Arial"/>
                <a:ea typeface="Arial"/>
                <a:cs typeface="Arial"/>
                <a:sym typeface="Arial"/>
              </a:endParaRPr>
            </a:p>
          </p:txBody>
        </p:sp>
        <p:sp>
          <p:nvSpPr>
            <p:cNvPr id="979" name="Google Shape;979;p28"/>
            <p:cNvSpPr/>
            <p:nvPr/>
          </p:nvSpPr>
          <p:spPr>
            <a:xfrm>
              <a:off x="8996584" y="6371073"/>
              <a:ext cx="198120" cy="342900"/>
            </a:xfrm>
            <a:custGeom>
              <a:rect b="b" l="l" r="r" t="t"/>
              <a:pathLst>
                <a:path extrusionOk="0" h="342900" w="198120">
                  <a:moveTo>
                    <a:pt x="0" y="0"/>
                  </a:moveTo>
                  <a:lnTo>
                    <a:pt x="0" y="228516"/>
                  </a:lnTo>
                  <a:lnTo>
                    <a:pt x="197899" y="342774"/>
                  </a:lnTo>
                  <a:lnTo>
                    <a:pt x="197899" y="114258"/>
                  </a:lnTo>
                  <a:lnTo>
                    <a:pt x="0"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Arial"/>
                <a:ea typeface="Arial"/>
                <a:cs typeface="Arial"/>
                <a:sym typeface="Arial"/>
              </a:endParaRPr>
            </a:p>
          </p:txBody>
        </p:sp>
        <p:sp>
          <p:nvSpPr>
            <p:cNvPr id="980" name="Google Shape;980;p28"/>
            <p:cNvSpPr/>
            <p:nvPr/>
          </p:nvSpPr>
          <p:spPr>
            <a:xfrm>
              <a:off x="8978262" y="6351927"/>
              <a:ext cx="234950" cy="380365"/>
            </a:xfrm>
            <a:custGeom>
              <a:rect b="b" l="l" r="r" t="t"/>
              <a:pathLst>
                <a:path extrusionOk="0" h="380365" w="234950">
                  <a:moveTo>
                    <a:pt x="21821" y="0"/>
                  </a:moveTo>
                  <a:lnTo>
                    <a:pt x="14826" y="0"/>
                  </a:lnTo>
                  <a:lnTo>
                    <a:pt x="3497" y="6544"/>
                  </a:lnTo>
                  <a:lnTo>
                    <a:pt x="0" y="12606"/>
                  </a:lnTo>
                  <a:lnTo>
                    <a:pt x="0" y="254212"/>
                  </a:lnTo>
                  <a:lnTo>
                    <a:pt x="3497" y="260264"/>
                  </a:lnTo>
                  <a:lnTo>
                    <a:pt x="209888" y="379433"/>
                  </a:lnTo>
                  <a:lnTo>
                    <a:pt x="213061" y="380250"/>
                  </a:lnTo>
                  <a:lnTo>
                    <a:pt x="219375" y="380250"/>
                  </a:lnTo>
                  <a:lnTo>
                    <a:pt x="222548" y="379433"/>
                  </a:lnTo>
                  <a:lnTo>
                    <a:pt x="231040" y="374522"/>
                  </a:lnTo>
                  <a:lnTo>
                    <a:pt x="234537" y="368470"/>
                  </a:lnTo>
                  <a:lnTo>
                    <a:pt x="234537" y="330188"/>
                  </a:lnTo>
                  <a:lnTo>
                    <a:pt x="197889" y="330188"/>
                  </a:lnTo>
                  <a:lnTo>
                    <a:pt x="36648" y="237081"/>
                  </a:lnTo>
                  <a:lnTo>
                    <a:pt x="36648" y="50888"/>
                  </a:lnTo>
                  <a:lnTo>
                    <a:pt x="109947" y="50888"/>
                  </a:lnTo>
                  <a:lnTo>
                    <a:pt x="21821" y="0"/>
                  </a:lnTo>
                  <a:close/>
                </a:path>
                <a:path extrusionOk="0" h="380365" w="234950">
                  <a:moveTo>
                    <a:pt x="109947" y="50888"/>
                  </a:moveTo>
                  <a:lnTo>
                    <a:pt x="36648" y="50888"/>
                  </a:lnTo>
                  <a:lnTo>
                    <a:pt x="197889" y="143985"/>
                  </a:lnTo>
                  <a:lnTo>
                    <a:pt x="197889" y="330188"/>
                  </a:lnTo>
                  <a:lnTo>
                    <a:pt x="234537" y="330188"/>
                  </a:lnTo>
                  <a:lnTo>
                    <a:pt x="234537" y="126865"/>
                  </a:lnTo>
                  <a:lnTo>
                    <a:pt x="231040" y="120813"/>
                  </a:lnTo>
                  <a:lnTo>
                    <a:pt x="109947" y="50888"/>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Arial"/>
                <a:ea typeface="Arial"/>
                <a:cs typeface="Arial"/>
                <a:sym typeface="Arial"/>
              </a:endParaRPr>
            </a:p>
          </p:txBody>
        </p:sp>
      </p:grpSp>
      <p:pic>
        <p:nvPicPr>
          <p:cNvPr id="981" name="Google Shape;981;p28"/>
          <p:cNvPicPr preferRelativeResize="0"/>
          <p:nvPr/>
        </p:nvPicPr>
        <p:blipFill rotWithShape="1">
          <a:blip r:embed="rId2">
            <a:alphaModFix/>
          </a:blip>
          <a:srcRect b="0" l="0" r="0" t="0"/>
          <a:stretch/>
        </p:blipFill>
        <p:spPr>
          <a:xfrm>
            <a:off x="8438990" y="4352261"/>
            <a:ext cx="389777" cy="514799"/>
          </a:xfrm>
          <a:prstGeom prst="rect">
            <a:avLst/>
          </a:prstGeom>
          <a:noFill/>
          <a:ln>
            <a:noFill/>
          </a:ln>
        </p:spPr>
      </p:pic>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artial BG Yellow 2">
  <p:cSld name="Partial BG Yellow 2">
    <p:spTree>
      <p:nvGrpSpPr>
        <p:cNvPr id="982" name="Shape 982"/>
        <p:cNvGrpSpPr/>
        <p:nvPr/>
      </p:nvGrpSpPr>
      <p:grpSpPr>
        <a:xfrm>
          <a:off x="0" y="0"/>
          <a:ext cx="0" cy="0"/>
          <a:chOff x="0" y="0"/>
          <a:chExt cx="0" cy="0"/>
        </a:xfrm>
      </p:grpSpPr>
      <p:sp>
        <p:nvSpPr>
          <p:cNvPr id="983" name="Google Shape;983;p29"/>
          <p:cNvSpPr/>
          <p:nvPr/>
        </p:nvSpPr>
        <p:spPr>
          <a:xfrm>
            <a:off x="0" y="0"/>
            <a:ext cx="3319200" cy="5143500"/>
          </a:xfrm>
          <a:prstGeom prst="rect">
            <a:avLst/>
          </a:pr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984" name="Google Shape;984;p29"/>
          <p:cNvGrpSpPr/>
          <p:nvPr/>
        </p:nvGrpSpPr>
        <p:grpSpPr>
          <a:xfrm>
            <a:off x="8616848" y="230747"/>
            <a:ext cx="242955" cy="277224"/>
            <a:chOff x="18292080" y="1008720"/>
            <a:chExt cx="741846" cy="846743"/>
          </a:xfrm>
        </p:grpSpPr>
        <p:sp>
          <p:nvSpPr>
            <p:cNvPr id="985" name="Google Shape;985;p29"/>
            <p:cNvSpPr/>
            <p:nvPr/>
          </p:nvSpPr>
          <p:spPr>
            <a:xfrm>
              <a:off x="18292080" y="1008720"/>
              <a:ext cx="741680" cy="846455"/>
            </a:xfrm>
            <a:custGeom>
              <a:rect b="b" l="l" r="r" t="t"/>
              <a:pathLst>
                <a:path extrusionOk="0" h="846455" w="741680">
                  <a:moveTo>
                    <a:pt x="370669" y="0"/>
                  </a:moveTo>
                  <a:lnTo>
                    <a:pt x="15706" y="200077"/>
                  </a:lnTo>
                  <a:lnTo>
                    <a:pt x="0" y="227281"/>
                  </a:lnTo>
                  <a:lnTo>
                    <a:pt x="0" y="619017"/>
                  </a:lnTo>
                  <a:lnTo>
                    <a:pt x="359821" y="844906"/>
                  </a:lnTo>
                  <a:lnTo>
                    <a:pt x="365245" y="846298"/>
                  </a:lnTo>
                  <a:lnTo>
                    <a:pt x="376093" y="846298"/>
                  </a:lnTo>
                  <a:lnTo>
                    <a:pt x="381517" y="844906"/>
                  </a:lnTo>
                  <a:lnTo>
                    <a:pt x="496331" y="778615"/>
                  </a:lnTo>
                  <a:lnTo>
                    <a:pt x="370669" y="778615"/>
                  </a:lnTo>
                  <a:lnTo>
                    <a:pt x="62825" y="600882"/>
                  </a:lnTo>
                  <a:lnTo>
                    <a:pt x="62825" y="245416"/>
                  </a:lnTo>
                  <a:lnTo>
                    <a:pt x="370669" y="67683"/>
                  </a:lnTo>
                  <a:lnTo>
                    <a:pt x="496317" y="67683"/>
                  </a:lnTo>
                  <a:lnTo>
                    <a:pt x="386375" y="4209"/>
                  </a:lnTo>
                  <a:lnTo>
                    <a:pt x="378734" y="1052"/>
                  </a:lnTo>
                  <a:lnTo>
                    <a:pt x="370669" y="0"/>
                  </a:lnTo>
                  <a:close/>
                </a:path>
                <a:path extrusionOk="0" h="846455" w="741680">
                  <a:moveTo>
                    <a:pt x="496317" y="67683"/>
                  </a:moveTo>
                  <a:lnTo>
                    <a:pt x="370669" y="67683"/>
                  </a:lnTo>
                  <a:lnTo>
                    <a:pt x="678513" y="245416"/>
                  </a:lnTo>
                  <a:lnTo>
                    <a:pt x="678513" y="600882"/>
                  </a:lnTo>
                  <a:lnTo>
                    <a:pt x="370669" y="778615"/>
                  </a:lnTo>
                  <a:lnTo>
                    <a:pt x="496331" y="778615"/>
                  </a:lnTo>
                  <a:lnTo>
                    <a:pt x="725632" y="646221"/>
                  </a:lnTo>
                  <a:lnTo>
                    <a:pt x="741338" y="619017"/>
                  </a:lnTo>
                  <a:lnTo>
                    <a:pt x="741338" y="227281"/>
                  </a:lnTo>
                  <a:lnTo>
                    <a:pt x="740251" y="219084"/>
                  </a:lnTo>
                  <a:lnTo>
                    <a:pt x="737129" y="211574"/>
                  </a:lnTo>
                  <a:lnTo>
                    <a:pt x="732185" y="205117"/>
                  </a:lnTo>
                  <a:lnTo>
                    <a:pt x="725632" y="200077"/>
                  </a:lnTo>
                  <a:lnTo>
                    <a:pt x="496317" y="67683"/>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986" name="Google Shape;986;p29"/>
            <p:cNvSpPr/>
            <p:nvPr/>
          </p:nvSpPr>
          <p:spPr>
            <a:xfrm>
              <a:off x="18323491" y="1235998"/>
              <a:ext cx="339725" cy="588010"/>
            </a:xfrm>
            <a:custGeom>
              <a:rect b="b" l="l" r="r" t="t"/>
              <a:pathLst>
                <a:path extrusionOk="0" h="588010" w="339725">
                  <a:moveTo>
                    <a:pt x="0" y="0"/>
                  </a:moveTo>
                  <a:lnTo>
                    <a:pt x="0" y="391736"/>
                  </a:lnTo>
                  <a:lnTo>
                    <a:pt x="339256" y="587615"/>
                  </a:lnTo>
                  <a:lnTo>
                    <a:pt x="339256" y="195868"/>
                  </a:lnTo>
                  <a:lnTo>
                    <a:pt x="0" y="0"/>
                  </a:lnTo>
                  <a:close/>
                </a:path>
              </a:pathLst>
            </a:custGeom>
            <a:solidFill>
              <a:srgbClr val="901F7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987" name="Google Shape;987;p29"/>
            <p:cNvSpPr/>
            <p:nvPr/>
          </p:nvSpPr>
          <p:spPr>
            <a:xfrm>
              <a:off x="18292080" y="1204588"/>
              <a:ext cx="402590" cy="650875"/>
            </a:xfrm>
            <a:custGeom>
              <a:rect b="b" l="l" r="r" t="t"/>
              <a:pathLst>
                <a:path extrusionOk="0" h="650875" w="402590">
                  <a:moveTo>
                    <a:pt x="31412" y="0"/>
                  </a:moveTo>
                  <a:lnTo>
                    <a:pt x="1087" y="23215"/>
                  </a:lnTo>
                  <a:lnTo>
                    <a:pt x="0" y="31412"/>
                  </a:lnTo>
                  <a:lnTo>
                    <a:pt x="0" y="423149"/>
                  </a:lnTo>
                  <a:lnTo>
                    <a:pt x="359821" y="649037"/>
                  </a:lnTo>
                  <a:lnTo>
                    <a:pt x="365245" y="650430"/>
                  </a:lnTo>
                  <a:lnTo>
                    <a:pt x="376093" y="650430"/>
                  </a:lnTo>
                  <a:lnTo>
                    <a:pt x="402081" y="619017"/>
                  </a:lnTo>
                  <a:lnTo>
                    <a:pt x="402081" y="564611"/>
                  </a:lnTo>
                  <a:lnTo>
                    <a:pt x="339256" y="564611"/>
                  </a:lnTo>
                  <a:lnTo>
                    <a:pt x="62825" y="405013"/>
                  </a:lnTo>
                  <a:lnTo>
                    <a:pt x="62825" y="85819"/>
                  </a:lnTo>
                  <a:lnTo>
                    <a:pt x="188472" y="85819"/>
                  </a:lnTo>
                  <a:lnTo>
                    <a:pt x="47118" y="4209"/>
                  </a:lnTo>
                  <a:lnTo>
                    <a:pt x="39477" y="1052"/>
                  </a:lnTo>
                  <a:lnTo>
                    <a:pt x="31412" y="0"/>
                  </a:lnTo>
                  <a:close/>
                </a:path>
                <a:path extrusionOk="0" h="650875" w="402590">
                  <a:moveTo>
                    <a:pt x="188472" y="85819"/>
                  </a:moveTo>
                  <a:lnTo>
                    <a:pt x="62825" y="85819"/>
                  </a:lnTo>
                  <a:lnTo>
                    <a:pt x="339256" y="245416"/>
                  </a:lnTo>
                  <a:lnTo>
                    <a:pt x="339256" y="564611"/>
                  </a:lnTo>
                  <a:lnTo>
                    <a:pt x="402081" y="564611"/>
                  </a:lnTo>
                  <a:lnTo>
                    <a:pt x="402081" y="227281"/>
                  </a:lnTo>
                  <a:lnTo>
                    <a:pt x="400994" y="219084"/>
                  </a:lnTo>
                  <a:lnTo>
                    <a:pt x="397872" y="211574"/>
                  </a:lnTo>
                  <a:lnTo>
                    <a:pt x="392929" y="205117"/>
                  </a:lnTo>
                  <a:lnTo>
                    <a:pt x="386375" y="200077"/>
                  </a:lnTo>
                  <a:lnTo>
                    <a:pt x="188472" y="85819"/>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988" name="Google Shape;988;p29"/>
            <p:cNvSpPr/>
            <p:nvPr/>
          </p:nvSpPr>
          <p:spPr>
            <a:xfrm>
              <a:off x="18662748" y="1236001"/>
              <a:ext cx="339725" cy="588010"/>
            </a:xfrm>
            <a:custGeom>
              <a:rect b="b" l="l" r="r" t="t"/>
              <a:pathLst>
                <a:path extrusionOk="0" h="588010" w="339725">
                  <a:moveTo>
                    <a:pt x="339256" y="0"/>
                  </a:moveTo>
                  <a:lnTo>
                    <a:pt x="0" y="195868"/>
                  </a:lnTo>
                  <a:lnTo>
                    <a:pt x="0" y="587605"/>
                  </a:lnTo>
                  <a:lnTo>
                    <a:pt x="339256" y="391736"/>
                  </a:lnTo>
                  <a:lnTo>
                    <a:pt x="339256"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989" name="Google Shape;989;p29"/>
            <p:cNvSpPr/>
            <p:nvPr/>
          </p:nvSpPr>
          <p:spPr>
            <a:xfrm>
              <a:off x="18631336" y="1204582"/>
              <a:ext cx="402590" cy="650875"/>
            </a:xfrm>
            <a:custGeom>
              <a:rect b="b" l="l" r="r" t="t"/>
              <a:pathLst>
                <a:path extrusionOk="0" h="650875" w="402590">
                  <a:moveTo>
                    <a:pt x="370669" y="0"/>
                  </a:moveTo>
                  <a:lnTo>
                    <a:pt x="15706" y="200081"/>
                  </a:lnTo>
                  <a:lnTo>
                    <a:pt x="0" y="227284"/>
                  </a:lnTo>
                  <a:lnTo>
                    <a:pt x="0" y="619032"/>
                  </a:lnTo>
                  <a:lnTo>
                    <a:pt x="25988" y="650444"/>
                  </a:lnTo>
                  <a:lnTo>
                    <a:pt x="36836" y="650444"/>
                  </a:lnTo>
                  <a:lnTo>
                    <a:pt x="42260" y="649041"/>
                  </a:lnTo>
                  <a:lnTo>
                    <a:pt x="188484" y="564615"/>
                  </a:lnTo>
                  <a:lnTo>
                    <a:pt x="62825" y="564615"/>
                  </a:lnTo>
                  <a:lnTo>
                    <a:pt x="62825" y="245420"/>
                  </a:lnTo>
                  <a:lnTo>
                    <a:pt x="339256" y="85823"/>
                  </a:lnTo>
                  <a:lnTo>
                    <a:pt x="402081" y="85823"/>
                  </a:lnTo>
                  <a:lnTo>
                    <a:pt x="402081" y="31416"/>
                  </a:lnTo>
                  <a:lnTo>
                    <a:pt x="378712" y="1051"/>
                  </a:lnTo>
                  <a:lnTo>
                    <a:pt x="370669" y="0"/>
                  </a:lnTo>
                  <a:close/>
                </a:path>
                <a:path extrusionOk="0" h="650875" w="402590">
                  <a:moveTo>
                    <a:pt x="402081" y="85823"/>
                  </a:moveTo>
                  <a:lnTo>
                    <a:pt x="339256" y="85823"/>
                  </a:lnTo>
                  <a:lnTo>
                    <a:pt x="339256" y="405017"/>
                  </a:lnTo>
                  <a:lnTo>
                    <a:pt x="62825" y="564615"/>
                  </a:lnTo>
                  <a:lnTo>
                    <a:pt x="188484" y="564615"/>
                  </a:lnTo>
                  <a:lnTo>
                    <a:pt x="386375" y="450356"/>
                  </a:lnTo>
                  <a:lnTo>
                    <a:pt x="392929" y="445316"/>
                  </a:lnTo>
                  <a:lnTo>
                    <a:pt x="397872" y="438859"/>
                  </a:lnTo>
                  <a:lnTo>
                    <a:pt x="400994" y="431350"/>
                  </a:lnTo>
                  <a:lnTo>
                    <a:pt x="402081" y="423153"/>
                  </a:lnTo>
                  <a:lnTo>
                    <a:pt x="402081" y="85823"/>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grpSp>
      <p:grpSp>
        <p:nvGrpSpPr>
          <p:cNvPr id="990" name="Google Shape;990;p29"/>
          <p:cNvGrpSpPr/>
          <p:nvPr/>
        </p:nvGrpSpPr>
        <p:grpSpPr>
          <a:xfrm>
            <a:off x="7949555" y="249445"/>
            <a:ext cx="465059" cy="405498"/>
            <a:chOff x="15817545" y="812840"/>
            <a:chExt cx="1420027" cy="1238541"/>
          </a:xfrm>
        </p:grpSpPr>
        <p:sp>
          <p:nvSpPr>
            <p:cNvPr id="991" name="Google Shape;991;p29"/>
            <p:cNvSpPr/>
            <p:nvPr/>
          </p:nvSpPr>
          <p:spPr>
            <a:xfrm>
              <a:off x="15817545" y="812840"/>
              <a:ext cx="1419859" cy="846455"/>
            </a:xfrm>
            <a:custGeom>
              <a:rect b="b" l="l" r="r" t="t"/>
              <a:pathLst>
                <a:path extrusionOk="0" h="846455" w="1419859">
                  <a:moveTo>
                    <a:pt x="1049182" y="0"/>
                  </a:moveTo>
                  <a:lnTo>
                    <a:pt x="15706" y="591824"/>
                  </a:lnTo>
                  <a:lnTo>
                    <a:pt x="0" y="619028"/>
                  </a:lnTo>
                  <a:lnTo>
                    <a:pt x="1087" y="627225"/>
                  </a:lnTo>
                  <a:lnTo>
                    <a:pt x="359821" y="844916"/>
                  </a:lnTo>
                  <a:lnTo>
                    <a:pt x="365245" y="846319"/>
                  </a:lnTo>
                  <a:lnTo>
                    <a:pt x="376093" y="846319"/>
                  </a:lnTo>
                  <a:lnTo>
                    <a:pt x="381517" y="844916"/>
                  </a:lnTo>
                  <a:lnTo>
                    <a:pt x="496335" y="778625"/>
                  </a:lnTo>
                  <a:lnTo>
                    <a:pt x="370669" y="778625"/>
                  </a:lnTo>
                  <a:lnTo>
                    <a:pt x="94237" y="619028"/>
                  </a:lnTo>
                  <a:lnTo>
                    <a:pt x="1049182" y="67683"/>
                  </a:lnTo>
                  <a:lnTo>
                    <a:pt x="1174830" y="67683"/>
                  </a:lnTo>
                  <a:lnTo>
                    <a:pt x="1064889" y="4209"/>
                  </a:lnTo>
                  <a:lnTo>
                    <a:pt x="1057247" y="1052"/>
                  </a:lnTo>
                  <a:lnTo>
                    <a:pt x="1049182" y="0"/>
                  </a:lnTo>
                  <a:close/>
                </a:path>
                <a:path extrusionOk="0" h="846455" w="1419859">
                  <a:moveTo>
                    <a:pt x="1174830" y="67683"/>
                  </a:moveTo>
                  <a:lnTo>
                    <a:pt x="1049182" y="67683"/>
                  </a:lnTo>
                  <a:lnTo>
                    <a:pt x="1325614" y="227281"/>
                  </a:lnTo>
                  <a:lnTo>
                    <a:pt x="370669" y="778625"/>
                  </a:lnTo>
                  <a:lnTo>
                    <a:pt x="496335" y="778625"/>
                  </a:lnTo>
                  <a:lnTo>
                    <a:pt x="1404145" y="254494"/>
                  </a:lnTo>
                  <a:lnTo>
                    <a:pt x="1410699" y="249449"/>
                  </a:lnTo>
                  <a:lnTo>
                    <a:pt x="1415642" y="242988"/>
                  </a:lnTo>
                  <a:lnTo>
                    <a:pt x="1418764" y="235477"/>
                  </a:lnTo>
                  <a:lnTo>
                    <a:pt x="1419852" y="227281"/>
                  </a:lnTo>
                  <a:lnTo>
                    <a:pt x="1418764" y="219088"/>
                  </a:lnTo>
                  <a:lnTo>
                    <a:pt x="1415642" y="211578"/>
                  </a:lnTo>
                  <a:lnTo>
                    <a:pt x="1410699" y="205118"/>
                  </a:lnTo>
                  <a:lnTo>
                    <a:pt x="1404145" y="200077"/>
                  </a:lnTo>
                  <a:lnTo>
                    <a:pt x="1174830" y="67683"/>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992" name="Google Shape;992;p29"/>
            <p:cNvSpPr/>
            <p:nvPr/>
          </p:nvSpPr>
          <p:spPr>
            <a:xfrm>
              <a:off x="16188216" y="1040125"/>
              <a:ext cx="1017905" cy="979805"/>
            </a:xfrm>
            <a:custGeom>
              <a:rect b="b" l="l" r="r" t="t"/>
              <a:pathLst>
                <a:path extrusionOk="0" h="979805" w="1017905">
                  <a:moveTo>
                    <a:pt x="1017770" y="0"/>
                  </a:moveTo>
                  <a:lnTo>
                    <a:pt x="0" y="587615"/>
                  </a:lnTo>
                  <a:lnTo>
                    <a:pt x="0" y="979352"/>
                  </a:lnTo>
                  <a:lnTo>
                    <a:pt x="1017770" y="391747"/>
                  </a:lnTo>
                  <a:lnTo>
                    <a:pt x="1017770" y="0"/>
                  </a:lnTo>
                  <a:close/>
                </a:path>
              </a:pathLst>
            </a:custGeom>
            <a:solidFill>
              <a:srgbClr val="CC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993" name="Google Shape;993;p29"/>
            <p:cNvSpPr/>
            <p:nvPr/>
          </p:nvSpPr>
          <p:spPr>
            <a:xfrm>
              <a:off x="16156803" y="1008712"/>
              <a:ext cx="1080769" cy="1042669"/>
            </a:xfrm>
            <a:custGeom>
              <a:rect b="b" l="l" r="r" t="t"/>
              <a:pathLst>
                <a:path extrusionOk="0" h="1042669" w="1080769">
                  <a:moveTo>
                    <a:pt x="1049182" y="0"/>
                  </a:moveTo>
                  <a:lnTo>
                    <a:pt x="15706" y="591824"/>
                  </a:lnTo>
                  <a:lnTo>
                    <a:pt x="0" y="619028"/>
                  </a:lnTo>
                  <a:lnTo>
                    <a:pt x="0" y="1010765"/>
                  </a:lnTo>
                  <a:lnTo>
                    <a:pt x="25988" y="1042177"/>
                  </a:lnTo>
                  <a:lnTo>
                    <a:pt x="36836" y="1042177"/>
                  </a:lnTo>
                  <a:lnTo>
                    <a:pt x="42260" y="1040774"/>
                  </a:lnTo>
                  <a:lnTo>
                    <a:pt x="188474" y="956358"/>
                  </a:lnTo>
                  <a:lnTo>
                    <a:pt x="62825" y="956358"/>
                  </a:lnTo>
                  <a:lnTo>
                    <a:pt x="62825" y="637163"/>
                  </a:lnTo>
                  <a:lnTo>
                    <a:pt x="1017770" y="85819"/>
                  </a:lnTo>
                  <a:lnTo>
                    <a:pt x="1080595" y="85819"/>
                  </a:lnTo>
                  <a:lnTo>
                    <a:pt x="1080595" y="31412"/>
                  </a:lnTo>
                  <a:lnTo>
                    <a:pt x="1057247" y="1052"/>
                  </a:lnTo>
                  <a:lnTo>
                    <a:pt x="1049182" y="0"/>
                  </a:lnTo>
                  <a:close/>
                </a:path>
                <a:path extrusionOk="0" h="1042669" w="1080769">
                  <a:moveTo>
                    <a:pt x="1080595" y="85819"/>
                  </a:moveTo>
                  <a:lnTo>
                    <a:pt x="1017770" y="85819"/>
                  </a:lnTo>
                  <a:lnTo>
                    <a:pt x="1017770" y="405024"/>
                  </a:lnTo>
                  <a:lnTo>
                    <a:pt x="62825" y="956358"/>
                  </a:lnTo>
                  <a:lnTo>
                    <a:pt x="188474" y="956358"/>
                  </a:lnTo>
                  <a:lnTo>
                    <a:pt x="1064889" y="450363"/>
                  </a:lnTo>
                  <a:lnTo>
                    <a:pt x="1071442" y="445322"/>
                  </a:lnTo>
                  <a:lnTo>
                    <a:pt x="1076386" y="438862"/>
                  </a:lnTo>
                  <a:lnTo>
                    <a:pt x="1079507" y="431352"/>
                  </a:lnTo>
                  <a:lnTo>
                    <a:pt x="1080595" y="423159"/>
                  </a:lnTo>
                  <a:lnTo>
                    <a:pt x="1080595" y="85819"/>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994" name="Google Shape;994;p29"/>
            <p:cNvSpPr/>
            <p:nvPr/>
          </p:nvSpPr>
          <p:spPr>
            <a:xfrm>
              <a:off x="15848959" y="1431868"/>
              <a:ext cx="339725" cy="588010"/>
            </a:xfrm>
            <a:custGeom>
              <a:rect b="b" l="l" r="r" t="t"/>
              <a:pathLst>
                <a:path extrusionOk="0" h="588010" w="339725">
                  <a:moveTo>
                    <a:pt x="0" y="0"/>
                  </a:moveTo>
                  <a:lnTo>
                    <a:pt x="0" y="391747"/>
                  </a:lnTo>
                  <a:lnTo>
                    <a:pt x="339256" y="587615"/>
                  </a:lnTo>
                  <a:lnTo>
                    <a:pt x="339256" y="195868"/>
                  </a:lnTo>
                  <a:lnTo>
                    <a:pt x="0"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995" name="Google Shape;995;p29"/>
            <p:cNvSpPr/>
            <p:nvPr/>
          </p:nvSpPr>
          <p:spPr>
            <a:xfrm>
              <a:off x="15817545" y="1400451"/>
              <a:ext cx="402590" cy="650875"/>
            </a:xfrm>
            <a:custGeom>
              <a:rect b="b" l="l" r="r" t="t"/>
              <a:pathLst>
                <a:path extrusionOk="0" h="650875" w="402590">
                  <a:moveTo>
                    <a:pt x="31412" y="0"/>
                  </a:moveTo>
                  <a:lnTo>
                    <a:pt x="1087" y="23220"/>
                  </a:lnTo>
                  <a:lnTo>
                    <a:pt x="0" y="31412"/>
                  </a:lnTo>
                  <a:lnTo>
                    <a:pt x="0" y="423159"/>
                  </a:lnTo>
                  <a:lnTo>
                    <a:pt x="359821" y="649037"/>
                  </a:lnTo>
                  <a:lnTo>
                    <a:pt x="365245" y="650440"/>
                  </a:lnTo>
                  <a:lnTo>
                    <a:pt x="376093" y="650440"/>
                  </a:lnTo>
                  <a:lnTo>
                    <a:pt x="402081" y="619028"/>
                  </a:lnTo>
                  <a:lnTo>
                    <a:pt x="402081" y="564621"/>
                  </a:lnTo>
                  <a:lnTo>
                    <a:pt x="339256" y="564621"/>
                  </a:lnTo>
                  <a:lnTo>
                    <a:pt x="62825" y="405024"/>
                  </a:lnTo>
                  <a:lnTo>
                    <a:pt x="62825" y="85829"/>
                  </a:lnTo>
                  <a:lnTo>
                    <a:pt x="188483" y="85829"/>
                  </a:lnTo>
                  <a:lnTo>
                    <a:pt x="47118" y="4209"/>
                  </a:lnTo>
                  <a:lnTo>
                    <a:pt x="39477" y="1052"/>
                  </a:lnTo>
                  <a:lnTo>
                    <a:pt x="31412" y="0"/>
                  </a:lnTo>
                  <a:close/>
                </a:path>
                <a:path extrusionOk="0" h="650875" w="402590">
                  <a:moveTo>
                    <a:pt x="188483" y="85829"/>
                  </a:moveTo>
                  <a:lnTo>
                    <a:pt x="62825" y="85829"/>
                  </a:lnTo>
                  <a:lnTo>
                    <a:pt x="339256" y="245427"/>
                  </a:lnTo>
                  <a:lnTo>
                    <a:pt x="339256" y="564621"/>
                  </a:lnTo>
                  <a:lnTo>
                    <a:pt x="402081" y="564621"/>
                  </a:lnTo>
                  <a:lnTo>
                    <a:pt x="402081" y="227291"/>
                  </a:lnTo>
                  <a:lnTo>
                    <a:pt x="400994" y="219094"/>
                  </a:lnTo>
                  <a:lnTo>
                    <a:pt x="397872" y="211585"/>
                  </a:lnTo>
                  <a:lnTo>
                    <a:pt x="392929" y="205127"/>
                  </a:lnTo>
                  <a:lnTo>
                    <a:pt x="386375" y="200088"/>
                  </a:lnTo>
                  <a:lnTo>
                    <a:pt x="188483" y="85829"/>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grpSp>
      <p:grpSp>
        <p:nvGrpSpPr>
          <p:cNvPr id="996" name="Google Shape;996;p29"/>
          <p:cNvGrpSpPr/>
          <p:nvPr/>
        </p:nvGrpSpPr>
        <p:grpSpPr>
          <a:xfrm>
            <a:off x="8414605" y="654940"/>
            <a:ext cx="465060" cy="405386"/>
            <a:chOff x="17674542" y="2138203"/>
            <a:chExt cx="1420032" cy="1238197"/>
          </a:xfrm>
        </p:grpSpPr>
        <p:sp>
          <p:nvSpPr>
            <p:cNvPr id="997" name="Google Shape;997;p29"/>
            <p:cNvSpPr/>
            <p:nvPr/>
          </p:nvSpPr>
          <p:spPr>
            <a:xfrm>
              <a:off x="17674542" y="2138203"/>
              <a:ext cx="402590" cy="650875"/>
            </a:xfrm>
            <a:custGeom>
              <a:rect b="b" l="l" r="r" t="t"/>
              <a:pathLst>
                <a:path extrusionOk="0" h="650875" w="402590">
                  <a:moveTo>
                    <a:pt x="370675" y="0"/>
                  </a:moveTo>
                  <a:lnTo>
                    <a:pt x="15706" y="200088"/>
                  </a:lnTo>
                  <a:lnTo>
                    <a:pt x="0" y="227291"/>
                  </a:lnTo>
                  <a:lnTo>
                    <a:pt x="0" y="619038"/>
                  </a:lnTo>
                  <a:lnTo>
                    <a:pt x="25988" y="650451"/>
                  </a:lnTo>
                  <a:lnTo>
                    <a:pt x="36836" y="650451"/>
                  </a:lnTo>
                  <a:lnTo>
                    <a:pt x="42260" y="649048"/>
                  </a:lnTo>
                  <a:lnTo>
                    <a:pt x="188488" y="564621"/>
                  </a:lnTo>
                  <a:lnTo>
                    <a:pt x="62825" y="564621"/>
                  </a:lnTo>
                  <a:lnTo>
                    <a:pt x="62825" y="245427"/>
                  </a:lnTo>
                  <a:lnTo>
                    <a:pt x="339267" y="85829"/>
                  </a:lnTo>
                  <a:lnTo>
                    <a:pt x="402092" y="85829"/>
                  </a:lnTo>
                  <a:lnTo>
                    <a:pt x="402092" y="31423"/>
                  </a:lnTo>
                  <a:lnTo>
                    <a:pt x="378740" y="1052"/>
                  </a:lnTo>
                  <a:lnTo>
                    <a:pt x="370675" y="0"/>
                  </a:lnTo>
                  <a:close/>
                </a:path>
                <a:path extrusionOk="0" h="650875" w="402590">
                  <a:moveTo>
                    <a:pt x="402092" y="85829"/>
                  </a:moveTo>
                  <a:lnTo>
                    <a:pt x="339267" y="85829"/>
                  </a:lnTo>
                  <a:lnTo>
                    <a:pt x="339267" y="405024"/>
                  </a:lnTo>
                  <a:lnTo>
                    <a:pt x="62825" y="564621"/>
                  </a:lnTo>
                  <a:lnTo>
                    <a:pt x="188488" y="564621"/>
                  </a:lnTo>
                  <a:lnTo>
                    <a:pt x="386386" y="450363"/>
                  </a:lnTo>
                  <a:lnTo>
                    <a:pt x="392939" y="445323"/>
                  </a:lnTo>
                  <a:lnTo>
                    <a:pt x="397883" y="438866"/>
                  </a:lnTo>
                  <a:lnTo>
                    <a:pt x="401004" y="431356"/>
                  </a:lnTo>
                  <a:lnTo>
                    <a:pt x="402092" y="423159"/>
                  </a:lnTo>
                  <a:lnTo>
                    <a:pt x="402092" y="85829"/>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998" name="Google Shape;998;p29"/>
            <p:cNvSpPr/>
            <p:nvPr/>
          </p:nvSpPr>
          <p:spPr>
            <a:xfrm>
              <a:off x="18045217" y="2169622"/>
              <a:ext cx="1017905" cy="979805"/>
            </a:xfrm>
            <a:custGeom>
              <a:rect b="b" l="l" r="r" t="t"/>
              <a:pathLst>
                <a:path extrusionOk="0" h="979805" w="1017905">
                  <a:moveTo>
                    <a:pt x="0" y="0"/>
                  </a:moveTo>
                  <a:lnTo>
                    <a:pt x="0" y="391736"/>
                  </a:lnTo>
                  <a:lnTo>
                    <a:pt x="1017770" y="979352"/>
                  </a:lnTo>
                  <a:lnTo>
                    <a:pt x="1017770" y="587615"/>
                  </a:lnTo>
                  <a:lnTo>
                    <a:pt x="0" y="0"/>
                  </a:lnTo>
                  <a:close/>
                </a:path>
              </a:pathLst>
            </a:custGeom>
            <a:solidFill>
              <a:srgbClr val="00852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999" name="Google Shape;999;p29"/>
            <p:cNvSpPr/>
            <p:nvPr/>
          </p:nvSpPr>
          <p:spPr>
            <a:xfrm>
              <a:off x="18013805" y="2138204"/>
              <a:ext cx="1080769" cy="1042669"/>
            </a:xfrm>
            <a:custGeom>
              <a:rect b="b" l="l" r="r" t="t"/>
              <a:pathLst>
                <a:path extrusionOk="0" h="1042669" w="1080769">
                  <a:moveTo>
                    <a:pt x="31412" y="0"/>
                  </a:moveTo>
                  <a:lnTo>
                    <a:pt x="1087" y="23220"/>
                  </a:lnTo>
                  <a:lnTo>
                    <a:pt x="0" y="31412"/>
                  </a:lnTo>
                  <a:lnTo>
                    <a:pt x="0" y="423159"/>
                  </a:lnTo>
                  <a:lnTo>
                    <a:pt x="1038334" y="1040785"/>
                  </a:lnTo>
                  <a:lnTo>
                    <a:pt x="1043758" y="1042188"/>
                  </a:lnTo>
                  <a:lnTo>
                    <a:pt x="1054606" y="1042188"/>
                  </a:lnTo>
                  <a:lnTo>
                    <a:pt x="1080595" y="1010775"/>
                  </a:lnTo>
                  <a:lnTo>
                    <a:pt x="1080595" y="956358"/>
                  </a:lnTo>
                  <a:lnTo>
                    <a:pt x="1017770" y="956358"/>
                  </a:lnTo>
                  <a:lnTo>
                    <a:pt x="62825" y="405024"/>
                  </a:lnTo>
                  <a:lnTo>
                    <a:pt x="62825" y="85829"/>
                  </a:lnTo>
                  <a:lnTo>
                    <a:pt x="188488" y="85829"/>
                  </a:lnTo>
                  <a:lnTo>
                    <a:pt x="47118" y="4209"/>
                  </a:lnTo>
                  <a:lnTo>
                    <a:pt x="39477" y="1052"/>
                  </a:lnTo>
                  <a:lnTo>
                    <a:pt x="31412" y="0"/>
                  </a:lnTo>
                  <a:close/>
                </a:path>
                <a:path extrusionOk="0" h="1042669" w="1080769">
                  <a:moveTo>
                    <a:pt x="188488" y="85829"/>
                  </a:moveTo>
                  <a:lnTo>
                    <a:pt x="62825" y="85829"/>
                  </a:lnTo>
                  <a:lnTo>
                    <a:pt x="1017770" y="637163"/>
                  </a:lnTo>
                  <a:lnTo>
                    <a:pt x="1017770" y="956358"/>
                  </a:lnTo>
                  <a:lnTo>
                    <a:pt x="1080595" y="956358"/>
                  </a:lnTo>
                  <a:lnTo>
                    <a:pt x="1080595" y="619028"/>
                  </a:lnTo>
                  <a:lnTo>
                    <a:pt x="1079507" y="610831"/>
                  </a:lnTo>
                  <a:lnTo>
                    <a:pt x="1076386" y="603321"/>
                  </a:lnTo>
                  <a:lnTo>
                    <a:pt x="1071442" y="596864"/>
                  </a:lnTo>
                  <a:lnTo>
                    <a:pt x="1064889" y="591824"/>
                  </a:lnTo>
                  <a:lnTo>
                    <a:pt x="188488" y="85829"/>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1000" name="Google Shape;1000;p29"/>
            <p:cNvSpPr/>
            <p:nvPr/>
          </p:nvSpPr>
          <p:spPr>
            <a:xfrm>
              <a:off x="17705952" y="2561359"/>
              <a:ext cx="1357630" cy="783589"/>
            </a:xfrm>
            <a:custGeom>
              <a:rect b="b" l="l" r="r" t="t"/>
              <a:pathLst>
                <a:path extrusionOk="0" h="783589" w="1357630">
                  <a:moveTo>
                    <a:pt x="339267" y="0"/>
                  </a:moveTo>
                  <a:lnTo>
                    <a:pt x="0" y="195878"/>
                  </a:lnTo>
                  <a:lnTo>
                    <a:pt x="1017780" y="783483"/>
                  </a:lnTo>
                  <a:lnTo>
                    <a:pt x="1357037" y="587615"/>
                  </a:lnTo>
                  <a:lnTo>
                    <a:pt x="339267"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1001" name="Google Shape;1001;p29"/>
            <p:cNvSpPr/>
            <p:nvPr/>
          </p:nvSpPr>
          <p:spPr>
            <a:xfrm>
              <a:off x="17674542" y="2529946"/>
              <a:ext cx="1419859" cy="846454"/>
            </a:xfrm>
            <a:custGeom>
              <a:rect b="b" l="l" r="r" t="t"/>
              <a:pathLst>
                <a:path extrusionOk="0" h="846454" w="1419859">
                  <a:moveTo>
                    <a:pt x="370675" y="0"/>
                  </a:moveTo>
                  <a:lnTo>
                    <a:pt x="15706" y="200088"/>
                  </a:lnTo>
                  <a:lnTo>
                    <a:pt x="0" y="227291"/>
                  </a:lnTo>
                  <a:lnTo>
                    <a:pt x="1087" y="235488"/>
                  </a:lnTo>
                  <a:lnTo>
                    <a:pt x="1038345" y="844906"/>
                  </a:lnTo>
                  <a:lnTo>
                    <a:pt x="1043769" y="846309"/>
                  </a:lnTo>
                  <a:lnTo>
                    <a:pt x="1054617" y="846309"/>
                  </a:lnTo>
                  <a:lnTo>
                    <a:pt x="1060041" y="844906"/>
                  </a:lnTo>
                  <a:lnTo>
                    <a:pt x="1174842" y="778625"/>
                  </a:lnTo>
                  <a:lnTo>
                    <a:pt x="1049193" y="778625"/>
                  </a:lnTo>
                  <a:lnTo>
                    <a:pt x="94237" y="227291"/>
                  </a:lnTo>
                  <a:lnTo>
                    <a:pt x="370679" y="67683"/>
                  </a:lnTo>
                  <a:lnTo>
                    <a:pt x="496326" y="67683"/>
                  </a:lnTo>
                  <a:lnTo>
                    <a:pt x="386386" y="4209"/>
                  </a:lnTo>
                  <a:lnTo>
                    <a:pt x="378740" y="1052"/>
                  </a:lnTo>
                  <a:lnTo>
                    <a:pt x="370675" y="0"/>
                  </a:lnTo>
                  <a:close/>
                </a:path>
                <a:path extrusionOk="0" h="846454" w="1419859">
                  <a:moveTo>
                    <a:pt x="496326" y="67683"/>
                  </a:moveTo>
                  <a:lnTo>
                    <a:pt x="370679" y="67683"/>
                  </a:lnTo>
                  <a:lnTo>
                    <a:pt x="1325624" y="619028"/>
                  </a:lnTo>
                  <a:lnTo>
                    <a:pt x="1049193" y="778625"/>
                  </a:lnTo>
                  <a:lnTo>
                    <a:pt x="1174842" y="778625"/>
                  </a:lnTo>
                  <a:lnTo>
                    <a:pt x="1404156" y="646231"/>
                  </a:lnTo>
                  <a:lnTo>
                    <a:pt x="1410709" y="641191"/>
                  </a:lnTo>
                  <a:lnTo>
                    <a:pt x="1415653" y="634734"/>
                  </a:lnTo>
                  <a:lnTo>
                    <a:pt x="1418774" y="627225"/>
                  </a:lnTo>
                  <a:lnTo>
                    <a:pt x="1419862" y="619028"/>
                  </a:lnTo>
                  <a:lnTo>
                    <a:pt x="1418774" y="610831"/>
                  </a:lnTo>
                  <a:lnTo>
                    <a:pt x="1415653" y="603321"/>
                  </a:lnTo>
                  <a:lnTo>
                    <a:pt x="1410709" y="596864"/>
                  </a:lnTo>
                  <a:lnTo>
                    <a:pt x="1404156" y="591824"/>
                  </a:lnTo>
                  <a:lnTo>
                    <a:pt x="496326" y="67683"/>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grpSp>
      <p:sp>
        <p:nvSpPr>
          <p:cNvPr id="1002" name="Google Shape;1002;p29"/>
          <p:cNvSpPr txBox="1"/>
          <p:nvPr>
            <p:ph type="title"/>
          </p:nvPr>
        </p:nvSpPr>
        <p:spPr>
          <a:xfrm>
            <a:off x="452425" y="351725"/>
            <a:ext cx="6777600" cy="344700"/>
          </a:xfrm>
          <a:prstGeom prst="rect">
            <a:avLst/>
          </a:prstGeom>
          <a:noFill/>
          <a:ln>
            <a:noFill/>
          </a:ln>
        </p:spPr>
        <p:txBody>
          <a:bodyPr anchorCtr="0" anchor="t" bIns="0" lIns="0" spcFirstLastPara="1" rIns="0" wrap="square" tIns="0">
            <a:noAutofit/>
          </a:bodyPr>
          <a:lstStyle>
            <a:lvl1pPr lvl="0" marR="0" rtl="0" algn="l">
              <a:lnSpc>
                <a:spcPct val="80000"/>
              </a:lnSpc>
              <a:spcBef>
                <a:spcPts val="0"/>
              </a:spcBef>
              <a:spcAft>
                <a:spcPts val="0"/>
              </a:spcAft>
              <a:buClr>
                <a:srgbClr val="000000"/>
              </a:buClr>
              <a:buSzPts val="2800"/>
              <a:buFont typeface="Proxima Nova"/>
              <a:buNone/>
              <a:defRPr b="1" i="0" sz="2800" u="none" cap="none" strike="noStrike">
                <a:solidFill>
                  <a:schemeClr val="dk1"/>
                </a:solidFill>
                <a:latin typeface="Proxima Nova"/>
                <a:ea typeface="Proxima Nova"/>
                <a:cs typeface="Proxima Nova"/>
                <a:sym typeface="Proxima Nova"/>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1003" name="Google Shape;1003;p29"/>
          <p:cNvSpPr/>
          <p:nvPr/>
        </p:nvSpPr>
        <p:spPr>
          <a:xfrm>
            <a:off x="452437" y="728934"/>
            <a:ext cx="571782" cy="76276"/>
          </a:xfrm>
          <a:custGeom>
            <a:rect b="b" l="l" r="r" t="t"/>
            <a:pathLst>
              <a:path extrusionOk="0" h="167639" w="1256664">
                <a:moveTo>
                  <a:pt x="1256506" y="0"/>
                </a:moveTo>
                <a:lnTo>
                  <a:pt x="0" y="0"/>
                </a:lnTo>
                <a:lnTo>
                  <a:pt x="0" y="167534"/>
                </a:lnTo>
                <a:lnTo>
                  <a:pt x="1256506" y="167534"/>
                </a:lnTo>
                <a:lnTo>
                  <a:pt x="1256506" y="0"/>
                </a:lnTo>
                <a:close/>
              </a:path>
            </a:pathLst>
          </a:custGeom>
          <a:solidFill>
            <a:schemeClr val="accent1"/>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chemeClr val="dk1"/>
              </a:solidFill>
              <a:latin typeface="Calibri"/>
              <a:ea typeface="Calibri"/>
              <a:cs typeface="Calibri"/>
              <a:sym typeface="Calibri"/>
            </a:endParaRPr>
          </a:p>
        </p:txBody>
      </p:sp>
      <p:sp>
        <p:nvSpPr>
          <p:cNvPr id="1004" name="Google Shape;1004;p29"/>
          <p:cNvSpPr txBox="1"/>
          <p:nvPr>
            <p:ph idx="1" type="body"/>
          </p:nvPr>
        </p:nvSpPr>
        <p:spPr>
          <a:xfrm>
            <a:off x="3532100" y="927750"/>
            <a:ext cx="2451600" cy="3300300"/>
          </a:xfrm>
          <a:prstGeom prst="rect">
            <a:avLst/>
          </a:prstGeom>
          <a:noFill/>
          <a:ln>
            <a:noFill/>
          </a:ln>
        </p:spPr>
        <p:txBody>
          <a:bodyPr anchorCtr="0" anchor="t" bIns="0" lIns="0" spcFirstLastPara="1" rIns="0" wrap="square" tIns="0">
            <a:noAutofit/>
          </a:bodyPr>
          <a:lstStyle>
            <a:lvl1pPr indent="-317500" lvl="0" marL="457200" marR="0" rtl="0" algn="l">
              <a:lnSpc>
                <a:spcPct val="100000"/>
              </a:lnSpc>
              <a:spcBef>
                <a:spcPts val="0"/>
              </a:spcBef>
              <a:spcAft>
                <a:spcPts val="0"/>
              </a:spcAft>
              <a:buClr>
                <a:srgbClr val="000000"/>
              </a:buClr>
              <a:buSzPts val="1400"/>
              <a:buFont typeface="Proxima Nova"/>
              <a:buChar char="●"/>
              <a:defRPr b="0" i="0" sz="1400" u="none" cap="none" strike="noStrike">
                <a:solidFill>
                  <a:srgbClr val="000000"/>
                </a:solidFill>
                <a:latin typeface="Proxima Nova"/>
                <a:ea typeface="Proxima Nova"/>
                <a:cs typeface="Proxima Nova"/>
                <a:sym typeface="Proxima Nova"/>
              </a:defRPr>
            </a:lvl1pPr>
            <a:lvl2pPr indent="-317500" lvl="1" marL="914400" marR="0" rtl="0" algn="l">
              <a:lnSpc>
                <a:spcPct val="100000"/>
              </a:lnSpc>
              <a:spcBef>
                <a:spcPts val="0"/>
              </a:spcBef>
              <a:spcAft>
                <a:spcPts val="0"/>
              </a:spcAft>
              <a:buClr>
                <a:srgbClr val="000000"/>
              </a:buClr>
              <a:buSzPts val="1400"/>
              <a:buFont typeface="Proxima Nova"/>
              <a:buChar char="○"/>
              <a:defRPr b="0" i="0" sz="1400" u="none" cap="none" strike="noStrike">
                <a:solidFill>
                  <a:srgbClr val="000000"/>
                </a:solidFill>
                <a:latin typeface="Proxima Nova"/>
                <a:ea typeface="Proxima Nova"/>
                <a:cs typeface="Proxima Nova"/>
                <a:sym typeface="Proxima Nova"/>
              </a:defRPr>
            </a:lvl2pPr>
            <a:lvl3pPr indent="-317500" lvl="2" marL="1371600" marR="0" rtl="0" algn="l">
              <a:lnSpc>
                <a:spcPct val="100000"/>
              </a:lnSpc>
              <a:spcBef>
                <a:spcPts val="0"/>
              </a:spcBef>
              <a:spcAft>
                <a:spcPts val="0"/>
              </a:spcAft>
              <a:buClr>
                <a:srgbClr val="000000"/>
              </a:buClr>
              <a:buSzPts val="1400"/>
              <a:buFont typeface="Proxima Nova"/>
              <a:buChar char="■"/>
              <a:defRPr b="0" i="0" sz="1400" u="none" cap="none" strike="noStrike">
                <a:solidFill>
                  <a:srgbClr val="000000"/>
                </a:solidFill>
                <a:latin typeface="Proxima Nova"/>
                <a:ea typeface="Proxima Nova"/>
                <a:cs typeface="Proxima Nova"/>
                <a:sym typeface="Proxima Nova"/>
              </a:defRPr>
            </a:lvl3pPr>
            <a:lvl4pPr indent="-317500" lvl="3" marL="1828800" marR="0" rtl="0" algn="l">
              <a:lnSpc>
                <a:spcPct val="100000"/>
              </a:lnSpc>
              <a:spcBef>
                <a:spcPts val="0"/>
              </a:spcBef>
              <a:spcAft>
                <a:spcPts val="0"/>
              </a:spcAft>
              <a:buClr>
                <a:srgbClr val="000000"/>
              </a:buClr>
              <a:buSzPts val="1400"/>
              <a:buFont typeface="Proxima Nova"/>
              <a:buChar char="●"/>
              <a:defRPr b="0" i="0" sz="1400" u="none" cap="none" strike="noStrike">
                <a:solidFill>
                  <a:srgbClr val="000000"/>
                </a:solidFill>
                <a:latin typeface="Proxima Nova"/>
                <a:ea typeface="Proxima Nova"/>
                <a:cs typeface="Proxima Nova"/>
                <a:sym typeface="Proxima Nova"/>
              </a:defRPr>
            </a:lvl4pPr>
            <a:lvl5pPr indent="-317500" lvl="4" marL="2286000" marR="0" rtl="0" algn="l">
              <a:lnSpc>
                <a:spcPct val="100000"/>
              </a:lnSpc>
              <a:spcBef>
                <a:spcPts val="0"/>
              </a:spcBef>
              <a:spcAft>
                <a:spcPts val="0"/>
              </a:spcAft>
              <a:buClr>
                <a:srgbClr val="000000"/>
              </a:buClr>
              <a:buSzPts val="1400"/>
              <a:buFont typeface="Proxima Nova"/>
              <a:buChar char="○"/>
              <a:defRPr b="0" i="0" sz="1400" u="none" cap="none" strike="noStrike">
                <a:solidFill>
                  <a:srgbClr val="000000"/>
                </a:solidFill>
                <a:latin typeface="Proxima Nova"/>
                <a:ea typeface="Proxima Nova"/>
                <a:cs typeface="Proxima Nova"/>
                <a:sym typeface="Proxima Nova"/>
              </a:defRPr>
            </a:lvl5pPr>
            <a:lvl6pPr indent="-317500" lvl="5" marL="2743200" marR="0" rtl="0" algn="l">
              <a:lnSpc>
                <a:spcPct val="100000"/>
              </a:lnSpc>
              <a:spcBef>
                <a:spcPts val="0"/>
              </a:spcBef>
              <a:spcAft>
                <a:spcPts val="0"/>
              </a:spcAft>
              <a:buClr>
                <a:srgbClr val="000000"/>
              </a:buClr>
              <a:buSzPts val="1400"/>
              <a:buFont typeface="Proxima Nova"/>
              <a:buChar char="■"/>
              <a:defRPr b="0" i="0" sz="1400" u="none" cap="none" strike="noStrike">
                <a:solidFill>
                  <a:srgbClr val="000000"/>
                </a:solidFill>
                <a:latin typeface="Proxima Nova"/>
                <a:ea typeface="Proxima Nova"/>
                <a:cs typeface="Proxima Nova"/>
                <a:sym typeface="Proxima Nova"/>
              </a:defRPr>
            </a:lvl6pPr>
            <a:lvl7pPr indent="-317500" lvl="6" marL="3200400" marR="0" rtl="0" algn="l">
              <a:lnSpc>
                <a:spcPct val="100000"/>
              </a:lnSpc>
              <a:spcBef>
                <a:spcPts val="0"/>
              </a:spcBef>
              <a:spcAft>
                <a:spcPts val="0"/>
              </a:spcAft>
              <a:buClr>
                <a:srgbClr val="000000"/>
              </a:buClr>
              <a:buSzPts val="1400"/>
              <a:buFont typeface="Proxima Nova"/>
              <a:buChar char="●"/>
              <a:defRPr b="0" i="0" sz="1400" u="none" cap="none" strike="noStrike">
                <a:solidFill>
                  <a:srgbClr val="000000"/>
                </a:solidFill>
                <a:latin typeface="Proxima Nova"/>
                <a:ea typeface="Proxima Nova"/>
                <a:cs typeface="Proxima Nova"/>
                <a:sym typeface="Proxima Nova"/>
              </a:defRPr>
            </a:lvl7pPr>
            <a:lvl8pPr indent="-317500" lvl="7" marL="3657600" marR="0" rtl="0" algn="l">
              <a:lnSpc>
                <a:spcPct val="100000"/>
              </a:lnSpc>
              <a:spcBef>
                <a:spcPts val="0"/>
              </a:spcBef>
              <a:spcAft>
                <a:spcPts val="0"/>
              </a:spcAft>
              <a:buClr>
                <a:srgbClr val="000000"/>
              </a:buClr>
              <a:buSzPts val="1400"/>
              <a:buFont typeface="Proxima Nova"/>
              <a:buChar char="○"/>
              <a:defRPr b="0" i="0" sz="1400" u="none" cap="none" strike="noStrike">
                <a:solidFill>
                  <a:srgbClr val="000000"/>
                </a:solidFill>
                <a:latin typeface="Proxima Nova"/>
                <a:ea typeface="Proxima Nova"/>
                <a:cs typeface="Proxima Nova"/>
                <a:sym typeface="Proxima Nova"/>
              </a:defRPr>
            </a:lvl8pPr>
            <a:lvl9pPr indent="-317500" lvl="8" marL="4114800" marR="0" rtl="0" algn="l">
              <a:lnSpc>
                <a:spcPct val="100000"/>
              </a:lnSpc>
              <a:spcBef>
                <a:spcPts val="0"/>
              </a:spcBef>
              <a:spcAft>
                <a:spcPts val="0"/>
              </a:spcAft>
              <a:buClr>
                <a:srgbClr val="000000"/>
              </a:buClr>
              <a:buSzPts val="1400"/>
              <a:buFont typeface="Proxima Nova"/>
              <a:buChar char="■"/>
              <a:defRPr b="0" i="0" sz="1400" u="none" cap="none" strike="noStrike">
                <a:solidFill>
                  <a:srgbClr val="000000"/>
                </a:solidFill>
                <a:latin typeface="Proxima Nova"/>
                <a:ea typeface="Proxima Nova"/>
                <a:cs typeface="Proxima Nova"/>
                <a:sym typeface="Proxima Nova"/>
              </a:defRPr>
            </a:lvl9pPr>
          </a:lstStyle>
          <a:p/>
        </p:txBody>
      </p:sp>
      <p:sp>
        <p:nvSpPr>
          <p:cNvPr id="1005" name="Google Shape;1005;p29"/>
          <p:cNvSpPr txBox="1"/>
          <p:nvPr>
            <p:ph idx="2" type="body"/>
          </p:nvPr>
        </p:nvSpPr>
        <p:spPr>
          <a:xfrm>
            <a:off x="6276725" y="927750"/>
            <a:ext cx="2451600" cy="3300300"/>
          </a:xfrm>
          <a:prstGeom prst="rect">
            <a:avLst/>
          </a:prstGeom>
          <a:noFill/>
          <a:ln>
            <a:noFill/>
          </a:ln>
        </p:spPr>
        <p:txBody>
          <a:bodyPr anchorCtr="0" anchor="t" bIns="0" lIns="0" spcFirstLastPara="1" rIns="0" wrap="square" tIns="0">
            <a:noAutofit/>
          </a:bodyPr>
          <a:lstStyle>
            <a:lvl1pPr indent="-317500" lvl="0" marL="457200" marR="0" rtl="0" algn="l">
              <a:lnSpc>
                <a:spcPct val="100000"/>
              </a:lnSpc>
              <a:spcBef>
                <a:spcPts val="0"/>
              </a:spcBef>
              <a:spcAft>
                <a:spcPts val="0"/>
              </a:spcAft>
              <a:buClr>
                <a:srgbClr val="000000"/>
              </a:buClr>
              <a:buSzPts val="1400"/>
              <a:buFont typeface="Proxima Nova"/>
              <a:buChar char="●"/>
              <a:defRPr b="0" i="0" sz="1400" u="none" cap="none" strike="noStrike">
                <a:solidFill>
                  <a:srgbClr val="000000"/>
                </a:solidFill>
                <a:latin typeface="Proxima Nova"/>
                <a:ea typeface="Proxima Nova"/>
                <a:cs typeface="Proxima Nova"/>
                <a:sym typeface="Proxima Nova"/>
              </a:defRPr>
            </a:lvl1pPr>
            <a:lvl2pPr indent="-317500" lvl="1" marL="914400" marR="0" rtl="0" algn="l">
              <a:lnSpc>
                <a:spcPct val="100000"/>
              </a:lnSpc>
              <a:spcBef>
                <a:spcPts val="0"/>
              </a:spcBef>
              <a:spcAft>
                <a:spcPts val="0"/>
              </a:spcAft>
              <a:buClr>
                <a:srgbClr val="000000"/>
              </a:buClr>
              <a:buSzPts val="1400"/>
              <a:buFont typeface="Proxima Nova"/>
              <a:buChar char="○"/>
              <a:defRPr b="0" i="0" sz="1400" u="none" cap="none" strike="noStrike">
                <a:solidFill>
                  <a:srgbClr val="000000"/>
                </a:solidFill>
                <a:latin typeface="Proxima Nova"/>
                <a:ea typeface="Proxima Nova"/>
                <a:cs typeface="Proxima Nova"/>
                <a:sym typeface="Proxima Nova"/>
              </a:defRPr>
            </a:lvl2pPr>
            <a:lvl3pPr indent="-317500" lvl="2" marL="1371600" marR="0" rtl="0" algn="l">
              <a:lnSpc>
                <a:spcPct val="100000"/>
              </a:lnSpc>
              <a:spcBef>
                <a:spcPts val="0"/>
              </a:spcBef>
              <a:spcAft>
                <a:spcPts val="0"/>
              </a:spcAft>
              <a:buClr>
                <a:srgbClr val="000000"/>
              </a:buClr>
              <a:buSzPts val="1400"/>
              <a:buFont typeface="Proxima Nova"/>
              <a:buChar char="■"/>
              <a:defRPr b="0" i="0" sz="1400" u="none" cap="none" strike="noStrike">
                <a:solidFill>
                  <a:srgbClr val="000000"/>
                </a:solidFill>
                <a:latin typeface="Proxima Nova"/>
                <a:ea typeface="Proxima Nova"/>
                <a:cs typeface="Proxima Nova"/>
                <a:sym typeface="Proxima Nova"/>
              </a:defRPr>
            </a:lvl3pPr>
            <a:lvl4pPr indent="-317500" lvl="3" marL="1828800" marR="0" rtl="0" algn="l">
              <a:lnSpc>
                <a:spcPct val="100000"/>
              </a:lnSpc>
              <a:spcBef>
                <a:spcPts val="0"/>
              </a:spcBef>
              <a:spcAft>
                <a:spcPts val="0"/>
              </a:spcAft>
              <a:buClr>
                <a:srgbClr val="000000"/>
              </a:buClr>
              <a:buSzPts val="1400"/>
              <a:buFont typeface="Proxima Nova"/>
              <a:buChar char="●"/>
              <a:defRPr b="0" i="0" sz="1400" u="none" cap="none" strike="noStrike">
                <a:solidFill>
                  <a:srgbClr val="000000"/>
                </a:solidFill>
                <a:latin typeface="Proxima Nova"/>
                <a:ea typeface="Proxima Nova"/>
                <a:cs typeface="Proxima Nova"/>
                <a:sym typeface="Proxima Nova"/>
              </a:defRPr>
            </a:lvl4pPr>
            <a:lvl5pPr indent="-317500" lvl="4" marL="2286000" marR="0" rtl="0" algn="l">
              <a:lnSpc>
                <a:spcPct val="100000"/>
              </a:lnSpc>
              <a:spcBef>
                <a:spcPts val="0"/>
              </a:spcBef>
              <a:spcAft>
                <a:spcPts val="0"/>
              </a:spcAft>
              <a:buClr>
                <a:srgbClr val="000000"/>
              </a:buClr>
              <a:buSzPts val="1400"/>
              <a:buFont typeface="Proxima Nova"/>
              <a:buChar char="○"/>
              <a:defRPr b="0" i="0" sz="1400" u="none" cap="none" strike="noStrike">
                <a:solidFill>
                  <a:srgbClr val="000000"/>
                </a:solidFill>
                <a:latin typeface="Proxima Nova"/>
                <a:ea typeface="Proxima Nova"/>
                <a:cs typeface="Proxima Nova"/>
                <a:sym typeface="Proxima Nova"/>
              </a:defRPr>
            </a:lvl5pPr>
            <a:lvl6pPr indent="-317500" lvl="5" marL="2743200" marR="0" rtl="0" algn="l">
              <a:lnSpc>
                <a:spcPct val="100000"/>
              </a:lnSpc>
              <a:spcBef>
                <a:spcPts val="0"/>
              </a:spcBef>
              <a:spcAft>
                <a:spcPts val="0"/>
              </a:spcAft>
              <a:buClr>
                <a:srgbClr val="000000"/>
              </a:buClr>
              <a:buSzPts val="1400"/>
              <a:buFont typeface="Proxima Nova"/>
              <a:buChar char="■"/>
              <a:defRPr b="0" i="0" sz="1400" u="none" cap="none" strike="noStrike">
                <a:solidFill>
                  <a:srgbClr val="000000"/>
                </a:solidFill>
                <a:latin typeface="Proxima Nova"/>
                <a:ea typeface="Proxima Nova"/>
                <a:cs typeface="Proxima Nova"/>
                <a:sym typeface="Proxima Nova"/>
              </a:defRPr>
            </a:lvl6pPr>
            <a:lvl7pPr indent="-317500" lvl="6" marL="3200400" marR="0" rtl="0" algn="l">
              <a:lnSpc>
                <a:spcPct val="100000"/>
              </a:lnSpc>
              <a:spcBef>
                <a:spcPts val="0"/>
              </a:spcBef>
              <a:spcAft>
                <a:spcPts val="0"/>
              </a:spcAft>
              <a:buClr>
                <a:srgbClr val="000000"/>
              </a:buClr>
              <a:buSzPts val="1400"/>
              <a:buFont typeface="Proxima Nova"/>
              <a:buChar char="●"/>
              <a:defRPr b="0" i="0" sz="1400" u="none" cap="none" strike="noStrike">
                <a:solidFill>
                  <a:srgbClr val="000000"/>
                </a:solidFill>
                <a:latin typeface="Proxima Nova"/>
                <a:ea typeface="Proxima Nova"/>
                <a:cs typeface="Proxima Nova"/>
                <a:sym typeface="Proxima Nova"/>
              </a:defRPr>
            </a:lvl7pPr>
            <a:lvl8pPr indent="-317500" lvl="7" marL="3657600" marR="0" rtl="0" algn="l">
              <a:lnSpc>
                <a:spcPct val="100000"/>
              </a:lnSpc>
              <a:spcBef>
                <a:spcPts val="0"/>
              </a:spcBef>
              <a:spcAft>
                <a:spcPts val="0"/>
              </a:spcAft>
              <a:buClr>
                <a:srgbClr val="000000"/>
              </a:buClr>
              <a:buSzPts val="1400"/>
              <a:buFont typeface="Proxima Nova"/>
              <a:buChar char="○"/>
              <a:defRPr b="0" i="0" sz="1400" u="none" cap="none" strike="noStrike">
                <a:solidFill>
                  <a:srgbClr val="000000"/>
                </a:solidFill>
                <a:latin typeface="Proxima Nova"/>
                <a:ea typeface="Proxima Nova"/>
                <a:cs typeface="Proxima Nova"/>
                <a:sym typeface="Proxima Nova"/>
              </a:defRPr>
            </a:lvl8pPr>
            <a:lvl9pPr indent="-317500" lvl="8" marL="4114800" marR="0" rtl="0" algn="l">
              <a:lnSpc>
                <a:spcPct val="100000"/>
              </a:lnSpc>
              <a:spcBef>
                <a:spcPts val="0"/>
              </a:spcBef>
              <a:spcAft>
                <a:spcPts val="0"/>
              </a:spcAft>
              <a:buClr>
                <a:srgbClr val="000000"/>
              </a:buClr>
              <a:buSzPts val="1400"/>
              <a:buFont typeface="Proxima Nova"/>
              <a:buChar char="■"/>
              <a:defRPr b="0" i="0" sz="1400" u="none" cap="none" strike="noStrike">
                <a:solidFill>
                  <a:srgbClr val="000000"/>
                </a:solidFill>
                <a:latin typeface="Proxima Nova"/>
                <a:ea typeface="Proxima Nova"/>
                <a:cs typeface="Proxima Nova"/>
                <a:sym typeface="Proxima Nova"/>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lored BG White">
  <p:cSld name="Colored BG White">
    <p:spTree>
      <p:nvGrpSpPr>
        <p:cNvPr id="1006" name="Shape 1006"/>
        <p:cNvGrpSpPr/>
        <p:nvPr/>
      </p:nvGrpSpPr>
      <p:grpSpPr>
        <a:xfrm>
          <a:off x="0" y="0"/>
          <a:ext cx="0" cy="0"/>
          <a:chOff x="0" y="0"/>
          <a:chExt cx="0" cy="0"/>
        </a:xfrm>
      </p:grpSpPr>
      <p:sp>
        <p:nvSpPr>
          <p:cNvPr id="1007" name="Google Shape;1007;p30"/>
          <p:cNvSpPr txBox="1"/>
          <p:nvPr>
            <p:ph type="title"/>
          </p:nvPr>
        </p:nvSpPr>
        <p:spPr>
          <a:xfrm>
            <a:off x="452425" y="351725"/>
            <a:ext cx="6777600" cy="344700"/>
          </a:xfrm>
          <a:prstGeom prst="rect">
            <a:avLst/>
          </a:prstGeom>
          <a:noFill/>
          <a:ln>
            <a:noFill/>
          </a:ln>
        </p:spPr>
        <p:txBody>
          <a:bodyPr anchorCtr="0" anchor="t" bIns="0" lIns="0" spcFirstLastPara="1" rIns="0" wrap="square" tIns="0">
            <a:noAutofit/>
          </a:bodyPr>
          <a:lstStyle>
            <a:lvl1pPr lvl="0" marR="0" rtl="0" algn="l">
              <a:lnSpc>
                <a:spcPct val="80000"/>
              </a:lnSpc>
              <a:spcBef>
                <a:spcPts val="0"/>
              </a:spcBef>
              <a:spcAft>
                <a:spcPts val="0"/>
              </a:spcAft>
              <a:buClr>
                <a:srgbClr val="000000"/>
              </a:buClr>
              <a:buSzPts val="2800"/>
              <a:buFont typeface="Proxima Nova"/>
              <a:buNone/>
              <a:defRPr b="1" i="0" sz="2800" u="none" cap="none" strike="noStrike">
                <a:solidFill>
                  <a:schemeClr val="dk1"/>
                </a:solidFill>
                <a:latin typeface="Proxima Nova"/>
                <a:ea typeface="Proxima Nova"/>
                <a:cs typeface="Proxima Nova"/>
                <a:sym typeface="Proxima Nova"/>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grpSp>
        <p:nvGrpSpPr>
          <p:cNvPr id="1008" name="Google Shape;1008;p30"/>
          <p:cNvGrpSpPr/>
          <p:nvPr/>
        </p:nvGrpSpPr>
        <p:grpSpPr>
          <a:xfrm>
            <a:off x="8404249" y="750527"/>
            <a:ext cx="465060" cy="404996"/>
            <a:chOff x="16509052" y="1189173"/>
            <a:chExt cx="1420030" cy="1237008"/>
          </a:xfrm>
        </p:grpSpPr>
        <p:sp>
          <p:nvSpPr>
            <p:cNvPr id="1009" name="Google Shape;1009;p30"/>
            <p:cNvSpPr/>
            <p:nvPr/>
          </p:nvSpPr>
          <p:spPr>
            <a:xfrm>
              <a:off x="16540466" y="1611140"/>
              <a:ext cx="1357630" cy="783589"/>
            </a:xfrm>
            <a:custGeom>
              <a:rect b="b" l="l" r="r" t="t"/>
              <a:pathLst>
                <a:path extrusionOk="0" h="783589" w="1357630">
                  <a:moveTo>
                    <a:pt x="339256" y="0"/>
                  </a:moveTo>
                  <a:lnTo>
                    <a:pt x="0" y="195868"/>
                  </a:lnTo>
                  <a:lnTo>
                    <a:pt x="1017770" y="783483"/>
                  </a:lnTo>
                  <a:lnTo>
                    <a:pt x="1357026" y="587605"/>
                  </a:lnTo>
                  <a:lnTo>
                    <a:pt x="339256" y="0"/>
                  </a:lnTo>
                  <a:close/>
                </a:path>
              </a:pathLst>
            </a:custGeom>
            <a:solidFill>
              <a:schemeClr val="accent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1010" name="Google Shape;1010;p30"/>
            <p:cNvSpPr/>
            <p:nvPr/>
          </p:nvSpPr>
          <p:spPr>
            <a:xfrm>
              <a:off x="16509052" y="1579726"/>
              <a:ext cx="1419859" cy="846455"/>
            </a:xfrm>
            <a:custGeom>
              <a:rect b="b" l="l" r="r" t="t"/>
              <a:pathLst>
                <a:path extrusionOk="0" h="846455" w="1419859">
                  <a:moveTo>
                    <a:pt x="370669" y="0"/>
                  </a:moveTo>
                  <a:lnTo>
                    <a:pt x="15706" y="200077"/>
                  </a:lnTo>
                  <a:lnTo>
                    <a:pt x="0" y="227281"/>
                  </a:lnTo>
                  <a:lnTo>
                    <a:pt x="1087" y="235477"/>
                  </a:lnTo>
                  <a:lnTo>
                    <a:pt x="1038345" y="844906"/>
                  </a:lnTo>
                  <a:lnTo>
                    <a:pt x="1043769" y="846309"/>
                  </a:lnTo>
                  <a:lnTo>
                    <a:pt x="1054617" y="846309"/>
                  </a:lnTo>
                  <a:lnTo>
                    <a:pt x="1060041" y="844906"/>
                  </a:lnTo>
                  <a:lnTo>
                    <a:pt x="1174836" y="778625"/>
                  </a:lnTo>
                  <a:lnTo>
                    <a:pt x="1049193" y="778625"/>
                  </a:lnTo>
                  <a:lnTo>
                    <a:pt x="94237" y="227281"/>
                  </a:lnTo>
                  <a:lnTo>
                    <a:pt x="370669" y="67683"/>
                  </a:lnTo>
                  <a:lnTo>
                    <a:pt x="496318" y="67683"/>
                  </a:lnTo>
                  <a:lnTo>
                    <a:pt x="386375" y="4209"/>
                  </a:lnTo>
                  <a:lnTo>
                    <a:pt x="378734" y="1052"/>
                  </a:lnTo>
                  <a:lnTo>
                    <a:pt x="370669" y="0"/>
                  </a:lnTo>
                  <a:close/>
                </a:path>
                <a:path extrusionOk="0" h="846455" w="1419859">
                  <a:moveTo>
                    <a:pt x="496318" y="67683"/>
                  </a:moveTo>
                  <a:lnTo>
                    <a:pt x="370669" y="67683"/>
                  </a:lnTo>
                  <a:lnTo>
                    <a:pt x="1325624" y="619017"/>
                  </a:lnTo>
                  <a:lnTo>
                    <a:pt x="1049193" y="778625"/>
                  </a:lnTo>
                  <a:lnTo>
                    <a:pt x="1174836" y="778625"/>
                  </a:lnTo>
                  <a:lnTo>
                    <a:pt x="1404156" y="646221"/>
                  </a:lnTo>
                  <a:lnTo>
                    <a:pt x="1410709" y="641181"/>
                  </a:lnTo>
                  <a:lnTo>
                    <a:pt x="1415653" y="634724"/>
                  </a:lnTo>
                  <a:lnTo>
                    <a:pt x="1418774" y="627214"/>
                  </a:lnTo>
                  <a:lnTo>
                    <a:pt x="1419862" y="619017"/>
                  </a:lnTo>
                  <a:lnTo>
                    <a:pt x="1418774" y="610825"/>
                  </a:lnTo>
                  <a:lnTo>
                    <a:pt x="1415653" y="603315"/>
                  </a:lnTo>
                  <a:lnTo>
                    <a:pt x="1410709" y="596855"/>
                  </a:lnTo>
                  <a:lnTo>
                    <a:pt x="1404156" y="591814"/>
                  </a:lnTo>
                  <a:lnTo>
                    <a:pt x="496318" y="67683"/>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1011" name="Google Shape;1011;p30"/>
            <p:cNvSpPr/>
            <p:nvPr/>
          </p:nvSpPr>
          <p:spPr>
            <a:xfrm>
              <a:off x="16879727" y="1220585"/>
              <a:ext cx="1017905" cy="978535"/>
            </a:xfrm>
            <a:custGeom>
              <a:rect b="b" l="l" r="r" t="t"/>
              <a:pathLst>
                <a:path extrusionOk="0" h="978535" w="1017905">
                  <a:moveTo>
                    <a:pt x="0" y="0"/>
                  </a:moveTo>
                  <a:lnTo>
                    <a:pt x="0" y="390553"/>
                  </a:lnTo>
                  <a:lnTo>
                    <a:pt x="1017770" y="978158"/>
                  </a:lnTo>
                  <a:lnTo>
                    <a:pt x="1017770" y="586421"/>
                  </a:lnTo>
                  <a:lnTo>
                    <a:pt x="0"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1012" name="Google Shape;1012;p30"/>
            <p:cNvSpPr/>
            <p:nvPr/>
          </p:nvSpPr>
          <p:spPr>
            <a:xfrm>
              <a:off x="16848313" y="1189173"/>
              <a:ext cx="1080769" cy="1041400"/>
            </a:xfrm>
            <a:custGeom>
              <a:rect b="b" l="l" r="r" t="t"/>
              <a:pathLst>
                <a:path extrusionOk="0" h="1041400" w="1080769">
                  <a:moveTo>
                    <a:pt x="31389" y="0"/>
                  </a:moveTo>
                  <a:lnTo>
                    <a:pt x="1086" y="23218"/>
                  </a:lnTo>
                  <a:lnTo>
                    <a:pt x="0" y="31408"/>
                  </a:lnTo>
                  <a:lnTo>
                    <a:pt x="0" y="421962"/>
                  </a:lnTo>
                  <a:lnTo>
                    <a:pt x="1038334" y="1039587"/>
                  </a:lnTo>
                  <a:lnTo>
                    <a:pt x="1043758" y="1040990"/>
                  </a:lnTo>
                  <a:lnTo>
                    <a:pt x="1054606" y="1040990"/>
                  </a:lnTo>
                  <a:lnTo>
                    <a:pt x="1080595" y="1009577"/>
                  </a:lnTo>
                  <a:lnTo>
                    <a:pt x="1080595" y="955171"/>
                  </a:lnTo>
                  <a:lnTo>
                    <a:pt x="1017770" y="955171"/>
                  </a:lnTo>
                  <a:lnTo>
                    <a:pt x="62825" y="403826"/>
                  </a:lnTo>
                  <a:lnTo>
                    <a:pt x="62825" y="85763"/>
                  </a:lnTo>
                  <a:lnTo>
                    <a:pt x="188664" y="85763"/>
                  </a:lnTo>
                  <a:lnTo>
                    <a:pt x="47098" y="4194"/>
                  </a:lnTo>
                  <a:lnTo>
                    <a:pt x="39452" y="1045"/>
                  </a:lnTo>
                  <a:lnTo>
                    <a:pt x="31389" y="0"/>
                  </a:lnTo>
                  <a:close/>
                </a:path>
                <a:path extrusionOk="0" h="1041400" w="1080769">
                  <a:moveTo>
                    <a:pt x="188664" y="85763"/>
                  </a:moveTo>
                  <a:lnTo>
                    <a:pt x="62825" y="85763"/>
                  </a:lnTo>
                  <a:lnTo>
                    <a:pt x="1017770" y="635987"/>
                  </a:lnTo>
                  <a:lnTo>
                    <a:pt x="1017770" y="955171"/>
                  </a:lnTo>
                  <a:lnTo>
                    <a:pt x="1080595" y="955171"/>
                  </a:lnTo>
                  <a:lnTo>
                    <a:pt x="1080595" y="617830"/>
                  </a:lnTo>
                  <a:lnTo>
                    <a:pt x="1079505" y="609627"/>
                  </a:lnTo>
                  <a:lnTo>
                    <a:pt x="1076379" y="602115"/>
                  </a:lnTo>
                  <a:lnTo>
                    <a:pt x="1071429" y="595656"/>
                  </a:lnTo>
                  <a:lnTo>
                    <a:pt x="1064868" y="590616"/>
                  </a:lnTo>
                  <a:lnTo>
                    <a:pt x="188664" y="85763"/>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1013" name="Google Shape;1013;p30"/>
            <p:cNvSpPr/>
            <p:nvPr/>
          </p:nvSpPr>
          <p:spPr>
            <a:xfrm>
              <a:off x="16540466" y="1220586"/>
              <a:ext cx="339725" cy="586739"/>
            </a:xfrm>
            <a:custGeom>
              <a:rect b="b" l="l" r="r" t="t"/>
              <a:pathLst>
                <a:path extrusionOk="0" h="586739" w="339725">
                  <a:moveTo>
                    <a:pt x="339256" y="0"/>
                  </a:moveTo>
                  <a:lnTo>
                    <a:pt x="0" y="194685"/>
                  </a:lnTo>
                  <a:lnTo>
                    <a:pt x="0" y="586421"/>
                  </a:lnTo>
                  <a:lnTo>
                    <a:pt x="339256" y="390553"/>
                  </a:lnTo>
                  <a:lnTo>
                    <a:pt x="339256"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1014" name="Google Shape;1014;p30"/>
            <p:cNvSpPr/>
            <p:nvPr/>
          </p:nvSpPr>
          <p:spPr>
            <a:xfrm>
              <a:off x="16509052" y="1189173"/>
              <a:ext cx="402590" cy="649605"/>
            </a:xfrm>
            <a:custGeom>
              <a:rect b="b" l="l" r="r" t="t"/>
              <a:pathLst>
                <a:path extrusionOk="0" h="649605" w="402590">
                  <a:moveTo>
                    <a:pt x="370742" y="0"/>
                  </a:moveTo>
                  <a:lnTo>
                    <a:pt x="15779" y="198851"/>
                  </a:lnTo>
                  <a:lnTo>
                    <a:pt x="0" y="226096"/>
                  </a:lnTo>
                  <a:lnTo>
                    <a:pt x="0" y="617833"/>
                  </a:lnTo>
                  <a:lnTo>
                    <a:pt x="25988" y="649245"/>
                  </a:lnTo>
                  <a:lnTo>
                    <a:pt x="36836" y="649245"/>
                  </a:lnTo>
                  <a:lnTo>
                    <a:pt x="42260" y="647842"/>
                  </a:lnTo>
                  <a:lnTo>
                    <a:pt x="188474" y="563426"/>
                  </a:lnTo>
                  <a:lnTo>
                    <a:pt x="62825" y="563426"/>
                  </a:lnTo>
                  <a:lnTo>
                    <a:pt x="62825" y="244284"/>
                  </a:lnTo>
                  <a:lnTo>
                    <a:pt x="339256" y="85661"/>
                  </a:lnTo>
                  <a:lnTo>
                    <a:pt x="402081" y="85661"/>
                  </a:lnTo>
                  <a:lnTo>
                    <a:pt x="402081" y="31411"/>
                  </a:lnTo>
                  <a:lnTo>
                    <a:pt x="378796" y="1066"/>
                  </a:lnTo>
                  <a:lnTo>
                    <a:pt x="370742" y="0"/>
                  </a:lnTo>
                  <a:close/>
                </a:path>
                <a:path extrusionOk="0" h="649605" w="402590">
                  <a:moveTo>
                    <a:pt x="402081" y="85661"/>
                  </a:moveTo>
                  <a:lnTo>
                    <a:pt x="339256" y="85661"/>
                  </a:lnTo>
                  <a:lnTo>
                    <a:pt x="339256" y="403829"/>
                  </a:lnTo>
                  <a:lnTo>
                    <a:pt x="62825" y="563426"/>
                  </a:lnTo>
                  <a:lnTo>
                    <a:pt x="188474" y="563426"/>
                  </a:lnTo>
                  <a:lnTo>
                    <a:pt x="386375" y="449168"/>
                  </a:lnTo>
                  <a:lnTo>
                    <a:pt x="392933" y="444128"/>
                  </a:lnTo>
                  <a:lnTo>
                    <a:pt x="397876" y="437671"/>
                  </a:lnTo>
                  <a:lnTo>
                    <a:pt x="400995" y="430161"/>
                  </a:lnTo>
                  <a:lnTo>
                    <a:pt x="402081" y="421964"/>
                  </a:lnTo>
                  <a:lnTo>
                    <a:pt x="402081" y="85661"/>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grpSp>
      <p:grpSp>
        <p:nvGrpSpPr>
          <p:cNvPr id="1015" name="Google Shape;1015;p30"/>
          <p:cNvGrpSpPr/>
          <p:nvPr/>
        </p:nvGrpSpPr>
        <p:grpSpPr>
          <a:xfrm>
            <a:off x="8032054" y="473301"/>
            <a:ext cx="242955" cy="277224"/>
            <a:chOff x="18292080" y="1008720"/>
            <a:chExt cx="741846" cy="846743"/>
          </a:xfrm>
        </p:grpSpPr>
        <p:sp>
          <p:nvSpPr>
            <p:cNvPr id="1016" name="Google Shape;1016;p30"/>
            <p:cNvSpPr/>
            <p:nvPr/>
          </p:nvSpPr>
          <p:spPr>
            <a:xfrm>
              <a:off x="18292080" y="1008720"/>
              <a:ext cx="741680" cy="846455"/>
            </a:xfrm>
            <a:custGeom>
              <a:rect b="b" l="l" r="r" t="t"/>
              <a:pathLst>
                <a:path extrusionOk="0" h="846455" w="741680">
                  <a:moveTo>
                    <a:pt x="370669" y="0"/>
                  </a:moveTo>
                  <a:lnTo>
                    <a:pt x="15706" y="200077"/>
                  </a:lnTo>
                  <a:lnTo>
                    <a:pt x="0" y="227281"/>
                  </a:lnTo>
                  <a:lnTo>
                    <a:pt x="0" y="619017"/>
                  </a:lnTo>
                  <a:lnTo>
                    <a:pt x="359821" y="844906"/>
                  </a:lnTo>
                  <a:lnTo>
                    <a:pt x="365245" y="846298"/>
                  </a:lnTo>
                  <a:lnTo>
                    <a:pt x="376093" y="846298"/>
                  </a:lnTo>
                  <a:lnTo>
                    <a:pt x="381517" y="844906"/>
                  </a:lnTo>
                  <a:lnTo>
                    <a:pt x="496331" y="778615"/>
                  </a:lnTo>
                  <a:lnTo>
                    <a:pt x="370669" y="778615"/>
                  </a:lnTo>
                  <a:lnTo>
                    <a:pt x="62825" y="600882"/>
                  </a:lnTo>
                  <a:lnTo>
                    <a:pt x="62825" y="245416"/>
                  </a:lnTo>
                  <a:lnTo>
                    <a:pt x="370669" y="67683"/>
                  </a:lnTo>
                  <a:lnTo>
                    <a:pt x="496317" y="67683"/>
                  </a:lnTo>
                  <a:lnTo>
                    <a:pt x="386375" y="4209"/>
                  </a:lnTo>
                  <a:lnTo>
                    <a:pt x="378734" y="1052"/>
                  </a:lnTo>
                  <a:lnTo>
                    <a:pt x="370669" y="0"/>
                  </a:lnTo>
                  <a:close/>
                </a:path>
                <a:path extrusionOk="0" h="846455" w="741680">
                  <a:moveTo>
                    <a:pt x="496317" y="67683"/>
                  </a:moveTo>
                  <a:lnTo>
                    <a:pt x="370669" y="67683"/>
                  </a:lnTo>
                  <a:lnTo>
                    <a:pt x="678513" y="245416"/>
                  </a:lnTo>
                  <a:lnTo>
                    <a:pt x="678513" y="600882"/>
                  </a:lnTo>
                  <a:lnTo>
                    <a:pt x="370669" y="778615"/>
                  </a:lnTo>
                  <a:lnTo>
                    <a:pt x="496331" y="778615"/>
                  </a:lnTo>
                  <a:lnTo>
                    <a:pt x="725632" y="646221"/>
                  </a:lnTo>
                  <a:lnTo>
                    <a:pt x="741338" y="619017"/>
                  </a:lnTo>
                  <a:lnTo>
                    <a:pt x="741338" y="227281"/>
                  </a:lnTo>
                  <a:lnTo>
                    <a:pt x="740251" y="219084"/>
                  </a:lnTo>
                  <a:lnTo>
                    <a:pt x="737129" y="211574"/>
                  </a:lnTo>
                  <a:lnTo>
                    <a:pt x="732185" y="205117"/>
                  </a:lnTo>
                  <a:lnTo>
                    <a:pt x="725632" y="200077"/>
                  </a:lnTo>
                  <a:lnTo>
                    <a:pt x="496317" y="67683"/>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1017" name="Google Shape;1017;p30"/>
            <p:cNvSpPr/>
            <p:nvPr/>
          </p:nvSpPr>
          <p:spPr>
            <a:xfrm>
              <a:off x="18323491" y="1235998"/>
              <a:ext cx="339725" cy="588010"/>
            </a:xfrm>
            <a:custGeom>
              <a:rect b="b" l="l" r="r" t="t"/>
              <a:pathLst>
                <a:path extrusionOk="0" h="588010" w="339725">
                  <a:moveTo>
                    <a:pt x="0" y="0"/>
                  </a:moveTo>
                  <a:lnTo>
                    <a:pt x="0" y="391736"/>
                  </a:lnTo>
                  <a:lnTo>
                    <a:pt x="339256" y="587615"/>
                  </a:lnTo>
                  <a:lnTo>
                    <a:pt x="339256" y="195868"/>
                  </a:lnTo>
                  <a:lnTo>
                    <a:pt x="0" y="0"/>
                  </a:lnTo>
                  <a:close/>
                </a:path>
              </a:pathLst>
            </a:custGeom>
            <a:solidFill>
              <a:schemeClr val="accent1"/>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1018" name="Google Shape;1018;p30"/>
            <p:cNvSpPr/>
            <p:nvPr/>
          </p:nvSpPr>
          <p:spPr>
            <a:xfrm>
              <a:off x="18292080" y="1204588"/>
              <a:ext cx="402590" cy="650875"/>
            </a:xfrm>
            <a:custGeom>
              <a:rect b="b" l="l" r="r" t="t"/>
              <a:pathLst>
                <a:path extrusionOk="0" h="650875" w="402590">
                  <a:moveTo>
                    <a:pt x="31412" y="0"/>
                  </a:moveTo>
                  <a:lnTo>
                    <a:pt x="1087" y="23215"/>
                  </a:lnTo>
                  <a:lnTo>
                    <a:pt x="0" y="31412"/>
                  </a:lnTo>
                  <a:lnTo>
                    <a:pt x="0" y="423149"/>
                  </a:lnTo>
                  <a:lnTo>
                    <a:pt x="359821" y="649037"/>
                  </a:lnTo>
                  <a:lnTo>
                    <a:pt x="365245" y="650430"/>
                  </a:lnTo>
                  <a:lnTo>
                    <a:pt x="376093" y="650430"/>
                  </a:lnTo>
                  <a:lnTo>
                    <a:pt x="402081" y="619017"/>
                  </a:lnTo>
                  <a:lnTo>
                    <a:pt x="402081" y="564611"/>
                  </a:lnTo>
                  <a:lnTo>
                    <a:pt x="339256" y="564611"/>
                  </a:lnTo>
                  <a:lnTo>
                    <a:pt x="62825" y="405013"/>
                  </a:lnTo>
                  <a:lnTo>
                    <a:pt x="62825" y="85819"/>
                  </a:lnTo>
                  <a:lnTo>
                    <a:pt x="188472" y="85819"/>
                  </a:lnTo>
                  <a:lnTo>
                    <a:pt x="47118" y="4209"/>
                  </a:lnTo>
                  <a:lnTo>
                    <a:pt x="39477" y="1052"/>
                  </a:lnTo>
                  <a:lnTo>
                    <a:pt x="31412" y="0"/>
                  </a:lnTo>
                  <a:close/>
                </a:path>
                <a:path extrusionOk="0" h="650875" w="402590">
                  <a:moveTo>
                    <a:pt x="188472" y="85819"/>
                  </a:moveTo>
                  <a:lnTo>
                    <a:pt x="62825" y="85819"/>
                  </a:lnTo>
                  <a:lnTo>
                    <a:pt x="339256" y="245416"/>
                  </a:lnTo>
                  <a:lnTo>
                    <a:pt x="339256" y="564611"/>
                  </a:lnTo>
                  <a:lnTo>
                    <a:pt x="402081" y="564611"/>
                  </a:lnTo>
                  <a:lnTo>
                    <a:pt x="402081" y="227281"/>
                  </a:lnTo>
                  <a:lnTo>
                    <a:pt x="400994" y="219084"/>
                  </a:lnTo>
                  <a:lnTo>
                    <a:pt x="397872" y="211574"/>
                  </a:lnTo>
                  <a:lnTo>
                    <a:pt x="392929" y="205117"/>
                  </a:lnTo>
                  <a:lnTo>
                    <a:pt x="386375" y="200077"/>
                  </a:lnTo>
                  <a:lnTo>
                    <a:pt x="188472" y="85819"/>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1019" name="Google Shape;1019;p30"/>
            <p:cNvSpPr/>
            <p:nvPr/>
          </p:nvSpPr>
          <p:spPr>
            <a:xfrm>
              <a:off x="18662748" y="1236001"/>
              <a:ext cx="339725" cy="588010"/>
            </a:xfrm>
            <a:custGeom>
              <a:rect b="b" l="l" r="r" t="t"/>
              <a:pathLst>
                <a:path extrusionOk="0" h="588010" w="339725">
                  <a:moveTo>
                    <a:pt x="339256" y="0"/>
                  </a:moveTo>
                  <a:lnTo>
                    <a:pt x="0" y="195868"/>
                  </a:lnTo>
                  <a:lnTo>
                    <a:pt x="0" y="587605"/>
                  </a:lnTo>
                  <a:lnTo>
                    <a:pt x="339256" y="391736"/>
                  </a:lnTo>
                  <a:lnTo>
                    <a:pt x="339256" y="0"/>
                  </a:lnTo>
                  <a:close/>
                </a:path>
              </a:pathLst>
            </a:custGeom>
            <a:solidFill>
              <a:schemeClr val="lt1"/>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1020" name="Google Shape;1020;p30"/>
            <p:cNvSpPr/>
            <p:nvPr/>
          </p:nvSpPr>
          <p:spPr>
            <a:xfrm>
              <a:off x="18631336" y="1204582"/>
              <a:ext cx="402590" cy="650875"/>
            </a:xfrm>
            <a:custGeom>
              <a:rect b="b" l="l" r="r" t="t"/>
              <a:pathLst>
                <a:path extrusionOk="0" h="650875" w="402590">
                  <a:moveTo>
                    <a:pt x="370669" y="0"/>
                  </a:moveTo>
                  <a:lnTo>
                    <a:pt x="15706" y="200081"/>
                  </a:lnTo>
                  <a:lnTo>
                    <a:pt x="0" y="227284"/>
                  </a:lnTo>
                  <a:lnTo>
                    <a:pt x="0" y="619032"/>
                  </a:lnTo>
                  <a:lnTo>
                    <a:pt x="25988" y="650444"/>
                  </a:lnTo>
                  <a:lnTo>
                    <a:pt x="36836" y="650444"/>
                  </a:lnTo>
                  <a:lnTo>
                    <a:pt x="42260" y="649041"/>
                  </a:lnTo>
                  <a:lnTo>
                    <a:pt x="188484" y="564615"/>
                  </a:lnTo>
                  <a:lnTo>
                    <a:pt x="62825" y="564615"/>
                  </a:lnTo>
                  <a:lnTo>
                    <a:pt x="62825" y="245420"/>
                  </a:lnTo>
                  <a:lnTo>
                    <a:pt x="339256" y="85823"/>
                  </a:lnTo>
                  <a:lnTo>
                    <a:pt x="402081" y="85823"/>
                  </a:lnTo>
                  <a:lnTo>
                    <a:pt x="402081" y="31416"/>
                  </a:lnTo>
                  <a:lnTo>
                    <a:pt x="378712" y="1051"/>
                  </a:lnTo>
                  <a:lnTo>
                    <a:pt x="370669" y="0"/>
                  </a:lnTo>
                  <a:close/>
                </a:path>
                <a:path extrusionOk="0" h="650875" w="402590">
                  <a:moveTo>
                    <a:pt x="402081" y="85823"/>
                  </a:moveTo>
                  <a:lnTo>
                    <a:pt x="339256" y="85823"/>
                  </a:lnTo>
                  <a:lnTo>
                    <a:pt x="339256" y="405017"/>
                  </a:lnTo>
                  <a:lnTo>
                    <a:pt x="62825" y="564615"/>
                  </a:lnTo>
                  <a:lnTo>
                    <a:pt x="188484" y="564615"/>
                  </a:lnTo>
                  <a:lnTo>
                    <a:pt x="386375" y="450356"/>
                  </a:lnTo>
                  <a:lnTo>
                    <a:pt x="392929" y="445316"/>
                  </a:lnTo>
                  <a:lnTo>
                    <a:pt x="397872" y="438859"/>
                  </a:lnTo>
                  <a:lnTo>
                    <a:pt x="400994" y="431350"/>
                  </a:lnTo>
                  <a:lnTo>
                    <a:pt x="402081" y="423153"/>
                  </a:lnTo>
                  <a:lnTo>
                    <a:pt x="402081" y="85823"/>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grpSp>
      <p:grpSp>
        <p:nvGrpSpPr>
          <p:cNvPr id="1021" name="Google Shape;1021;p30"/>
          <p:cNvGrpSpPr/>
          <p:nvPr/>
        </p:nvGrpSpPr>
        <p:grpSpPr>
          <a:xfrm>
            <a:off x="8404189" y="254708"/>
            <a:ext cx="465171" cy="405384"/>
            <a:chOff x="15566331" y="8672624"/>
            <a:chExt cx="1420368" cy="1238192"/>
          </a:xfrm>
        </p:grpSpPr>
        <p:sp>
          <p:nvSpPr>
            <p:cNvPr id="1022" name="Google Shape;1022;p30"/>
            <p:cNvSpPr/>
            <p:nvPr/>
          </p:nvSpPr>
          <p:spPr>
            <a:xfrm>
              <a:off x="16615519" y="8704035"/>
              <a:ext cx="339725" cy="588009"/>
            </a:xfrm>
            <a:custGeom>
              <a:rect b="b" l="l" r="r" t="t"/>
              <a:pathLst>
                <a:path extrusionOk="0" h="588009" w="339725">
                  <a:moveTo>
                    <a:pt x="0" y="0"/>
                  </a:moveTo>
                  <a:lnTo>
                    <a:pt x="0" y="391736"/>
                  </a:lnTo>
                  <a:lnTo>
                    <a:pt x="339256" y="587605"/>
                  </a:lnTo>
                  <a:lnTo>
                    <a:pt x="339256" y="195868"/>
                  </a:lnTo>
                  <a:lnTo>
                    <a:pt x="0"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1023" name="Google Shape;1023;p30"/>
            <p:cNvSpPr/>
            <p:nvPr/>
          </p:nvSpPr>
          <p:spPr>
            <a:xfrm>
              <a:off x="16584109" y="8672625"/>
              <a:ext cx="402590" cy="650875"/>
            </a:xfrm>
            <a:custGeom>
              <a:rect b="b" l="l" r="r" t="t"/>
              <a:pathLst>
                <a:path extrusionOk="0" h="650875" w="402590">
                  <a:moveTo>
                    <a:pt x="31412" y="0"/>
                  </a:moveTo>
                  <a:lnTo>
                    <a:pt x="1087" y="23215"/>
                  </a:lnTo>
                  <a:lnTo>
                    <a:pt x="0" y="31412"/>
                  </a:lnTo>
                  <a:lnTo>
                    <a:pt x="0" y="423149"/>
                  </a:lnTo>
                  <a:lnTo>
                    <a:pt x="359821" y="649027"/>
                  </a:lnTo>
                  <a:lnTo>
                    <a:pt x="365245" y="650430"/>
                  </a:lnTo>
                  <a:lnTo>
                    <a:pt x="376093" y="650430"/>
                  </a:lnTo>
                  <a:lnTo>
                    <a:pt x="402081" y="619017"/>
                  </a:lnTo>
                  <a:lnTo>
                    <a:pt x="402081" y="564611"/>
                  </a:lnTo>
                  <a:lnTo>
                    <a:pt x="339256" y="564611"/>
                  </a:lnTo>
                  <a:lnTo>
                    <a:pt x="62825" y="405013"/>
                  </a:lnTo>
                  <a:lnTo>
                    <a:pt x="62825" y="85819"/>
                  </a:lnTo>
                  <a:lnTo>
                    <a:pt x="188472" y="85819"/>
                  </a:lnTo>
                  <a:lnTo>
                    <a:pt x="47118" y="4209"/>
                  </a:lnTo>
                  <a:lnTo>
                    <a:pt x="39477" y="1052"/>
                  </a:lnTo>
                  <a:lnTo>
                    <a:pt x="31412" y="0"/>
                  </a:lnTo>
                  <a:close/>
                </a:path>
                <a:path extrusionOk="0" h="650875" w="402590">
                  <a:moveTo>
                    <a:pt x="188472" y="85819"/>
                  </a:moveTo>
                  <a:lnTo>
                    <a:pt x="62825" y="85819"/>
                  </a:lnTo>
                  <a:lnTo>
                    <a:pt x="339256" y="245416"/>
                  </a:lnTo>
                  <a:lnTo>
                    <a:pt x="339256" y="564611"/>
                  </a:lnTo>
                  <a:lnTo>
                    <a:pt x="402081" y="564611"/>
                  </a:lnTo>
                  <a:lnTo>
                    <a:pt x="402081" y="227281"/>
                  </a:lnTo>
                  <a:lnTo>
                    <a:pt x="400994" y="219084"/>
                  </a:lnTo>
                  <a:lnTo>
                    <a:pt x="397872" y="211574"/>
                  </a:lnTo>
                  <a:lnTo>
                    <a:pt x="392929" y="205117"/>
                  </a:lnTo>
                  <a:lnTo>
                    <a:pt x="386375" y="200077"/>
                  </a:lnTo>
                  <a:lnTo>
                    <a:pt x="188472" y="85819"/>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1024" name="Google Shape;1024;p30"/>
            <p:cNvSpPr/>
            <p:nvPr/>
          </p:nvSpPr>
          <p:spPr>
            <a:xfrm>
              <a:off x="15597742" y="9095775"/>
              <a:ext cx="1357630" cy="783590"/>
            </a:xfrm>
            <a:custGeom>
              <a:rect b="b" l="l" r="r" t="t"/>
              <a:pathLst>
                <a:path extrusionOk="0" h="783590" w="1357630">
                  <a:moveTo>
                    <a:pt x="1017780" y="0"/>
                  </a:moveTo>
                  <a:lnTo>
                    <a:pt x="0" y="587615"/>
                  </a:lnTo>
                  <a:lnTo>
                    <a:pt x="339267" y="783483"/>
                  </a:lnTo>
                  <a:lnTo>
                    <a:pt x="1357037" y="195868"/>
                  </a:lnTo>
                  <a:lnTo>
                    <a:pt x="1017780" y="0"/>
                  </a:lnTo>
                  <a:close/>
                </a:path>
              </a:pathLst>
            </a:custGeom>
            <a:solidFill>
              <a:schemeClr val="accent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1025" name="Google Shape;1025;p30"/>
            <p:cNvSpPr/>
            <p:nvPr/>
          </p:nvSpPr>
          <p:spPr>
            <a:xfrm>
              <a:off x="15566331" y="9064362"/>
              <a:ext cx="1419859" cy="846454"/>
            </a:xfrm>
            <a:custGeom>
              <a:rect b="b" l="l" r="r" t="t"/>
              <a:pathLst>
                <a:path extrusionOk="0" h="846454" w="1419859">
                  <a:moveTo>
                    <a:pt x="1049189" y="0"/>
                  </a:moveTo>
                  <a:lnTo>
                    <a:pt x="15706" y="591824"/>
                  </a:lnTo>
                  <a:lnTo>
                    <a:pt x="0" y="619028"/>
                  </a:lnTo>
                  <a:lnTo>
                    <a:pt x="1087" y="627225"/>
                  </a:lnTo>
                  <a:lnTo>
                    <a:pt x="359831" y="844906"/>
                  </a:lnTo>
                  <a:lnTo>
                    <a:pt x="365245" y="846309"/>
                  </a:lnTo>
                  <a:lnTo>
                    <a:pt x="376093" y="846309"/>
                  </a:lnTo>
                  <a:lnTo>
                    <a:pt x="381527" y="844906"/>
                  </a:lnTo>
                  <a:lnTo>
                    <a:pt x="496327" y="778625"/>
                  </a:lnTo>
                  <a:lnTo>
                    <a:pt x="370669" y="778625"/>
                  </a:lnTo>
                  <a:lnTo>
                    <a:pt x="94237" y="619028"/>
                  </a:lnTo>
                  <a:lnTo>
                    <a:pt x="1049193" y="67683"/>
                  </a:lnTo>
                  <a:lnTo>
                    <a:pt x="1174841" y="67683"/>
                  </a:lnTo>
                  <a:lnTo>
                    <a:pt x="1064899" y="4209"/>
                  </a:lnTo>
                  <a:lnTo>
                    <a:pt x="1057256" y="1052"/>
                  </a:lnTo>
                  <a:lnTo>
                    <a:pt x="1049189" y="0"/>
                  </a:lnTo>
                  <a:close/>
                </a:path>
                <a:path extrusionOk="0" h="846454" w="1419859">
                  <a:moveTo>
                    <a:pt x="1174841" y="67683"/>
                  </a:moveTo>
                  <a:lnTo>
                    <a:pt x="1049193" y="67683"/>
                  </a:lnTo>
                  <a:lnTo>
                    <a:pt x="1325624" y="227281"/>
                  </a:lnTo>
                  <a:lnTo>
                    <a:pt x="370669" y="778625"/>
                  </a:lnTo>
                  <a:lnTo>
                    <a:pt x="496327" y="778625"/>
                  </a:lnTo>
                  <a:lnTo>
                    <a:pt x="1404156" y="254484"/>
                  </a:lnTo>
                  <a:lnTo>
                    <a:pt x="1419862" y="227281"/>
                  </a:lnTo>
                  <a:lnTo>
                    <a:pt x="1418774" y="219084"/>
                  </a:lnTo>
                  <a:lnTo>
                    <a:pt x="1415653" y="211574"/>
                  </a:lnTo>
                  <a:lnTo>
                    <a:pt x="1410709" y="205117"/>
                  </a:lnTo>
                  <a:lnTo>
                    <a:pt x="1404156" y="200077"/>
                  </a:lnTo>
                  <a:lnTo>
                    <a:pt x="1174841" y="67683"/>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1026" name="Google Shape;1026;p30"/>
            <p:cNvSpPr/>
            <p:nvPr/>
          </p:nvSpPr>
          <p:spPr>
            <a:xfrm>
              <a:off x="15597738" y="8704035"/>
              <a:ext cx="1017905" cy="979804"/>
            </a:xfrm>
            <a:custGeom>
              <a:rect b="b" l="l" r="r" t="t"/>
              <a:pathLst>
                <a:path extrusionOk="0" h="979804" w="1017905">
                  <a:moveTo>
                    <a:pt x="1017780" y="0"/>
                  </a:moveTo>
                  <a:lnTo>
                    <a:pt x="0" y="587605"/>
                  </a:lnTo>
                  <a:lnTo>
                    <a:pt x="0" y="979352"/>
                  </a:lnTo>
                  <a:lnTo>
                    <a:pt x="1017780" y="391736"/>
                  </a:lnTo>
                  <a:lnTo>
                    <a:pt x="1017780"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1027" name="Google Shape;1027;p30"/>
            <p:cNvSpPr/>
            <p:nvPr/>
          </p:nvSpPr>
          <p:spPr>
            <a:xfrm>
              <a:off x="15566331" y="8672624"/>
              <a:ext cx="1080769" cy="1042670"/>
            </a:xfrm>
            <a:custGeom>
              <a:rect b="b" l="l" r="r" t="t"/>
              <a:pathLst>
                <a:path extrusionOk="0" h="1042670" w="1080769">
                  <a:moveTo>
                    <a:pt x="1049193" y="0"/>
                  </a:moveTo>
                  <a:lnTo>
                    <a:pt x="15706" y="591814"/>
                  </a:lnTo>
                  <a:lnTo>
                    <a:pt x="0" y="619017"/>
                  </a:lnTo>
                  <a:lnTo>
                    <a:pt x="0" y="1010765"/>
                  </a:lnTo>
                  <a:lnTo>
                    <a:pt x="25988" y="1042177"/>
                  </a:lnTo>
                  <a:lnTo>
                    <a:pt x="36836" y="1042177"/>
                  </a:lnTo>
                  <a:lnTo>
                    <a:pt x="42260" y="1040774"/>
                  </a:lnTo>
                  <a:lnTo>
                    <a:pt x="188473" y="956358"/>
                  </a:lnTo>
                  <a:lnTo>
                    <a:pt x="62825" y="956358"/>
                  </a:lnTo>
                  <a:lnTo>
                    <a:pt x="62825" y="637153"/>
                  </a:lnTo>
                  <a:lnTo>
                    <a:pt x="1017780" y="85819"/>
                  </a:lnTo>
                  <a:lnTo>
                    <a:pt x="1080605" y="85819"/>
                  </a:lnTo>
                  <a:lnTo>
                    <a:pt x="1080605" y="31412"/>
                  </a:lnTo>
                  <a:lnTo>
                    <a:pt x="1057258" y="1052"/>
                  </a:lnTo>
                  <a:lnTo>
                    <a:pt x="1049193" y="0"/>
                  </a:lnTo>
                  <a:close/>
                </a:path>
                <a:path extrusionOk="0" h="1042670" w="1080769">
                  <a:moveTo>
                    <a:pt x="1080605" y="85819"/>
                  </a:moveTo>
                  <a:lnTo>
                    <a:pt x="1017780" y="85819"/>
                  </a:lnTo>
                  <a:lnTo>
                    <a:pt x="1017780" y="405013"/>
                  </a:lnTo>
                  <a:lnTo>
                    <a:pt x="62825" y="956358"/>
                  </a:lnTo>
                  <a:lnTo>
                    <a:pt x="188473" y="956358"/>
                  </a:lnTo>
                  <a:lnTo>
                    <a:pt x="1064899" y="450352"/>
                  </a:lnTo>
                  <a:lnTo>
                    <a:pt x="1071452" y="445313"/>
                  </a:lnTo>
                  <a:lnTo>
                    <a:pt x="1076396" y="438855"/>
                  </a:lnTo>
                  <a:lnTo>
                    <a:pt x="1079518" y="431346"/>
                  </a:lnTo>
                  <a:lnTo>
                    <a:pt x="1080605" y="423149"/>
                  </a:lnTo>
                  <a:lnTo>
                    <a:pt x="1080605" y="85819"/>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grpSp>
      <p:sp>
        <p:nvSpPr>
          <p:cNvPr id="1028" name="Google Shape;1028;p30"/>
          <p:cNvSpPr/>
          <p:nvPr/>
        </p:nvSpPr>
        <p:spPr>
          <a:xfrm>
            <a:off x="452437" y="728934"/>
            <a:ext cx="571782" cy="76276"/>
          </a:xfrm>
          <a:custGeom>
            <a:rect b="b" l="l" r="r" t="t"/>
            <a:pathLst>
              <a:path extrusionOk="0" h="167639" w="1256664">
                <a:moveTo>
                  <a:pt x="1256506" y="0"/>
                </a:moveTo>
                <a:lnTo>
                  <a:pt x="0" y="0"/>
                </a:lnTo>
                <a:lnTo>
                  <a:pt x="0" y="167534"/>
                </a:lnTo>
                <a:lnTo>
                  <a:pt x="1256506" y="167534"/>
                </a:lnTo>
                <a:lnTo>
                  <a:pt x="1256506" y="0"/>
                </a:lnTo>
                <a:close/>
              </a:path>
            </a:pathLst>
          </a:custGeom>
          <a:solidFill>
            <a:schemeClr val="accent1"/>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chemeClr val="dk1"/>
              </a:solidFill>
              <a:latin typeface="Calibri"/>
              <a:ea typeface="Calibri"/>
              <a:cs typeface="Calibri"/>
              <a:sym typeface="Calibri"/>
            </a:endParaRPr>
          </a:p>
        </p:txBody>
      </p:sp>
      <p:pic>
        <p:nvPicPr>
          <p:cNvPr id="1029" name="Google Shape;1029;p30"/>
          <p:cNvPicPr preferRelativeResize="0"/>
          <p:nvPr/>
        </p:nvPicPr>
        <p:blipFill>
          <a:blip r:embed="rId2">
            <a:alphaModFix/>
          </a:blip>
          <a:stretch>
            <a:fillRect/>
          </a:stretch>
        </p:blipFill>
        <p:spPr>
          <a:xfrm>
            <a:off x="8425150" y="4335250"/>
            <a:ext cx="420473" cy="552274"/>
          </a:xfrm>
          <a:prstGeom prst="rect">
            <a:avLst/>
          </a:prstGeom>
          <a:noFill/>
          <a:ln>
            <a:noFill/>
          </a:ln>
        </p:spPr>
      </p:pic>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lored BG Green">
  <p:cSld name="Colored BG Green">
    <p:bg>
      <p:bgPr>
        <a:solidFill>
          <a:schemeClr val="accent3"/>
        </a:solidFill>
      </p:bgPr>
    </p:bg>
    <p:spTree>
      <p:nvGrpSpPr>
        <p:cNvPr id="1030" name="Shape 1030"/>
        <p:cNvGrpSpPr/>
        <p:nvPr/>
      </p:nvGrpSpPr>
      <p:grpSpPr>
        <a:xfrm>
          <a:off x="0" y="0"/>
          <a:ext cx="0" cy="0"/>
          <a:chOff x="0" y="0"/>
          <a:chExt cx="0" cy="0"/>
        </a:xfrm>
      </p:grpSpPr>
      <p:sp>
        <p:nvSpPr>
          <p:cNvPr id="1031" name="Google Shape;1031;p31"/>
          <p:cNvSpPr txBox="1"/>
          <p:nvPr>
            <p:ph type="title"/>
          </p:nvPr>
        </p:nvSpPr>
        <p:spPr>
          <a:xfrm>
            <a:off x="452425" y="351725"/>
            <a:ext cx="6777600" cy="344700"/>
          </a:xfrm>
          <a:prstGeom prst="rect">
            <a:avLst/>
          </a:prstGeom>
          <a:noFill/>
          <a:ln>
            <a:noFill/>
          </a:ln>
        </p:spPr>
        <p:txBody>
          <a:bodyPr anchorCtr="0" anchor="t" bIns="0" lIns="0" spcFirstLastPara="1" rIns="0" wrap="square" tIns="0">
            <a:noAutofit/>
          </a:bodyPr>
          <a:lstStyle>
            <a:lvl1pPr lvl="0" marR="0" rtl="0" algn="l">
              <a:lnSpc>
                <a:spcPct val="80000"/>
              </a:lnSpc>
              <a:spcBef>
                <a:spcPts val="0"/>
              </a:spcBef>
              <a:spcAft>
                <a:spcPts val="0"/>
              </a:spcAft>
              <a:buClr>
                <a:srgbClr val="000000"/>
              </a:buClr>
              <a:buSzPts val="2800"/>
              <a:buFont typeface="Proxima Nova"/>
              <a:buNone/>
              <a:defRPr b="1" i="0" sz="2800" u="none" cap="none" strike="noStrike">
                <a:solidFill>
                  <a:schemeClr val="lt1"/>
                </a:solidFill>
                <a:latin typeface="Proxima Nova"/>
                <a:ea typeface="Proxima Nova"/>
                <a:cs typeface="Proxima Nova"/>
                <a:sym typeface="Proxima Nova"/>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1032" name="Google Shape;1032;p31"/>
          <p:cNvSpPr/>
          <p:nvPr/>
        </p:nvSpPr>
        <p:spPr>
          <a:xfrm>
            <a:off x="452437" y="728934"/>
            <a:ext cx="571782" cy="76276"/>
          </a:xfrm>
          <a:custGeom>
            <a:rect b="b" l="l" r="r" t="t"/>
            <a:pathLst>
              <a:path extrusionOk="0" h="167639" w="1256664">
                <a:moveTo>
                  <a:pt x="1256506" y="0"/>
                </a:moveTo>
                <a:lnTo>
                  <a:pt x="0" y="0"/>
                </a:lnTo>
                <a:lnTo>
                  <a:pt x="0" y="167534"/>
                </a:lnTo>
                <a:lnTo>
                  <a:pt x="1256506" y="167534"/>
                </a:lnTo>
                <a:lnTo>
                  <a:pt x="1256506" y="0"/>
                </a:lnTo>
                <a:close/>
              </a:path>
            </a:pathLst>
          </a:custGeom>
          <a:solidFill>
            <a:schemeClr val="accent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chemeClr val="dk1"/>
              </a:solidFill>
              <a:latin typeface="Calibri"/>
              <a:ea typeface="Calibri"/>
              <a:cs typeface="Calibri"/>
              <a:sym typeface="Calibri"/>
            </a:endParaRPr>
          </a:p>
        </p:txBody>
      </p:sp>
      <p:pic>
        <p:nvPicPr>
          <p:cNvPr id="1033" name="Google Shape;1033;p31"/>
          <p:cNvPicPr preferRelativeResize="0"/>
          <p:nvPr/>
        </p:nvPicPr>
        <p:blipFill rotWithShape="1">
          <a:blip r:embed="rId2">
            <a:alphaModFix/>
          </a:blip>
          <a:srcRect b="0" l="0" r="0" t="0"/>
          <a:stretch/>
        </p:blipFill>
        <p:spPr>
          <a:xfrm>
            <a:off x="8438996" y="4352261"/>
            <a:ext cx="389777" cy="514799"/>
          </a:xfrm>
          <a:prstGeom prst="rect">
            <a:avLst/>
          </a:prstGeom>
          <a:noFill/>
          <a:ln>
            <a:noFill/>
          </a:ln>
        </p:spPr>
      </p:pic>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lored BG Blue">
  <p:cSld name="Colored BG Blue">
    <p:bg>
      <p:bgPr>
        <a:solidFill>
          <a:schemeClr val="accent1"/>
        </a:solidFill>
      </p:bgPr>
    </p:bg>
    <p:spTree>
      <p:nvGrpSpPr>
        <p:cNvPr id="1034" name="Shape 1034"/>
        <p:cNvGrpSpPr/>
        <p:nvPr/>
      </p:nvGrpSpPr>
      <p:grpSpPr>
        <a:xfrm>
          <a:off x="0" y="0"/>
          <a:ext cx="0" cy="0"/>
          <a:chOff x="0" y="0"/>
          <a:chExt cx="0" cy="0"/>
        </a:xfrm>
      </p:grpSpPr>
      <p:sp>
        <p:nvSpPr>
          <p:cNvPr id="1035" name="Google Shape;1035;p32"/>
          <p:cNvSpPr txBox="1"/>
          <p:nvPr>
            <p:ph type="title"/>
          </p:nvPr>
        </p:nvSpPr>
        <p:spPr>
          <a:xfrm>
            <a:off x="452425" y="351725"/>
            <a:ext cx="6777600" cy="344700"/>
          </a:xfrm>
          <a:prstGeom prst="rect">
            <a:avLst/>
          </a:prstGeom>
          <a:noFill/>
          <a:ln>
            <a:noFill/>
          </a:ln>
        </p:spPr>
        <p:txBody>
          <a:bodyPr anchorCtr="0" anchor="t" bIns="0" lIns="0" spcFirstLastPara="1" rIns="0" wrap="square" tIns="0">
            <a:noAutofit/>
          </a:bodyPr>
          <a:lstStyle>
            <a:lvl1pPr lvl="0" marR="0" rtl="0" algn="l">
              <a:lnSpc>
                <a:spcPct val="80000"/>
              </a:lnSpc>
              <a:spcBef>
                <a:spcPts val="0"/>
              </a:spcBef>
              <a:spcAft>
                <a:spcPts val="0"/>
              </a:spcAft>
              <a:buClr>
                <a:srgbClr val="000000"/>
              </a:buClr>
              <a:buSzPts val="2800"/>
              <a:buFont typeface="Proxima Nova"/>
              <a:buNone/>
              <a:defRPr b="1" i="0" sz="2800" u="none" cap="none" strike="noStrike">
                <a:solidFill>
                  <a:schemeClr val="lt1"/>
                </a:solidFill>
                <a:latin typeface="Proxima Nova"/>
                <a:ea typeface="Proxima Nova"/>
                <a:cs typeface="Proxima Nova"/>
                <a:sym typeface="Proxima Nova"/>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1036" name="Google Shape;1036;p32"/>
          <p:cNvSpPr/>
          <p:nvPr/>
        </p:nvSpPr>
        <p:spPr>
          <a:xfrm>
            <a:off x="452437" y="727200"/>
            <a:ext cx="571782" cy="76276"/>
          </a:xfrm>
          <a:custGeom>
            <a:rect b="b" l="l" r="r" t="t"/>
            <a:pathLst>
              <a:path extrusionOk="0" h="167639" w="1256664">
                <a:moveTo>
                  <a:pt x="1256506" y="0"/>
                </a:moveTo>
                <a:lnTo>
                  <a:pt x="0" y="0"/>
                </a:lnTo>
                <a:lnTo>
                  <a:pt x="0" y="167534"/>
                </a:lnTo>
                <a:lnTo>
                  <a:pt x="1256506" y="167534"/>
                </a:lnTo>
                <a:lnTo>
                  <a:pt x="1256506" y="0"/>
                </a:lnTo>
                <a:close/>
              </a:path>
            </a:pathLst>
          </a:custGeom>
          <a:solidFill>
            <a:schemeClr val="accent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chemeClr val="dk1"/>
              </a:solidFill>
              <a:latin typeface="Calibri"/>
              <a:ea typeface="Calibri"/>
              <a:cs typeface="Calibri"/>
              <a:sym typeface="Calibri"/>
            </a:endParaRPr>
          </a:p>
        </p:txBody>
      </p:sp>
      <p:grpSp>
        <p:nvGrpSpPr>
          <p:cNvPr id="1037" name="Google Shape;1037;p32"/>
          <p:cNvGrpSpPr/>
          <p:nvPr/>
        </p:nvGrpSpPr>
        <p:grpSpPr>
          <a:xfrm rot="10800000">
            <a:off x="8431325" y="660002"/>
            <a:ext cx="440109" cy="381787"/>
            <a:chOff x="10297594" y="731834"/>
            <a:chExt cx="828675" cy="723218"/>
          </a:xfrm>
        </p:grpSpPr>
        <p:sp>
          <p:nvSpPr>
            <p:cNvPr id="1038" name="Google Shape;1038;p32"/>
            <p:cNvSpPr/>
            <p:nvPr/>
          </p:nvSpPr>
          <p:spPr>
            <a:xfrm>
              <a:off x="10315915" y="750975"/>
              <a:ext cx="791845" cy="457200"/>
            </a:xfrm>
            <a:custGeom>
              <a:rect b="b" l="l" r="r" t="t"/>
              <a:pathLst>
                <a:path extrusionOk="0" h="457200" w="791845">
                  <a:moveTo>
                    <a:pt x="197899" y="0"/>
                  </a:moveTo>
                  <a:lnTo>
                    <a:pt x="0" y="114258"/>
                  </a:lnTo>
                  <a:lnTo>
                    <a:pt x="593699" y="457033"/>
                  </a:lnTo>
                  <a:lnTo>
                    <a:pt x="791598" y="342774"/>
                  </a:lnTo>
                  <a:lnTo>
                    <a:pt x="197899"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Arial"/>
                <a:ea typeface="Arial"/>
                <a:cs typeface="Arial"/>
                <a:sym typeface="Arial"/>
              </a:endParaRPr>
            </a:p>
          </p:txBody>
        </p:sp>
        <p:sp>
          <p:nvSpPr>
            <p:cNvPr id="1039" name="Google Shape;1039;p32"/>
            <p:cNvSpPr/>
            <p:nvPr/>
          </p:nvSpPr>
          <p:spPr>
            <a:xfrm>
              <a:off x="10297594" y="731834"/>
              <a:ext cx="828675" cy="494665"/>
            </a:xfrm>
            <a:custGeom>
              <a:rect b="b" l="l" r="r" t="t"/>
              <a:pathLst>
                <a:path extrusionOk="0" h="494665" w="828675">
                  <a:moveTo>
                    <a:pt x="219710" y="0"/>
                  </a:moveTo>
                  <a:lnTo>
                    <a:pt x="212716" y="0"/>
                  </a:lnTo>
                  <a:lnTo>
                    <a:pt x="3497" y="120802"/>
                  </a:lnTo>
                  <a:lnTo>
                    <a:pt x="0" y="126854"/>
                  </a:lnTo>
                  <a:lnTo>
                    <a:pt x="0" y="139943"/>
                  </a:lnTo>
                  <a:lnTo>
                    <a:pt x="3497" y="145995"/>
                  </a:lnTo>
                  <a:lnTo>
                    <a:pt x="605698" y="493681"/>
                  </a:lnTo>
                  <a:lnTo>
                    <a:pt x="608861" y="494498"/>
                  </a:lnTo>
                  <a:lnTo>
                    <a:pt x="615185" y="494498"/>
                  </a:lnTo>
                  <a:lnTo>
                    <a:pt x="618358" y="493681"/>
                  </a:lnTo>
                  <a:lnTo>
                    <a:pt x="685329" y="455012"/>
                  </a:lnTo>
                  <a:lnTo>
                    <a:pt x="612023" y="455012"/>
                  </a:lnTo>
                  <a:lnTo>
                    <a:pt x="54972" y="133399"/>
                  </a:lnTo>
                  <a:lnTo>
                    <a:pt x="216213" y="40291"/>
                  </a:lnTo>
                  <a:lnTo>
                    <a:pt x="289498" y="40291"/>
                  </a:lnTo>
                  <a:lnTo>
                    <a:pt x="219710" y="0"/>
                  </a:lnTo>
                  <a:close/>
                </a:path>
                <a:path extrusionOk="0" h="494665" w="828675">
                  <a:moveTo>
                    <a:pt x="289498" y="40291"/>
                  </a:moveTo>
                  <a:lnTo>
                    <a:pt x="216213" y="40291"/>
                  </a:lnTo>
                  <a:lnTo>
                    <a:pt x="773274" y="361915"/>
                  </a:lnTo>
                  <a:lnTo>
                    <a:pt x="612023" y="455012"/>
                  </a:lnTo>
                  <a:lnTo>
                    <a:pt x="685329" y="455012"/>
                  </a:lnTo>
                  <a:lnTo>
                    <a:pt x="824749" y="374512"/>
                  </a:lnTo>
                  <a:lnTo>
                    <a:pt x="828247" y="368459"/>
                  </a:lnTo>
                  <a:lnTo>
                    <a:pt x="828247" y="355371"/>
                  </a:lnTo>
                  <a:lnTo>
                    <a:pt x="824749" y="349319"/>
                  </a:lnTo>
                  <a:lnTo>
                    <a:pt x="289498" y="40291"/>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Arial"/>
                <a:ea typeface="Arial"/>
                <a:cs typeface="Arial"/>
                <a:sym typeface="Arial"/>
              </a:endParaRPr>
            </a:p>
          </p:txBody>
        </p:sp>
        <p:sp>
          <p:nvSpPr>
            <p:cNvPr id="1040" name="Google Shape;1040;p32"/>
            <p:cNvSpPr/>
            <p:nvPr/>
          </p:nvSpPr>
          <p:spPr>
            <a:xfrm>
              <a:off x="10315915" y="865233"/>
              <a:ext cx="593725" cy="571500"/>
            </a:xfrm>
            <a:custGeom>
              <a:rect b="b" l="l" r="r" t="t"/>
              <a:pathLst>
                <a:path extrusionOk="0" h="571500" w="593725">
                  <a:moveTo>
                    <a:pt x="0" y="0"/>
                  </a:moveTo>
                  <a:lnTo>
                    <a:pt x="0" y="228516"/>
                  </a:lnTo>
                  <a:lnTo>
                    <a:pt x="593699" y="571291"/>
                  </a:lnTo>
                  <a:lnTo>
                    <a:pt x="593699" y="342774"/>
                  </a:lnTo>
                  <a:lnTo>
                    <a:pt x="0" y="0"/>
                  </a:lnTo>
                  <a:close/>
                </a:path>
              </a:pathLst>
            </a:custGeom>
            <a:solidFill>
              <a:srgbClr val="00852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Arial"/>
                <a:ea typeface="Arial"/>
                <a:cs typeface="Arial"/>
                <a:sym typeface="Arial"/>
              </a:endParaRPr>
            </a:p>
          </p:txBody>
        </p:sp>
        <p:sp>
          <p:nvSpPr>
            <p:cNvPr id="1041" name="Google Shape;1041;p32"/>
            <p:cNvSpPr/>
            <p:nvPr/>
          </p:nvSpPr>
          <p:spPr>
            <a:xfrm>
              <a:off x="10297594" y="846087"/>
              <a:ext cx="630554" cy="608965"/>
            </a:xfrm>
            <a:custGeom>
              <a:rect b="b" l="l" r="r" t="t"/>
              <a:pathLst>
                <a:path extrusionOk="0" h="608965" w="630554">
                  <a:moveTo>
                    <a:pt x="21821" y="0"/>
                  </a:moveTo>
                  <a:lnTo>
                    <a:pt x="14826" y="0"/>
                  </a:lnTo>
                  <a:lnTo>
                    <a:pt x="3497" y="6544"/>
                  </a:lnTo>
                  <a:lnTo>
                    <a:pt x="0" y="12606"/>
                  </a:lnTo>
                  <a:lnTo>
                    <a:pt x="0" y="254201"/>
                  </a:lnTo>
                  <a:lnTo>
                    <a:pt x="3497" y="260253"/>
                  </a:lnTo>
                  <a:lnTo>
                    <a:pt x="605698" y="607939"/>
                  </a:lnTo>
                  <a:lnTo>
                    <a:pt x="608861" y="608756"/>
                  </a:lnTo>
                  <a:lnTo>
                    <a:pt x="615185" y="608756"/>
                  </a:lnTo>
                  <a:lnTo>
                    <a:pt x="618358" y="607939"/>
                  </a:lnTo>
                  <a:lnTo>
                    <a:pt x="626850" y="603028"/>
                  </a:lnTo>
                  <a:lnTo>
                    <a:pt x="630347" y="596976"/>
                  </a:lnTo>
                  <a:lnTo>
                    <a:pt x="630347" y="558695"/>
                  </a:lnTo>
                  <a:lnTo>
                    <a:pt x="593699" y="558695"/>
                  </a:lnTo>
                  <a:lnTo>
                    <a:pt x="36648" y="237081"/>
                  </a:lnTo>
                  <a:lnTo>
                    <a:pt x="36648" y="50888"/>
                  </a:lnTo>
                  <a:lnTo>
                    <a:pt x="109961" y="50888"/>
                  </a:lnTo>
                  <a:lnTo>
                    <a:pt x="21821" y="0"/>
                  </a:lnTo>
                  <a:close/>
                </a:path>
                <a:path extrusionOk="0" h="608965" w="630554">
                  <a:moveTo>
                    <a:pt x="109961" y="50888"/>
                  </a:moveTo>
                  <a:lnTo>
                    <a:pt x="36648" y="50888"/>
                  </a:lnTo>
                  <a:lnTo>
                    <a:pt x="593699" y="372501"/>
                  </a:lnTo>
                  <a:lnTo>
                    <a:pt x="593699" y="558695"/>
                  </a:lnTo>
                  <a:lnTo>
                    <a:pt x="630347" y="558695"/>
                  </a:lnTo>
                  <a:lnTo>
                    <a:pt x="630347" y="355371"/>
                  </a:lnTo>
                  <a:lnTo>
                    <a:pt x="626850" y="349319"/>
                  </a:lnTo>
                  <a:lnTo>
                    <a:pt x="109961" y="50888"/>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Arial"/>
                <a:ea typeface="Arial"/>
                <a:cs typeface="Arial"/>
                <a:sym typeface="Arial"/>
              </a:endParaRPr>
            </a:p>
          </p:txBody>
        </p:sp>
        <p:sp>
          <p:nvSpPr>
            <p:cNvPr id="1042" name="Google Shape;1042;p32"/>
            <p:cNvSpPr/>
            <p:nvPr/>
          </p:nvSpPr>
          <p:spPr>
            <a:xfrm>
              <a:off x="10909615" y="1093748"/>
              <a:ext cx="198120" cy="342900"/>
            </a:xfrm>
            <a:custGeom>
              <a:rect b="b" l="l" r="r" t="t"/>
              <a:pathLst>
                <a:path extrusionOk="0" h="342900" w="198120">
                  <a:moveTo>
                    <a:pt x="197899" y="0"/>
                  </a:moveTo>
                  <a:lnTo>
                    <a:pt x="0" y="114258"/>
                  </a:lnTo>
                  <a:lnTo>
                    <a:pt x="0" y="342774"/>
                  </a:lnTo>
                  <a:lnTo>
                    <a:pt x="197899" y="228516"/>
                  </a:lnTo>
                  <a:lnTo>
                    <a:pt x="197899"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Arial"/>
                <a:ea typeface="Arial"/>
                <a:cs typeface="Arial"/>
                <a:sym typeface="Arial"/>
              </a:endParaRPr>
            </a:p>
          </p:txBody>
        </p:sp>
        <p:sp>
          <p:nvSpPr>
            <p:cNvPr id="1043" name="Google Shape;1043;p32"/>
            <p:cNvSpPr/>
            <p:nvPr/>
          </p:nvSpPr>
          <p:spPr>
            <a:xfrm>
              <a:off x="10891296" y="1074610"/>
              <a:ext cx="234950" cy="380365"/>
            </a:xfrm>
            <a:custGeom>
              <a:rect b="b" l="l" r="r" t="t"/>
              <a:pathLst>
                <a:path extrusionOk="0" h="380365" w="234950">
                  <a:moveTo>
                    <a:pt x="219710" y="0"/>
                  </a:moveTo>
                  <a:lnTo>
                    <a:pt x="212716" y="0"/>
                  </a:lnTo>
                  <a:lnTo>
                    <a:pt x="3497" y="120802"/>
                  </a:lnTo>
                  <a:lnTo>
                    <a:pt x="0" y="126854"/>
                  </a:lnTo>
                  <a:lnTo>
                    <a:pt x="0" y="368449"/>
                  </a:lnTo>
                  <a:lnTo>
                    <a:pt x="3497" y="374512"/>
                  </a:lnTo>
                  <a:lnTo>
                    <a:pt x="11999" y="379412"/>
                  </a:lnTo>
                  <a:lnTo>
                    <a:pt x="15161" y="380229"/>
                  </a:lnTo>
                  <a:lnTo>
                    <a:pt x="21486" y="380229"/>
                  </a:lnTo>
                  <a:lnTo>
                    <a:pt x="24648" y="379412"/>
                  </a:lnTo>
                  <a:lnTo>
                    <a:pt x="109943" y="330167"/>
                  </a:lnTo>
                  <a:lnTo>
                    <a:pt x="36648" y="330167"/>
                  </a:lnTo>
                  <a:lnTo>
                    <a:pt x="36648" y="143974"/>
                  </a:lnTo>
                  <a:lnTo>
                    <a:pt x="197889" y="50878"/>
                  </a:lnTo>
                  <a:lnTo>
                    <a:pt x="234537" y="50878"/>
                  </a:lnTo>
                  <a:lnTo>
                    <a:pt x="234537" y="12596"/>
                  </a:lnTo>
                  <a:lnTo>
                    <a:pt x="231040" y="6544"/>
                  </a:lnTo>
                  <a:lnTo>
                    <a:pt x="219710" y="0"/>
                  </a:lnTo>
                  <a:close/>
                </a:path>
                <a:path extrusionOk="0" h="380365" w="234950">
                  <a:moveTo>
                    <a:pt x="234537" y="50878"/>
                  </a:moveTo>
                  <a:lnTo>
                    <a:pt x="197889" y="50878"/>
                  </a:lnTo>
                  <a:lnTo>
                    <a:pt x="197889" y="237081"/>
                  </a:lnTo>
                  <a:lnTo>
                    <a:pt x="36648" y="330167"/>
                  </a:lnTo>
                  <a:lnTo>
                    <a:pt x="109943" y="330167"/>
                  </a:lnTo>
                  <a:lnTo>
                    <a:pt x="231040" y="260253"/>
                  </a:lnTo>
                  <a:lnTo>
                    <a:pt x="234537" y="254201"/>
                  </a:lnTo>
                  <a:lnTo>
                    <a:pt x="234537" y="50878"/>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Arial"/>
                <a:ea typeface="Arial"/>
                <a:cs typeface="Arial"/>
                <a:sym typeface="Arial"/>
              </a:endParaRPr>
            </a:p>
          </p:txBody>
        </p:sp>
      </p:grpSp>
      <p:grpSp>
        <p:nvGrpSpPr>
          <p:cNvPr id="1044" name="Google Shape;1044;p32"/>
          <p:cNvGrpSpPr/>
          <p:nvPr/>
        </p:nvGrpSpPr>
        <p:grpSpPr>
          <a:xfrm>
            <a:off x="8643680" y="298835"/>
            <a:ext cx="230047" cy="260715"/>
            <a:chOff x="15610653" y="5745872"/>
            <a:chExt cx="741848" cy="846751"/>
          </a:xfrm>
        </p:grpSpPr>
        <p:sp>
          <p:nvSpPr>
            <p:cNvPr id="1045" name="Google Shape;1045;p32"/>
            <p:cNvSpPr/>
            <p:nvPr/>
          </p:nvSpPr>
          <p:spPr>
            <a:xfrm>
              <a:off x="15642069" y="5777283"/>
              <a:ext cx="678815" cy="783590"/>
            </a:xfrm>
            <a:custGeom>
              <a:rect b="b" l="l" r="r" t="t"/>
              <a:pathLst>
                <a:path extrusionOk="0" h="783590" w="678815">
                  <a:moveTo>
                    <a:pt x="339256" y="0"/>
                  </a:moveTo>
                  <a:lnTo>
                    <a:pt x="0" y="195878"/>
                  </a:lnTo>
                  <a:lnTo>
                    <a:pt x="0" y="587615"/>
                  </a:lnTo>
                  <a:lnTo>
                    <a:pt x="339256" y="783483"/>
                  </a:lnTo>
                  <a:lnTo>
                    <a:pt x="678513" y="587615"/>
                  </a:lnTo>
                  <a:lnTo>
                    <a:pt x="678513" y="195878"/>
                  </a:lnTo>
                  <a:lnTo>
                    <a:pt x="339256"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1046" name="Google Shape;1046;p32"/>
            <p:cNvSpPr/>
            <p:nvPr/>
          </p:nvSpPr>
          <p:spPr>
            <a:xfrm>
              <a:off x="15610653" y="5745872"/>
              <a:ext cx="741680" cy="846454"/>
            </a:xfrm>
            <a:custGeom>
              <a:rect b="b" l="l" r="r" t="t"/>
              <a:pathLst>
                <a:path extrusionOk="0" h="846454" w="741680">
                  <a:moveTo>
                    <a:pt x="370669" y="0"/>
                  </a:moveTo>
                  <a:lnTo>
                    <a:pt x="15706" y="200085"/>
                  </a:lnTo>
                  <a:lnTo>
                    <a:pt x="0" y="227288"/>
                  </a:lnTo>
                  <a:lnTo>
                    <a:pt x="0" y="619025"/>
                  </a:lnTo>
                  <a:lnTo>
                    <a:pt x="359821" y="844914"/>
                  </a:lnTo>
                  <a:lnTo>
                    <a:pt x="365245" y="846306"/>
                  </a:lnTo>
                  <a:lnTo>
                    <a:pt x="376093" y="846306"/>
                  </a:lnTo>
                  <a:lnTo>
                    <a:pt x="381517" y="844914"/>
                  </a:lnTo>
                  <a:lnTo>
                    <a:pt x="496331" y="778622"/>
                  </a:lnTo>
                  <a:lnTo>
                    <a:pt x="370669" y="778622"/>
                  </a:lnTo>
                  <a:lnTo>
                    <a:pt x="62825" y="600890"/>
                  </a:lnTo>
                  <a:lnTo>
                    <a:pt x="62825" y="245424"/>
                  </a:lnTo>
                  <a:lnTo>
                    <a:pt x="370669" y="67691"/>
                  </a:lnTo>
                  <a:lnTo>
                    <a:pt x="496317" y="67691"/>
                  </a:lnTo>
                  <a:lnTo>
                    <a:pt x="386375" y="4217"/>
                  </a:lnTo>
                  <a:lnTo>
                    <a:pt x="378734" y="1054"/>
                  </a:lnTo>
                  <a:lnTo>
                    <a:pt x="370669" y="0"/>
                  </a:lnTo>
                  <a:close/>
                </a:path>
                <a:path extrusionOk="0" h="846454" w="741680">
                  <a:moveTo>
                    <a:pt x="496317" y="67691"/>
                  </a:moveTo>
                  <a:lnTo>
                    <a:pt x="370669" y="67691"/>
                  </a:lnTo>
                  <a:lnTo>
                    <a:pt x="678513" y="245424"/>
                  </a:lnTo>
                  <a:lnTo>
                    <a:pt x="678513" y="600890"/>
                  </a:lnTo>
                  <a:lnTo>
                    <a:pt x="370669" y="778622"/>
                  </a:lnTo>
                  <a:lnTo>
                    <a:pt x="496331" y="778622"/>
                  </a:lnTo>
                  <a:lnTo>
                    <a:pt x="725632" y="646229"/>
                  </a:lnTo>
                  <a:lnTo>
                    <a:pt x="741338" y="619025"/>
                  </a:lnTo>
                  <a:lnTo>
                    <a:pt x="741338" y="227288"/>
                  </a:lnTo>
                  <a:lnTo>
                    <a:pt x="740251" y="219092"/>
                  </a:lnTo>
                  <a:lnTo>
                    <a:pt x="737129" y="211582"/>
                  </a:lnTo>
                  <a:lnTo>
                    <a:pt x="732185" y="205125"/>
                  </a:lnTo>
                  <a:lnTo>
                    <a:pt x="725632" y="200085"/>
                  </a:lnTo>
                  <a:lnTo>
                    <a:pt x="496317" y="67691"/>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1047" name="Google Shape;1047;p32"/>
            <p:cNvSpPr/>
            <p:nvPr/>
          </p:nvSpPr>
          <p:spPr>
            <a:xfrm>
              <a:off x="15642066" y="5973158"/>
              <a:ext cx="339725" cy="588009"/>
            </a:xfrm>
            <a:custGeom>
              <a:rect b="b" l="l" r="r" t="t"/>
              <a:pathLst>
                <a:path extrusionOk="0" h="588009" w="339725">
                  <a:moveTo>
                    <a:pt x="0" y="0"/>
                  </a:moveTo>
                  <a:lnTo>
                    <a:pt x="0" y="391736"/>
                  </a:lnTo>
                  <a:lnTo>
                    <a:pt x="339256" y="587615"/>
                  </a:lnTo>
                  <a:lnTo>
                    <a:pt x="339256" y="195868"/>
                  </a:lnTo>
                  <a:lnTo>
                    <a:pt x="0"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1048" name="Google Shape;1048;p32"/>
            <p:cNvSpPr/>
            <p:nvPr/>
          </p:nvSpPr>
          <p:spPr>
            <a:xfrm>
              <a:off x="15610653" y="5941748"/>
              <a:ext cx="402590" cy="650875"/>
            </a:xfrm>
            <a:custGeom>
              <a:rect b="b" l="l" r="r" t="t"/>
              <a:pathLst>
                <a:path extrusionOk="0" h="650875" w="402590">
                  <a:moveTo>
                    <a:pt x="31412" y="0"/>
                  </a:moveTo>
                  <a:lnTo>
                    <a:pt x="1087" y="23215"/>
                  </a:lnTo>
                  <a:lnTo>
                    <a:pt x="0" y="31412"/>
                  </a:lnTo>
                  <a:lnTo>
                    <a:pt x="0" y="423149"/>
                  </a:lnTo>
                  <a:lnTo>
                    <a:pt x="359821" y="649037"/>
                  </a:lnTo>
                  <a:lnTo>
                    <a:pt x="365245" y="650430"/>
                  </a:lnTo>
                  <a:lnTo>
                    <a:pt x="376093" y="650430"/>
                  </a:lnTo>
                  <a:lnTo>
                    <a:pt x="402081" y="619017"/>
                  </a:lnTo>
                  <a:lnTo>
                    <a:pt x="402081" y="564611"/>
                  </a:lnTo>
                  <a:lnTo>
                    <a:pt x="339256" y="564611"/>
                  </a:lnTo>
                  <a:lnTo>
                    <a:pt x="62825" y="405013"/>
                  </a:lnTo>
                  <a:lnTo>
                    <a:pt x="62825" y="85819"/>
                  </a:lnTo>
                  <a:lnTo>
                    <a:pt x="188472" y="85819"/>
                  </a:lnTo>
                  <a:lnTo>
                    <a:pt x="47118" y="4209"/>
                  </a:lnTo>
                  <a:lnTo>
                    <a:pt x="39477" y="1052"/>
                  </a:lnTo>
                  <a:lnTo>
                    <a:pt x="31412" y="0"/>
                  </a:lnTo>
                  <a:close/>
                </a:path>
                <a:path extrusionOk="0" h="650875" w="402590">
                  <a:moveTo>
                    <a:pt x="188472" y="85819"/>
                  </a:moveTo>
                  <a:lnTo>
                    <a:pt x="62825" y="85819"/>
                  </a:lnTo>
                  <a:lnTo>
                    <a:pt x="339256" y="245416"/>
                  </a:lnTo>
                  <a:lnTo>
                    <a:pt x="339256" y="564611"/>
                  </a:lnTo>
                  <a:lnTo>
                    <a:pt x="402081" y="564611"/>
                  </a:lnTo>
                  <a:lnTo>
                    <a:pt x="402081" y="227281"/>
                  </a:lnTo>
                  <a:lnTo>
                    <a:pt x="400994" y="219084"/>
                  </a:lnTo>
                  <a:lnTo>
                    <a:pt x="397872" y="211574"/>
                  </a:lnTo>
                  <a:lnTo>
                    <a:pt x="392929" y="205117"/>
                  </a:lnTo>
                  <a:lnTo>
                    <a:pt x="386375" y="200077"/>
                  </a:lnTo>
                  <a:lnTo>
                    <a:pt x="188472" y="85819"/>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1049" name="Google Shape;1049;p32"/>
            <p:cNvSpPr/>
            <p:nvPr/>
          </p:nvSpPr>
          <p:spPr>
            <a:xfrm>
              <a:off x="15981323" y="5973161"/>
              <a:ext cx="339725" cy="588009"/>
            </a:xfrm>
            <a:custGeom>
              <a:rect b="b" l="l" r="r" t="t"/>
              <a:pathLst>
                <a:path extrusionOk="0" h="588009" w="339725">
                  <a:moveTo>
                    <a:pt x="339256" y="0"/>
                  </a:moveTo>
                  <a:lnTo>
                    <a:pt x="0" y="195868"/>
                  </a:lnTo>
                  <a:lnTo>
                    <a:pt x="0" y="587605"/>
                  </a:lnTo>
                  <a:lnTo>
                    <a:pt x="339256" y="391736"/>
                  </a:lnTo>
                  <a:lnTo>
                    <a:pt x="339256" y="0"/>
                  </a:lnTo>
                  <a:close/>
                </a:path>
              </a:pathLst>
            </a:custGeom>
            <a:solidFill>
              <a:srgbClr val="901F7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1050" name="Google Shape;1050;p32"/>
            <p:cNvSpPr/>
            <p:nvPr/>
          </p:nvSpPr>
          <p:spPr>
            <a:xfrm>
              <a:off x="15949911" y="5941746"/>
              <a:ext cx="402590" cy="650875"/>
            </a:xfrm>
            <a:custGeom>
              <a:rect b="b" l="l" r="r" t="t"/>
              <a:pathLst>
                <a:path extrusionOk="0" h="650875" w="402590">
                  <a:moveTo>
                    <a:pt x="370669" y="0"/>
                  </a:moveTo>
                  <a:lnTo>
                    <a:pt x="15706" y="200077"/>
                  </a:lnTo>
                  <a:lnTo>
                    <a:pt x="0" y="227281"/>
                  </a:lnTo>
                  <a:lnTo>
                    <a:pt x="0" y="619017"/>
                  </a:lnTo>
                  <a:lnTo>
                    <a:pt x="25988" y="650430"/>
                  </a:lnTo>
                  <a:lnTo>
                    <a:pt x="36836" y="650430"/>
                  </a:lnTo>
                  <a:lnTo>
                    <a:pt x="42260" y="649027"/>
                  </a:lnTo>
                  <a:lnTo>
                    <a:pt x="188474" y="564611"/>
                  </a:lnTo>
                  <a:lnTo>
                    <a:pt x="62825" y="564611"/>
                  </a:lnTo>
                  <a:lnTo>
                    <a:pt x="62825" y="245416"/>
                  </a:lnTo>
                  <a:lnTo>
                    <a:pt x="339256" y="85819"/>
                  </a:lnTo>
                  <a:lnTo>
                    <a:pt x="402081" y="85819"/>
                  </a:lnTo>
                  <a:lnTo>
                    <a:pt x="402081" y="31412"/>
                  </a:lnTo>
                  <a:lnTo>
                    <a:pt x="378734" y="1052"/>
                  </a:lnTo>
                  <a:lnTo>
                    <a:pt x="370669" y="0"/>
                  </a:lnTo>
                  <a:close/>
                </a:path>
                <a:path extrusionOk="0" h="650875" w="402590">
                  <a:moveTo>
                    <a:pt x="402081" y="85819"/>
                  </a:moveTo>
                  <a:lnTo>
                    <a:pt x="339256" y="85819"/>
                  </a:lnTo>
                  <a:lnTo>
                    <a:pt x="339256" y="405013"/>
                  </a:lnTo>
                  <a:lnTo>
                    <a:pt x="62825" y="564611"/>
                  </a:lnTo>
                  <a:lnTo>
                    <a:pt x="188474" y="564611"/>
                  </a:lnTo>
                  <a:lnTo>
                    <a:pt x="386375" y="450352"/>
                  </a:lnTo>
                  <a:lnTo>
                    <a:pt x="392929" y="445313"/>
                  </a:lnTo>
                  <a:lnTo>
                    <a:pt x="397872" y="438855"/>
                  </a:lnTo>
                  <a:lnTo>
                    <a:pt x="400994" y="431346"/>
                  </a:lnTo>
                  <a:lnTo>
                    <a:pt x="402081" y="423149"/>
                  </a:lnTo>
                  <a:lnTo>
                    <a:pt x="402081" y="85819"/>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grpSp>
      <p:grpSp>
        <p:nvGrpSpPr>
          <p:cNvPr id="1051" name="Google Shape;1051;p32"/>
          <p:cNvGrpSpPr/>
          <p:nvPr/>
        </p:nvGrpSpPr>
        <p:grpSpPr>
          <a:xfrm>
            <a:off x="8027762" y="239992"/>
            <a:ext cx="440109" cy="381788"/>
            <a:chOff x="8978262" y="6009158"/>
            <a:chExt cx="828675" cy="723221"/>
          </a:xfrm>
        </p:grpSpPr>
        <p:sp>
          <p:nvSpPr>
            <p:cNvPr id="1052" name="Google Shape;1052;p32"/>
            <p:cNvSpPr/>
            <p:nvPr/>
          </p:nvSpPr>
          <p:spPr>
            <a:xfrm>
              <a:off x="8996584" y="6028300"/>
              <a:ext cx="791845" cy="457200"/>
            </a:xfrm>
            <a:custGeom>
              <a:rect b="b" l="l" r="r" t="t"/>
              <a:pathLst>
                <a:path extrusionOk="0" h="457200" w="791845">
                  <a:moveTo>
                    <a:pt x="593699" y="0"/>
                  </a:moveTo>
                  <a:lnTo>
                    <a:pt x="0" y="342774"/>
                  </a:lnTo>
                  <a:lnTo>
                    <a:pt x="197899" y="457033"/>
                  </a:lnTo>
                  <a:lnTo>
                    <a:pt x="791598" y="114258"/>
                  </a:lnTo>
                  <a:lnTo>
                    <a:pt x="593699"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Arial"/>
                <a:ea typeface="Arial"/>
                <a:cs typeface="Arial"/>
                <a:sym typeface="Arial"/>
              </a:endParaRPr>
            </a:p>
          </p:txBody>
        </p:sp>
        <p:sp>
          <p:nvSpPr>
            <p:cNvPr id="1053" name="Google Shape;1053;p32"/>
            <p:cNvSpPr/>
            <p:nvPr/>
          </p:nvSpPr>
          <p:spPr>
            <a:xfrm>
              <a:off x="8978262" y="6009158"/>
              <a:ext cx="828675" cy="494665"/>
            </a:xfrm>
            <a:custGeom>
              <a:rect b="b" l="l" r="r" t="t"/>
              <a:pathLst>
                <a:path extrusionOk="0" h="494665" w="828675">
                  <a:moveTo>
                    <a:pt x="615520" y="0"/>
                  </a:moveTo>
                  <a:lnTo>
                    <a:pt x="608525" y="0"/>
                  </a:lnTo>
                  <a:lnTo>
                    <a:pt x="3497" y="349319"/>
                  </a:lnTo>
                  <a:lnTo>
                    <a:pt x="0" y="355371"/>
                  </a:lnTo>
                  <a:lnTo>
                    <a:pt x="0" y="368459"/>
                  </a:lnTo>
                  <a:lnTo>
                    <a:pt x="3497" y="374512"/>
                  </a:lnTo>
                  <a:lnTo>
                    <a:pt x="209888" y="493681"/>
                  </a:lnTo>
                  <a:lnTo>
                    <a:pt x="213061" y="494498"/>
                  </a:lnTo>
                  <a:lnTo>
                    <a:pt x="219375" y="494498"/>
                  </a:lnTo>
                  <a:lnTo>
                    <a:pt x="222548" y="493681"/>
                  </a:lnTo>
                  <a:lnTo>
                    <a:pt x="289505" y="455022"/>
                  </a:lnTo>
                  <a:lnTo>
                    <a:pt x="216213" y="455022"/>
                  </a:lnTo>
                  <a:lnTo>
                    <a:pt x="54972" y="361915"/>
                  </a:lnTo>
                  <a:lnTo>
                    <a:pt x="612023" y="40291"/>
                  </a:lnTo>
                  <a:lnTo>
                    <a:pt x="685305" y="40291"/>
                  </a:lnTo>
                  <a:lnTo>
                    <a:pt x="615520" y="0"/>
                  </a:lnTo>
                  <a:close/>
                </a:path>
                <a:path extrusionOk="0" h="494665" w="828675">
                  <a:moveTo>
                    <a:pt x="685305" y="40291"/>
                  </a:moveTo>
                  <a:lnTo>
                    <a:pt x="612023" y="40291"/>
                  </a:lnTo>
                  <a:lnTo>
                    <a:pt x="773274" y="133399"/>
                  </a:lnTo>
                  <a:lnTo>
                    <a:pt x="216213" y="455022"/>
                  </a:lnTo>
                  <a:lnTo>
                    <a:pt x="289505" y="455022"/>
                  </a:lnTo>
                  <a:lnTo>
                    <a:pt x="824749" y="145995"/>
                  </a:lnTo>
                  <a:lnTo>
                    <a:pt x="828247" y="139943"/>
                  </a:lnTo>
                  <a:lnTo>
                    <a:pt x="828247" y="126854"/>
                  </a:lnTo>
                  <a:lnTo>
                    <a:pt x="824749" y="120802"/>
                  </a:lnTo>
                  <a:lnTo>
                    <a:pt x="685305" y="40291"/>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Arial"/>
                <a:ea typeface="Arial"/>
                <a:cs typeface="Arial"/>
                <a:sym typeface="Arial"/>
              </a:endParaRPr>
            </a:p>
          </p:txBody>
        </p:sp>
        <p:sp>
          <p:nvSpPr>
            <p:cNvPr id="1054" name="Google Shape;1054;p32"/>
            <p:cNvSpPr/>
            <p:nvPr/>
          </p:nvSpPr>
          <p:spPr>
            <a:xfrm>
              <a:off x="9194484" y="6142556"/>
              <a:ext cx="593725" cy="571500"/>
            </a:xfrm>
            <a:custGeom>
              <a:rect b="b" l="l" r="r" t="t"/>
              <a:pathLst>
                <a:path extrusionOk="0" h="571500" w="593725">
                  <a:moveTo>
                    <a:pt x="593699" y="0"/>
                  </a:moveTo>
                  <a:lnTo>
                    <a:pt x="0" y="342774"/>
                  </a:lnTo>
                  <a:lnTo>
                    <a:pt x="0" y="571291"/>
                  </a:lnTo>
                  <a:lnTo>
                    <a:pt x="593699" y="228516"/>
                  </a:lnTo>
                  <a:lnTo>
                    <a:pt x="593699" y="0"/>
                  </a:lnTo>
                  <a:close/>
                </a:path>
              </a:pathLst>
            </a:custGeom>
            <a:solidFill>
              <a:srgbClr val="CC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Arial"/>
                <a:ea typeface="Arial"/>
                <a:cs typeface="Arial"/>
                <a:sym typeface="Arial"/>
              </a:endParaRPr>
            </a:p>
          </p:txBody>
        </p:sp>
        <p:sp>
          <p:nvSpPr>
            <p:cNvPr id="1055" name="Google Shape;1055;p32"/>
            <p:cNvSpPr/>
            <p:nvPr/>
          </p:nvSpPr>
          <p:spPr>
            <a:xfrm>
              <a:off x="9176156" y="6123414"/>
              <a:ext cx="630554" cy="608965"/>
            </a:xfrm>
            <a:custGeom>
              <a:rect b="b" l="l" r="r" t="t"/>
              <a:pathLst>
                <a:path extrusionOk="0" h="608965" w="630554">
                  <a:moveTo>
                    <a:pt x="615520" y="0"/>
                  </a:moveTo>
                  <a:lnTo>
                    <a:pt x="608525" y="0"/>
                  </a:lnTo>
                  <a:lnTo>
                    <a:pt x="3497" y="349319"/>
                  </a:lnTo>
                  <a:lnTo>
                    <a:pt x="0" y="355371"/>
                  </a:lnTo>
                  <a:lnTo>
                    <a:pt x="0" y="596976"/>
                  </a:lnTo>
                  <a:lnTo>
                    <a:pt x="3497" y="603039"/>
                  </a:lnTo>
                  <a:lnTo>
                    <a:pt x="11999" y="607939"/>
                  </a:lnTo>
                  <a:lnTo>
                    <a:pt x="15161" y="608756"/>
                  </a:lnTo>
                  <a:lnTo>
                    <a:pt x="21486" y="608756"/>
                  </a:lnTo>
                  <a:lnTo>
                    <a:pt x="24648" y="607939"/>
                  </a:lnTo>
                  <a:lnTo>
                    <a:pt x="109941" y="558695"/>
                  </a:lnTo>
                  <a:lnTo>
                    <a:pt x="36648" y="558695"/>
                  </a:lnTo>
                  <a:lnTo>
                    <a:pt x="36648" y="372501"/>
                  </a:lnTo>
                  <a:lnTo>
                    <a:pt x="593699" y="50878"/>
                  </a:lnTo>
                  <a:lnTo>
                    <a:pt x="630347" y="50878"/>
                  </a:lnTo>
                  <a:lnTo>
                    <a:pt x="630347" y="12596"/>
                  </a:lnTo>
                  <a:lnTo>
                    <a:pt x="626850" y="6544"/>
                  </a:lnTo>
                  <a:lnTo>
                    <a:pt x="615520" y="0"/>
                  </a:lnTo>
                  <a:close/>
                </a:path>
                <a:path extrusionOk="0" h="608965" w="630554">
                  <a:moveTo>
                    <a:pt x="630347" y="50878"/>
                  </a:moveTo>
                  <a:lnTo>
                    <a:pt x="593699" y="50878"/>
                  </a:lnTo>
                  <a:lnTo>
                    <a:pt x="593699" y="237071"/>
                  </a:lnTo>
                  <a:lnTo>
                    <a:pt x="36648" y="558695"/>
                  </a:lnTo>
                  <a:lnTo>
                    <a:pt x="109941" y="558695"/>
                  </a:lnTo>
                  <a:lnTo>
                    <a:pt x="626850" y="260253"/>
                  </a:lnTo>
                  <a:lnTo>
                    <a:pt x="630347" y="254201"/>
                  </a:lnTo>
                  <a:lnTo>
                    <a:pt x="630347" y="50878"/>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Arial"/>
                <a:ea typeface="Arial"/>
                <a:cs typeface="Arial"/>
                <a:sym typeface="Arial"/>
              </a:endParaRPr>
            </a:p>
          </p:txBody>
        </p:sp>
        <p:sp>
          <p:nvSpPr>
            <p:cNvPr id="1056" name="Google Shape;1056;p32"/>
            <p:cNvSpPr/>
            <p:nvPr/>
          </p:nvSpPr>
          <p:spPr>
            <a:xfrm>
              <a:off x="8996584" y="6371073"/>
              <a:ext cx="198120" cy="342900"/>
            </a:xfrm>
            <a:custGeom>
              <a:rect b="b" l="l" r="r" t="t"/>
              <a:pathLst>
                <a:path extrusionOk="0" h="342900" w="198120">
                  <a:moveTo>
                    <a:pt x="0" y="0"/>
                  </a:moveTo>
                  <a:lnTo>
                    <a:pt x="0" y="228516"/>
                  </a:lnTo>
                  <a:lnTo>
                    <a:pt x="197899" y="342774"/>
                  </a:lnTo>
                  <a:lnTo>
                    <a:pt x="197899" y="114258"/>
                  </a:lnTo>
                  <a:lnTo>
                    <a:pt x="0"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Arial"/>
                <a:ea typeface="Arial"/>
                <a:cs typeface="Arial"/>
                <a:sym typeface="Arial"/>
              </a:endParaRPr>
            </a:p>
          </p:txBody>
        </p:sp>
        <p:sp>
          <p:nvSpPr>
            <p:cNvPr id="1057" name="Google Shape;1057;p32"/>
            <p:cNvSpPr/>
            <p:nvPr/>
          </p:nvSpPr>
          <p:spPr>
            <a:xfrm>
              <a:off x="8978262" y="6351927"/>
              <a:ext cx="234950" cy="380365"/>
            </a:xfrm>
            <a:custGeom>
              <a:rect b="b" l="l" r="r" t="t"/>
              <a:pathLst>
                <a:path extrusionOk="0" h="380365" w="234950">
                  <a:moveTo>
                    <a:pt x="21821" y="0"/>
                  </a:moveTo>
                  <a:lnTo>
                    <a:pt x="14826" y="0"/>
                  </a:lnTo>
                  <a:lnTo>
                    <a:pt x="3497" y="6544"/>
                  </a:lnTo>
                  <a:lnTo>
                    <a:pt x="0" y="12606"/>
                  </a:lnTo>
                  <a:lnTo>
                    <a:pt x="0" y="254212"/>
                  </a:lnTo>
                  <a:lnTo>
                    <a:pt x="3497" y="260264"/>
                  </a:lnTo>
                  <a:lnTo>
                    <a:pt x="209888" y="379433"/>
                  </a:lnTo>
                  <a:lnTo>
                    <a:pt x="213061" y="380250"/>
                  </a:lnTo>
                  <a:lnTo>
                    <a:pt x="219375" y="380250"/>
                  </a:lnTo>
                  <a:lnTo>
                    <a:pt x="222548" y="379433"/>
                  </a:lnTo>
                  <a:lnTo>
                    <a:pt x="231040" y="374522"/>
                  </a:lnTo>
                  <a:lnTo>
                    <a:pt x="234537" y="368470"/>
                  </a:lnTo>
                  <a:lnTo>
                    <a:pt x="234537" y="330188"/>
                  </a:lnTo>
                  <a:lnTo>
                    <a:pt x="197889" y="330188"/>
                  </a:lnTo>
                  <a:lnTo>
                    <a:pt x="36648" y="237081"/>
                  </a:lnTo>
                  <a:lnTo>
                    <a:pt x="36648" y="50888"/>
                  </a:lnTo>
                  <a:lnTo>
                    <a:pt x="109947" y="50888"/>
                  </a:lnTo>
                  <a:lnTo>
                    <a:pt x="21821" y="0"/>
                  </a:lnTo>
                  <a:close/>
                </a:path>
                <a:path extrusionOk="0" h="380365" w="234950">
                  <a:moveTo>
                    <a:pt x="109947" y="50888"/>
                  </a:moveTo>
                  <a:lnTo>
                    <a:pt x="36648" y="50888"/>
                  </a:lnTo>
                  <a:lnTo>
                    <a:pt x="197889" y="143985"/>
                  </a:lnTo>
                  <a:lnTo>
                    <a:pt x="197889" y="330188"/>
                  </a:lnTo>
                  <a:lnTo>
                    <a:pt x="234537" y="330188"/>
                  </a:lnTo>
                  <a:lnTo>
                    <a:pt x="234537" y="126865"/>
                  </a:lnTo>
                  <a:lnTo>
                    <a:pt x="231040" y="120813"/>
                  </a:lnTo>
                  <a:lnTo>
                    <a:pt x="109947" y="50888"/>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Arial"/>
                <a:ea typeface="Arial"/>
                <a:cs typeface="Arial"/>
                <a:sym typeface="Arial"/>
              </a:endParaRPr>
            </a:p>
          </p:txBody>
        </p:sp>
      </p:grpSp>
      <p:pic>
        <p:nvPicPr>
          <p:cNvPr id="1058" name="Google Shape;1058;p32"/>
          <p:cNvPicPr preferRelativeResize="0"/>
          <p:nvPr/>
        </p:nvPicPr>
        <p:blipFill rotWithShape="1">
          <a:blip r:embed="rId2">
            <a:alphaModFix/>
          </a:blip>
          <a:srcRect b="0" l="0" r="0" t="0"/>
          <a:stretch/>
        </p:blipFill>
        <p:spPr>
          <a:xfrm>
            <a:off x="8439003" y="4352274"/>
            <a:ext cx="389777" cy="514799"/>
          </a:xfrm>
          <a:prstGeom prst="rect">
            <a:avLst/>
          </a:prstGeom>
          <a:noFill/>
          <a:ln>
            <a:noFill/>
          </a:ln>
        </p:spPr>
      </p:pic>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lored BG Yellow">
  <p:cSld name="Colored BG Yellow">
    <p:bg>
      <p:bgPr>
        <a:solidFill>
          <a:schemeClr val="accent5"/>
        </a:solidFill>
      </p:bgPr>
    </p:bg>
    <p:spTree>
      <p:nvGrpSpPr>
        <p:cNvPr id="1059" name="Shape 1059"/>
        <p:cNvGrpSpPr/>
        <p:nvPr/>
      </p:nvGrpSpPr>
      <p:grpSpPr>
        <a:xfrm>
          <a:off x="0" y="0"/>
          <a:ext cx="0" cy="0"/>
          <a:chOff x="0" y="0"/>
          <a:chExt cx="0" cy="0"/>
        </a:xfrm>
      </p:grpSpPr>
      <p:sp>
        <p:nvSpPr>
          <p:cNvPr id="1060" name="Google Shape;1060;p33"/>
          <p:cNvSpPr txBox="1"/>
          <p:nvPr>
            <p:ph type="title"/>
          </p:nvPr>
        </p:nvSpPr>
        <p:spPr>
          <a:xfrm>
            <a:off x="452425" y="351725"/>
            <a:ext cx="6777600" cy="344700"/>
          </a:xfrm>
          <a:prstGeom prst="rect">
            <a:avLst/>
          </a:prstGeom>
          <a:noFill/>
          <a:ln>
            <a:noFill/>
          </a:ln>
        </p:spPr>
        <p:txBody>
          <a:bodyPr anchorCtr="0" anchor="t" bIns="0" lIns="0" spcFirstLastPara="1" rIns="0" wrap="square" tIns="0">
            <a:noAutofit/>
          </a:bodyPr>
          <a:lstStyle>
            <a:lvl1pPr lvl="0" marR="0" rtl="0" algn="l">
              <a:lnSpc>
                <a:spcPct val="80000"/>
              </a:lnSpc>
              <a:spcBef>
                <a:spcPts val="0"/>
              </a:spcBef>
              <a:spcAft>
                <a:spcPts val="0"/>
              </a:spcAft>
              <a:buClr>
                <a:srgbClr val="000000"/>
              </a:buClr>
              <a:buSzPts val="2800"/>
              <a:buFont typeface="Proxima Nova"/>
              <a:buNone/>
              <a:defRPr b="1" i="0" sz="2800" u="none" cap="none" strike="noStrike">
                <a:solidFill>
                  <a:schemeClr val="dk1"/>
                </a:solidFill>
                <a:latin typeface="Proxima Nova"/>
                <a:ea typeface="Proxima Nova"/>
                <a:cs typeface="Proxima Nova"/>
                <a:sym typeface="Proxima Nova"/>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1061" name="Google Shape;1061;p33"/>
          <p:cNvSpPr/>
          <p:nvPr/>
        </p:nvSpPr>
        <p:spPr>
          <a:xfrm>
            <a:off x="452437" y="728934"/>
            <a:ext cx="571782" cy="76276"/>
          </a:xfrm>
          <a:custGeom>
            <a:rect b="b" l="l" r="r" t="t"/>
            <a:pathLst>
              <a:path extrusionOk="0" h="167639" w="1256664">
                <a:moveTo>
                  <a:pt x="1256506" y="0"/>
                </a:moveTo>
                <a:lnTo>
                  <a:pt x="0" y="0"/>
                </a:lnTo>
                <a:lnTo>
                  <a:pt x="0" y="167534"/>
                </a:lnTo>
                <a:lnTo>
                  <a:pt x="1256506" y="167534"/>
                </a:lnTo>
                <a:lnTo>
                  <a:pt x="1256506" y="0"/>
                </a:lnTo>
                <a:close/>
              </a:path>
            </a:pathLst>
          </a:custGeom>
          <a:solidFill>
            <a:schemeClr val="accent1"/>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chemeClr val="dk1"/>
              </a:solidFill>
              <a:latin typeface="Calibri"/>
              <a:ea typeface="Calibri"/>
              <a:cs typeface="Calibri"/>
              <a:sym typeface="Calibri"/>
            </a:endParaRPr>
          </a:p>
        </p:txBody>
      </p:sp>
      <p:grpSp>
        <p:nvGrpSpPr>
          <p:cNvPr id="1062" name="Google Shape;1062;p33"/>
          <p:cNvGrpSpPr/>
          <p:nvPr/>
        </p:nvGrpSpPr>
        <p:grpSpPr>
          <a:xfrm rot="10800000">
            <a:off x="8431321" y="660002"/>
            <a:ext cx="440109" cy="381787"/>
            <a:chOff x="10297594" y="731834"/>
            <a:chExt cx="828675" cy="723218"/>
          </a:xfrm>
        </p:grpSpPr>
        <p:sp>
          <p:nvSpPr>
            <p:cNvPr id="1063" name="Google Shape;1063;p33"/>
            <p:cNvSpPr/>
            <p:nvPr/>
          </p:nvSpPr>
          <p:spPr>
            <a:xfrm>
              <a:off x="10315915" y="750975"/>
              <a:ext cx="791845" cy="457200"/>
            </a:xfrm>
            <a:custGeom>
              <a:rect b="b" l="l" r="r" t="t"/>
              <a:pathLst>
                <a:path extrusionOk="0" h="457200" w="791845">
                  <a:moveTo>
                    <a:pt x="197899" y="0"/>
                  </a:moveTo>
                  <a:lnTo>
                    <a:pt x="0" y="114258"/>
                  </a:lnTo>
                  <a:lnTo>
                    <a:pt x="593699" y="457033"/>
                  </a:lnTo>
                  <a:lnTo>
                    <a:pt x="791598" y="342774"/>
                  </a:lnTo>
                  <a:lnTo>
                    <a:pt x="197899"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Arial"/>
                <a:ea typeface="Arial"/>
                <a:cs typeface="Arial"/>
                <a:sym typeface="Arial"/>
              </a:endParaRPr>
            </a:p>
          </p:txBody>
        </p:sp>
        <p:sp>
          <p:nvSpPr>
            <p:cNvPr id="1064" name="Google Shape;1064;p33"/>
            <p:cNvSpPr/>
            <p:nvPr/>
          </p:nvSpPr>
          <p:spPr>
            <a:xfrm>
              <a:off x="10297594" y="731834"/>
              <a:ext cx="828675" cy="494665"/>
            </a:xfrm>
            <a:custGeom>
              <a:rect b="b" l="l" r="r" t="t"/>
              <a:pathLst>
                <a:path extrusionOk="0" h="494665" w="828675">
                  <a:moveTo>
                    <a:pt x="219710" y="0"/>
                  </a:moveTo>
                  <a:lnTo>
                    <a:pt x="212716" y="0"/>
                  </a:lnTo>
                  <a:lnTo>
                    <a:pt x="3497" y="120802"/>
                  </a:lnTo>
                  <a:lnTo>
                    <a:pt x="0" y="126854"/>
                  </a:lnTo>
                  <a:lnTo>
                    <a:pt x="0" y="139943"/>
                  </a:lnTo>
                  <a:lnTo>
                    <a:pt x="3497" y="145995"/>
                  </a:lnTo>
                  <a:lnTo>
                    <a:pt x="605698" y="493681"/>
                  </a:lnTo>
                  <a:lnTo>
                    <a:pt x="608861" y="494498"/>
                  </a:lnTo>
                  <a:lnTo>
                    <a:pt x="615185" y="494498"/>
                  </a:lnTo>
                  <a:lnTo>
                    <a:pt x="618358" y="493681"/>
                  </a:lnTo>
                  <a:lnTo>
                    <a:pt x="685329" y="455012"/>
                  </a:lnTo>
                  <a:lnTo>
                    <a:pt x="612023" y="455012"/>
                  </a:lnTo>
                  <a:lnTo>
                    <a:pt x="54972" y="133399"/>
                  </a:lnTo>
                  <a:lnTo>
                    <a:pt x="216213" y="40291"/>
                  </a:lnTo>
                  <a:lnTo>
                    <a:pt x="289498" y="40291"/>
                  </a:lnTo>
                  <a:lnTo>
                    <a:pt x="219710" y="0"/>
                  </a:lnTo>
                  <a:close/>
                </a:path>
                <a:path extrusionOk="0" h="494665" w="828675">
                  <a:moveTo>
                    <a:pt x="289498" y="40291"/>
                  </a:moveTo>
                  <a:lnTo>
                    <a:pt x="216213" y="40291"/>
                  </a:lnTo>
                  <a:lnTo>
                    <a:pt x="773274" y="361915"/>
                  </a:lnTo>
                  <a:lnTo>
                    <a:pt x="612023" y="455012"/>
                  </a:lnTo>
                  <a:lnTo>
                    <a:pt x="685329" y="455012"/>
                  </a:lnTo>
                  <a:lnTo>
                    <a:pt x="824749" y="374512"/>
                  </a:lnTo>
                  <a:lnTo>
                    <a:pt x="828247" y="368459"/>
                  </a:lnTo>
                  <a:lnTo>
                    <a:pt x="828247" y="355371"/>
                  </a:lnTo>
                  <a:lnTo>
                    <a:pt x="824749" y="349319"/>
                  </a:lnTo>
                  <a:lnTo>
                    <a:pt x="289498" y="40291"/>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Arial"/>
                <a:ea typeface="Arial"/>
                <a:cs typeface="Arial"/>
                <a:sym typeface="Arial"/>
              </a:endParaRPr>
            </a:p>
          </p:txBody>
        </p:sp>
        <p:sp>
          <p:nvSpPr>
            <p:cNvPr id="1065" name="Google Shape;1065;p33"/>
            <p:cNvSpPr/>
            <p:nvPr/>
          </p:nvSpPr>
          <p:spPr>
            <a:xfrm>
              <a:off x="10315915" y="865233"/>
              <a:ext cx="593725" cy="571500"/>
            </a:xfrm>
            <a:custGeom>
              <a:rect b="b" l="l" r="r" t="t"/>
              <a:pathLst>
                <a:path extrusionOk="0" h="571500" w="593725">
                  <a:moveTo>
                    <a:pt x="0" y="0"/>
                  </a:moveTo>
                  <a:lnTo>
                    <a:pt x="0" y="228516"/>
                  </a:lnTo>
                  <a:lnTo>
                    <a:pt x="593699" y="571291"/>
                  </a:lnTo>
                  <a:lnTo>
                    <a:pt x="593699" y="342774"/>
                  </a:lnTo>
                  <a:lnTo>
                    <a:pt x="0" y="0"/>
                  </a:lnTo>
                  <a:close/>
                </a:path>
              </a:pathLst>
            </a:custGeom>
            <a:solidFill>
              <a:schemeClr val="accent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Arial"/>
                <a:ea typeface="Arial"/>
                <a:cs typeface="Arial"/>
                <a:sym typeface="Arial"/>
              </a:endParaRPr>
            </a:p>
          </p:txBody>
        </p:sp>
        <p:sp>
          <p:nvSpPr>
            <p:cNvPr id="1066" name="Google Shape;1066;p33"/>
            <p:cNvSpPr/>
            <p:nvPr/>
          </p:nvSpPr>
          <p:spPr>
            <a:xfrm>
              <a:off x="10297594" y="846087"/>
              <a:ext cx="630554" cy="608965"/>
            </a:xfrm>
            <a:custGeom>
              <a:rect b="b" l="l" r="r" t="t"/>
              <a:pathLst>
                <a:path extrusionOk="0" h="608965" w="630554">
                  <a:moveTo>
                    <a:pt x="21821" y="0"/>
                  </a:moveTo>
                  <a:lnTo>
                    <a:pt x="14826" y="0"/>
                  </a:lnTo>
                  <a:lnTo>
                    <a:pt x="3497" y="6544"/>
                  </a:lnTo>
                  <a:lnTo>
                    <a:pt x="0" y="12606"/>
                  </a:lnTo>
                  <a:lnTo>
                    <a:pt x="0" y="254201"/>
                  </a:lnTo>
                  <a:lnTo>
                    <a:pt x="3497" y="260253"/>
                  </a:lnTo>
                  <a:lnTo>
                    <a:pt x="605698" y="607939"/>
                  </a:lnTo>
                  <a:lnTo>
                    <a:pt x="608861" y="608756"/>
                  </a:lnTo>
                  <a:lnTo>
                    <a:pt x="615185" y="608756"/>
                  </a:lnTo>
                  <a:lnTo>
                    <a:pt x="618358" y="607939"/>
                  </a:lnTo>
                  <a:lnTo>
                    <a:pt x="626850" y="603028"/>
                  </a:lnTo>
                  <a:lnTo>
                    <a:pt x="630347" y="596976"/>
                  </a:lnTo>
                  <a:lnTo>
                    <a:pt x="630347" y="558695"/>
                  </a:lnTo>
                  <a:lnTo>
                    <a:pt x="593699" y="558695"/>
                  </a:lnTo>
                  <a:lnTo>
                    <a:pt x="36648" y="237081"/>
                  </a:lnTo>
                  <a:lnTo>
                    <a:pt x="36648" y="50888"/>
                  </a:lnTo>
                  <a:lnTo>
                    <a:pt x="109961" y="50888"/>
                  </a:lnTo>
                  <a:lnTo>
                    <a:pt x="21821" y="0"/>
                  </a:lnTo>
                  <a:close/>
                </a:path>
                <a:path extrusionOk="0" h="608965" w="630554">
                  <a:moveTo>
                    <a:pt x="109961" y="50888"/>
                  </a:moveTo>
                  <a:lnTo>
                    <a:pt x="36648" y="50888"/>
                  </a:lnTo>
                  <a:lnTo>
                    <a:pt x="593699" y="372501"/>
                  </a:lnTo>
                  <a:lnTo>
                    <a:pt x="593699" y="558695"/>
                  </a:lnTo>
                  <a:lnTo>
                    <a:pt x="630347" y="558695"/>
                  </a:lnTo>
                  <a:lnTo>
                    <a:pt x="630347" y="355371"/>
                  </a:lnTo>
                  <a:lnTo>
                    <a:pt x="626850" y="349319"/>
                  </a:lnTo>
                  <a:lnTo>
                    <a:pt x="109961" y="50888"/>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Arial"/>
                <a:ea typeface="Arial"/>
                <a:cs typeface="Arial"/>
                <a:sym typeface="Arial"/>
              </a:endParaRPr>
            </a:p>
          </p:txBody>
        </p:sp>
        <p:sp>
          <p:nvSpPr>
            <p:cNvPr id="1067" name="Google Shape;1067;p33"/>
            <p:cNvSpPr/>
            <p:nvPr/>
          </p:nvSpPr>
          <p:spPr>
            <a:xfrm>
              <a:off x="10909615" y="1093748"/>
              <a:ext cx="198120" cy="342900"/>
            </a:xfrm>
            <a:custGeom>
              <a:rect b="b" l="l" r="r" t="t"/>
              <a:pathLst>
                <a:path extrusionOk="0" h="342900" w="198120">
                  <a:moveTo>
                    <a:pt x="197899" y="0"/>
                  </a:moveTo>
                  <a:lnTo>
                    <a:pt x="0" y="114258"/>
                  </a:lnTo>
                  <a:lnTo>
                    <a:pt x="0" y="342774"/>
                  </a:lnTo>
                  <a:lnTo>
                    <a:pt x="197899" y="228516"/>
                  </a:lnTo>
                  <a:lnTo>
                    <a:pt x="197899"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Arial"/>
                <a:ea typeface="Arial"/>
                <a:cs typeface="Arial"/>
                <a:sym typeface="Arial"/>
              </a:endParaRPr>
            </a:p>
          </p:txBody>
        </p:sp>
        <p:sp>
          <p:nvSpPr>
            <p:cNvPr id="1068" name="Google Shape;1068;p33"/>
            <p:cNvSpPr/>
            <p:nvPr/>
          </p:nvSpPr>
          <p:spPr>
            <a:xfrm>
              <a:off x="10891296" y="1074610"/>
              <a:ext cx="234950" cy="380365"/>
            </a:xfrm>
            <a:custGeom>
              <a:rect b="b" l="l" r="r" t="t"/>
              <a:pathLst>
                <a:path extrusionOk="0" h="380365" w="234950">
                  <a:moveTo>
                    <a:pt x="219710" y="0"/>
                  </a:moveTo>
                  <a:lnTo>
                    <a:pt x="212716" y="0"/>
                  </a:lnTo>
                  <a:lnTo>
                    <a:pt x="3497" y="120802"/>
                  </a:lnTo>
                  <a:lnTo>
                    <a:pt x="0" y="126854"/>
                  </a:lnTo>
                  <a:lnTo>
                    <a:pt x="0" y="368449"/>
                  </a:lnTo>
                  <a:lnTo>
                    <a:pt x="3497" y="374512"/>
                  </a:lnTo>
                  <a:lnTo>
                    <a:pt x="11999" y="379412"/>
                  </a:lnTo>
                  <a:lnTo>
                    <a:pt x="15161" y="380229"/>
                  </a:lnTo>
                  <a:lnTo>
                    <a:pt x="21486" y="380229"/>
                  </a:lnTo>
                  <a:lnTo>
                    <a:pt x="24648" y="379412"/>
                  </a:lnTo>
                  <a:lnTo>
                    <a:pt x="109943" y="330167"/>
                  </a:lnTo>
                  <a:lnTo>
                    <a:pt x="36648" y="330167"/>
                  </a:lnTo>
                  <a:lnTo>
                    <a:pt x="36648" y="143974"/>
                  </a:lnTo>
                  <a:lnTo>
                    <a:pt x="197889" y="50878"/>
                  </a:lnTo>
                  <a:lnTo>
                    <a:pt x="234537" y="50878"/>
                  </a:lnTo>
                  <a:lnTo>
                    <a:pt x="234537" y="12596"/>
                  </a:lnTo>
                  <a:lnTo>
                    <a:pt x="231040" y="6544"/>
                  </a:lnTo>
                  <a:lnTo>
                    <a:pt x="219710" y="0"/>
                  </a:lnTo>
                  <a:close/>
                </a:path>
                <a:path extrusionOk="0" h="380365" w="234950">
                  <a:moveTo>
                    <a:pt x="234537" y="50878"/>
                  </a:moveTo>
                  <a:lnTo>
                    <a:pt x="197889" y="50878"/>
                  </a:lnTo>
                  <a:lnTo>
                    <a:pt x="197889" y="237081"/>
                  </a:lnTo>
                  <a:lnTo>
                    <a:pt x="36648" y="330167"/>
                  </a:lnTo>
                  <a:lnTo>
                    <a:pt x="109943" y="330167"/>
                  </a:lnTo>
                  <a:lnTo>
                    <a:pt x="231040" y="260253"/>
                  </a:lnTo>
                  <a:lnTo>
                    <a:pt x="234537" y="254201"/>
                  </a:lnTo>
                  <a:lnTo>
                    <a:pt x="234537" y="50878"/>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Arial"/>
                <a:ea typeface="Arial"/>
                <a:cs typeface="Arial"/>
                <a:sym typeface="Arial"/>
              </a:endParaRPr>
            </a:p>
          </p:txBody>
        </p:sp>
      </p:grpSp>
      <p:grpSp>
        <p:nvGrpSpPr>
          <p:cNvPr id="1069" name="Google Shape;1069;p33"/>
          <p:cNvGrpSpPr/>
          <p:nvPr/>
        </p:nvGrpSpPr>
        <p:grpSpPr>
          <a:xfrm>
            <a:off x="8643681" y="298833"/>
            <a:ext cx="230047" cy="260715"/>
            <a:chOff x="15610653" y="5745872"/>
            <a:chExt cx="741848" cy="846751"/>
          </a:xfrm>
        </p:grpSpPr>
        <p:sp>
          <p:nvSpPr>
            <p:cNvPr id="1070" name="Google Shape;1070;p33"/>
            <p:cNvSpPr/>
            <p:nvPr/>
          </p:nvSpPr>
          <p:spPr>
            <a:xfrm>
              <a:off x="15642069" y="5777283"/>
              <a:ext cx="678815" cy="783590"/>
            </a:xfrm>
            <a:custGeom>
              <a:rect b="b" l="l" r="r" t="t"/>
              <a:pathLst>
                <a:path extrusionOk="0" h="783590" w="678815">
                  <a:moveTo>
                    <a:pt x="339256" y="0"/>
                  </a:moveTo>
                  <a:lnTo>
                    <a:pt x="0" y="195878"/>
                  </a:lnTo>
                  <a:lnTo>
                    <a:pt x="0" y="587615"/>
                  </a:lnTo>
                  <a:lnTo>
                    <a:pt x="339256" y="783483"/>
                  </a:lnTo>
                  <a:lnTo>
                    <a:pt x="678513" y="587615"/>
                  </a:lnTo>
                  <a:lnTo>
                    <a:pt x="678513" y="195878"/>
                  </a:lnTo>
                  <a:lnTo>
                    <a:pt x="339256"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1071" name="Google Shape;1071;p33"/>
            <p:cNvSpPr/>
            <p:nvPr/>
          </p:nvSpPr>
          <p:spPr>
            <a:xfrm>
              <a:off x="15610653" y="5745872"/>
              <a:ext cx="741680" cy="846454"/>
            </a:xfrm>
            <a:custGeom>
              <a:rect b="b" l="l" r="r" t="t"/>
              <a:pathLst>
                <a:path extrusionOk="0" h="846454" w="741680">
                  <a:moveTo>
                    <a:pt x="370669" y="0"/>
                  </a:moveTo>
                  <a:lnTo>
                    <a:pt x="15706" y="200085"/>
                  </a:lnTo>
                  <a:lnTo>
                    <a:pt x="0" y="227288"/>
                  </a:lnTo>
                  <a:lnTo>
                    <a:pt x="0" y="619025"/>
                  </a:lnTo>
                  <a:lnTo>
                    <a:pt x="359821" y="844914"/>
                  </a:lnTo>
                  <a:lnTo>
                    <a:pt x="365245" y="846306"/>
                  </a:lnTo>
                  <a:lnTo>
                    <a:pt x="376093" y="846306"/>
                  </a:lnTo>
                  <a:lnTo>
                    <a:pt x="381517" y="844914"/>
                  </a:lnTo>
                  <a:lnTo>
                    <a:pt x="496331" y="778622"/>
                  </a:lnTo>
                  <a:lnTo>
                    <a:pt x="370669" y="778622"/>
                  </a:lnTo>
                  <a:lnTo>
                    <a:pt x="62825" y="600890"/>
                  </a:lnTo>
                  <a:lnTo>
                    <a:pt x="62825" y="245424"/>
                  </a:lnTo>
                  <a:lnTo>
                    <a:pt x="370669" y="67691"/>
                  </a:lnTo>
                  <a:lnTo>
                    <a:pt x="496317" y="67691"/>
                  </a:lnTo>
                  <a:lnTo>
                    <a:pt x="386375" y="4217"/>
                  </a:lnTo>
                  <a:lnTo>
                    <a:pt x="378734" y="1054"/>
                  </a:lnTo>
                  <a:lnTo>
                    <a:pt x="370669" y="0"/>
                  </a:lnTo>
                  <a:close/>
                </a:path>
                <a:path extrusionOk="0" h="846454" w="741680">
                  <a:moveTo>
                    <a:pt x="496317" y="67691"/>
                  </a:moveTo>
                  <a:lnTo>
                    <a:pt x="370669" y="67691"/>
                  </a:lnTo>
                  <a:lnTo>
                    <a:pt x="678513" y="245424"/>
                  </a:lnTo>
                  <a:lnTo>
                    <a:pt x="678513" y="600890"/>
                  </a:lnTo>
                  <a:lnTo>
                    <a:pt x="370669" y="778622"/>
                  </a:lnTo>
                  <a:lnTo>
                    <a:pt x="496331" y="778622"/>
                  </a:lnTo>
                  <a:lnTo>
                    <a:pt x="725632" y="646229"/>
                  </a:lnTo>
                  <a:lnTo>
                    <a:pt x="741338" y="619025"/>
                  </a:lnTo>
                  <a:lnTo>
                    <a:pt x="741338" y="227288"/>
                  </a:lnTo>
                  <a:lnTo>
                    <a:pt x="740251" y="219092"/>
                  </a:lnTo>
                  <a:lnTo>
                    <a:pt x="737129" y="211582"/>
                  </a:lnTo>
                  <a:lnTo>
                    <a:pt x="732185" y="205125"/>
                  </a:lnTo>
                  <a:lnTo>
                    <a:pt x="725632" y="200085"/>
                  </a:lnTo>
                  <a:lnTo>
                    <a:pt x="496317" y="67691"/>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1072" name="Google Shape;1072;p33"/>
            <p:cNvSpPr/>
            <p:nvPr/>
          </p:nvSpPr>
          <p:spPr>
            <a:xfrm>
              <a:off x="15642066" y="5973158"/>
              <a:ext cx="339725" cy="588009"/>
            </a:xfrm>
            <a:custGeom>
              <a:rect b="b" l="l" r="r" t="t"/>
              <a:pathLst>
                <a:path extrusionOk="0" h="588009" w="339725">
                  <a:moveTo>
                    <a:pt x="0" y="0"/>
                  </a:moveTo>
                  <a:lnTo>
                    <a:pt x="0" y="391736"/>
                  </a:lnTo>
                  <a:lnTo>
                    <a:pt x="339256" y="587615"/>
                  </a:lnTo>
                  <a:lnTo>
                    <a:pt x="339256" y="195868"/>
                  </a:lnTo>
                  <a:lnTo>
                    <a:pt x="0"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1073" name="Google Shape;1073;p33"/>
            <p:cNvSpPr/>
            <p:nvPr/>
          </p:nvSpPr>
          <p:spPr>
            <a:xfrm>
              <a:off x="15610653" y="5941748"/>
              <a:ext cx="402590" cy="650875"/>
            </a:xfrm>
            <a:custGeom>
              <a:rect b="b" l="l" r="r" t="t"/>
              <a:pathLst>
                <a:path extrusionOk="0" h="650875" w="402590">
                  <a:moveTo>
                    <a:pt x="31412" y="0"/>
                  </a:moveTo>
                  <a:lnTo>
                    <a:pt x="1087" y="23215"/>
                  </a:lnTo>
                  <a:lnTo>
                    <a:pt x="0" y="31412"/>
                  </a:lnTo>
                  <a:lnTo>
                    <a:pt x="0" y="423149"/>
                  </a:lnTo>
                  <a:lnTo>
                    <a:pt x="359821" y="649037"/>
                  </a:lnTo>
                  <a:lnTo>
                    <a:pt x="365245" y="650430"/>
                  </a:lnTo>
                  <a:lnTo>
                    <a:pt x="376093" y="650430"/>
                  </a:lnTo>
                  <a:lnTo>
                    <a:pt x="402081" y="619017"/>
                  </a:lnTo>
                  <a:lnTo>
                    <a:pt x="402081" y="564611"/>
                  </a:lnTo>
                  <a:lnTo>
                    <a:pt x="339256" y="564611"/>
                  </a:lnTo>
                  <a:lnTo>
                    <a:pt x="62825" y="405013"/>
                  </a:lnTo>
                  <a:lnTo>
                    <a:pt x="62825" y="85819"/>
                  </a:lnTo>
                  <a:lnTo>
                    <a:pt x="188472" y="85819"/>
                  </a:lnTo>
                  <a:lnTo>
                    <a:pt x="47118" y="4209"/>
                  </a:lnTo>
                  <a:lnTo>
                    <a:pt x="39477" y="1052"/>
                  </a:lnTo>
                  <a:lnTo>
                    <a:pt x="31412" y="0"/>
                  </a:lnTo>
                  <a:close/>
                </a:path>
                <a:path extrusionOk="0" h="650875" w="402590">
                  <a:moveTo>
                    <a:pt x="188472" y="85819"/>
                  </a:moveTo>
                  <a:lnTo>
                    <a:pt x="62825" y="85819"/>
                  </a:lnTo>
                  <a:lnTo>
                    <a:pt x="339256" y="245416"/>
                  </a:lnTo>
                  <a:lnTo>
                    <a:pt x="339256" y="564611"/>
                  </a:lnTo>
                  <a:lnTo>
                    <a:pt x="402081" y="564611"/>
                  </a:lnTo>
                  <a:lnTo>
                    <a:pt x="402081" y="227281"/>
                  </a:lnTo>
                  <a:lnTo>
                    <a:pt x="400994" y="219084"/>
                  </a:lnTo>
                  <a:lnTo>
                    <a:pt x="397872" y="211574"/>
                  </a:lnTo>
                  <a:lnTo>
                    <a:pt x="392929" y="205117"/>
                  </a:lnTo>
                  <a:lnTo>
                    <a:pt x="386375" y="200077"/>
                  </a:lnTo>
                  <a:lnTo>
                    <a:pt x="188472" y="85819"/>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1074" name="Google Shape;1074;p33"/>
            <p:cNvSpPr/>
            <p:nvPr/>
          </p:nvSpPr>
          <p:spPr>
            <a:xfrm>
              <a:off x="15981323" y="5973161"/>
              <a:ext cx="339725" cy="588009"/>
            </a:xfrm>
            <a:custGeom>
              <a:rect b="b" l="l" r="r" t="t"/>
              <a:pathLst>
                <a:path extrusionOk="0" h="588009" w="339725">
                  <a:moveTo>
                    <a:pt x="339256" y="0"/>
                  </a:moveTo>
                  <a:lnTo>
                    <a:pt x="0" y="195868"/>
                  </a:lnTo>
                  <a:lnTo>
                    <a:pt x="0" y="587605"/>
                  </a:lnTo>
                  <a:lnTo>
                    <a:pt x="339256" y="391736"/>
                  </a:lnTo>
                  <a:lnTo>
                    <a:pt x="339256" y="0"/>
                  </a:lnTo>
                  <a:close/>
                </a:path>
              </a:pathLst>
            </a:custGeom>
            <a:solidFill>
              <a:schemeClr val="accent3"/>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1075" name="Google Shape;1075;p33"/>
            <p:cNvSpPr/>
            <p:nvPr/>
          </p:nvSpPr>
          <p:spPr>
            <a:xfrm>
              <a:off x="15949911" y="5941746"/>
              <a:ext cx="402590" cy="650875"/>
            </a:xfrm>
            <a:custGeom>
              <a:rect b="b" l="l" r="r" t="t"/>
              <a:pathLst>
                <a:path extrusionOk="0" h="650875" w="402590">
                  <a:moveTo>
                    <a:pt x="370669" y="0"/>
                  </a:moveTo>
                  <a:lnTo>
                    <a:pt x="15706" y="200077"/>
                  </a:lnTo>
                  <a:lnTo>
                    <a:pt x="0" y="227281"/>
                  </a:lnTo>
                  <a:lnTo>
                    <a:pt x="0" y="619017"/>
                  </a:lnTo>
                  <a:lnTo>
                    <a:pt x="25988" y="650430"/>
                  </a:lnTo>
                  <a:lnTo>
                    <a:pt x="36836" y="650430"/>
                  </a:lnTo>
                  <a:lnTo>
                    <a:pt x="42260" y="649027"/>
                  </a:lnTo>
                  <a:lnTo>
                    <a:pt x="188474" y="564611"/>
                  </a:lnTo>
                  <a:lnTo>
                    <a:pt x="62825" y="564611"/>
                  </a:lnTo>
                  <a:lnTo>
                    <a:pt x="62825" y="245416"/>
                  </a:lnTo>
                  <a:lnTo>
                    <a:pt x="339256" y="85819"/>
                  </a:lnTo>
                  <a:lnTo>
                    <a:pt x="402081" y="85819"/>
                  </a:lnTo>
                  <a:lnTo>
                    <a:pt x="402081" y="31412"/>
                  </a:lnTo>
                  <a:lnTo>
                    <a:pt x="378734" y="1052"/>
                  </a:lnTo>
                  <a:lnTo>
                    <a:pt x="370669" y="0"/>
                  </a:lnTo>
                  <a:close/>
                </a:path>
                <a:path extrusionOk="0" h="650875" w="402590">
                  <a:moveTo>
                    <a:pt x="402081" y="85819"/>
                  </a:moveTo>
                  <a:lnTo>
                    <a:pt x="339256" y="85819"/>
                  </a:lnTo>
                  <a:lnTo>
                    <a:pt x="339256" y="405013"/>
                  </a:lnTo>
                  <a:lnTo>
                    <a:pt x="62825" y="564611"/>
                  </a:lnTo>
                  <a:lnTo>
                    <a:pt x="188474" y="564611"/>
                  </a:lnTo>
                  <a:lnTo>
                    <a:pt x="386375" y="450352"/>
                  </a:lnTo>
                  <a:lnTo>
                    <a:pt x="392929" y="445313"/>
                  </a:lnTo>
                  <a:lnTo>
                    <a:pt x="397872" y="438855"/>
                  </a:lnTo>
                  <a:lnTo>
                    <a:pt x="400994" y="431346"/>
                  </a:lnTo>
                  <a:lnTo>
                    <a:pt x="402081" y="423149"/>
                  </a:lnTo>
                  <a:lnTo>
                    <a:pt x="402081" y="85819"/>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grpSp>
      <p:grpSp>
        <p:nvGrpSpPr>
          <p:cNvPr id="1076" name="Google Shape;1076;p33"/>
          <p:cNvGrpSpPr/>
          <p:nvPr/>
        </p:nvGrpSpPr>
        <p:grpSpPr>
          <a:xfrm>
            <a:off x="8027765" y="239995"/>
            <a:ext cx="440109" cy="381788"/>
            <a:chOff x="8978262" y="6009158"/>
            <a:chExt cx="828675" cy="723221"/>
          </a:xfrm>
        </p:grpSpPr>
        <p:sp>
          <p:nvSpPr>
            <p:cNvPr id="1077" name="Google Shape;1077;p33"/>
            <p:cNvSpPr/>
            <p:nvPr/>
          </p:nvSpPr>
          <p:spPr>
            <a:xfrm>
              <a:off x="8996584" y="6028300"/>
              <a:ext cx="791845" cy="457200"/>
            </a:xfrm>
            <a:custGeom>
              <a:rect b="b" l="l" r="r" t="t"/>
              <a:pathLst>
                <a:path extrusionOk="0" h="457200" w="791845">
                  <a:moveTo>
                    <a:pt x="593699" y="0"/>
                  </a:moveTo>
                  <a:lnTo>
                    <a:pt x="0" y="342774"/>
                  </a:lnTo>
                  <a:lnTo>
                    <a:pt x="197899" y="457033"/>
                  </a:lnTo>
                  <a:lnTo>
                    <a:pt x="791598" y="114258"/>
                  </a:lnTo>
                  <a:lnTo>
                    <a:pt x="593699"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Arial"/>
                <a:ea typeface="Arial"/>
                <a:cs typeface="Arial"/>
                <a:sym typeface="Arial"/>
              </a:endParaRPr>
            </a:p>
          </p:txBody>
        </p:sp>
        <p:sp>
          <p:nvSpPr>
            <p:cNvPr id="1078" name="Google Shape;1078;p33"/>
            <p:cNvSpPr/>
            <p:nvPr/>
          </p:nvSpPr>
          <p:spPr>
            <a:xfrm>
              <a:off x="8978262" y="6009158"/>
              <a:ext cx="828675" cy="494665"/>
            </a:xfrm>
            <a:custGeom>
              <a:rect b="b" l="l" r="r" t="t"/>
              <a:pathLst>
                <a:path extrusionOk="0" h="494665" w="828675">
                  <a:moveTo>
                    <a:pt x="615520" y="0"/>
                  </a:moveTo>
                  <a:lnTo>
                    <a:pt x="608525" y="0"/>
                  </a:lnTo>
                  <a:lnTo>
                    <a:pt x="3497" y="349319"/>
                  </a:lnTo>
                  <a:lnTo>
                    <a:pt x="0" y="355371"/>
                  </a:lnTo>
                  <a:lnTo>
                    <a:pt x="0" y="368459"/>
                  </a:lnTo>
                  <a:lnTo>
                    <a:pt x="3497" y="374512"/>
                  </a:lnTo>
                  <a:lnTo>
                    <a:pt x="209888" y="493681"/>
                  </a:lnTo>
                  <a:lnTo>
                    <a:pt x="213061" y="494498"/>
                  </a:lnTo>
                  <a:lnTo>
                    <a:pt x="219375" y="494498"/>
                  </a:lnTo>
                  <a:lnTo>
                    <a:pt x="222548" y="493681"/>
                  </a:lnTo>
                  <a:lnTo>
                    <a:pt x="289505" y="455022"/>
                  </a:lnTo>
                  <a:lnTo>
                    <a:pt x="216213" y="455022"/>
                  </a:lnTo>
                  <a:lnTo>
                    <a:pt x="54972" y="361915"/>
                  </a:lnTo>
                  <a:lnTo>
                    <a:pt x="612023" y="40291"/>
                  </a:lnTo>
                  <a:lnTo>
                    <a:pt x="685305" y="40291"/>
                  </a:lnTo>
                  <a:lnTo>
                    <a:pt x="615520" y="0"/>
                  </a:lnTo>
                  <a:close/>
                </a:path>
                <a:path extrusionOk="0" h="494665" w="828675">
                  <a:moveTo>
                    <a:pt x="685305" y="40291"/>
                  </a:moveTo>
                  <a:lnTo>
                    <a:pt x="612023" y="40291"/>
                  </a:lnTo>
                  <a:lnTo>
                    <a:pt x="773274" y="133399"/>
                  </a:lnTo>
                  <a:lnTo>
                    <a:pt x="216213" y="455022"/>
                  </a:lnTo>
                  <a:lnTo>
                    <a:pt x="289505" y="455022"/>
                  </a:lnTo>
                  <a:lnTo>
                    <a:pt x="824749" y="145995"/>
                  </a:lnTo>
                  <a:lnTo>
                    <a:pt x="828247" y="139943"/>
                  </a:lnTo>
                  <a:lnTo>
                    <a:pt x="828247" y="126854"/>
                  </a:lnTo>
                  <a:lnTo>
                    <a:pt x="824749" y="120802"/>
                  </a:lnTo>
                  <a:lnTo>
                    <a:pt x="685305" y="40291"/>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Arial"/>
                <a:ea typeface="Arial"/>
                <a:cs typeface="Arial"/>
                <a:sym typeface="Arial"/>
              </a:endParaRPr>
            </a:p>
          </p:txBody>
        </p:sp>
        <p:sp>
          <p:nvSpPr>
            <p:cNvPr id="1079" name="Google Shape;1079;p33"/>
            <p:cNvSpPr/>
            <p:nvPr/>
          </p:nvSpPr>
          <p:spPr>
            <a:xfrm>
              <a:off x="9194484" y="6142556"/>
              <a:ext cx="593725" cy="571500"/>
            </a:xfrm>
            <a:custGeom>
              <a:rect b="b" l="l" r="r" t="t"/>
              <a:pathLst>
                <a:path extrusionOk="0" h="571500" w="593725">
                  <a:moveTo>
                    <a:pt x="593699" y="0"/>
                  </a:moveTo>
                  <a:lnTo>
                    <a:pt x="0" y="342774"/>
                  </a:lnTo>
                  <a:lnTo>
                    <a:pt x="0" y="571291"/>
                  </a:lnTo>
                  <a:lnTo>
                    <a:pt x="593699" y="228516"/>
                  </a:lnTo>
                  <a:lnTo>
                    <a:pt x="593699" y="0"/>
                  </a:lnTo>
                  <a:close/>
                </a:path>
              </a:pathLst>
            </a:custGeom>
            <a:solidFill>
              <a:schemeClr val="accent1"/>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Arial"/>
                <a:ea typeface="Arial"/>
                <a:cs typeface="Arial"/>
                <a:sym typeface="Arial"/>
              </a:endParaRPr>
            </a:p>
          </p:txBody>
        </p:sp>
        <p:sp>
          <p:nvSpPr>
            <p:cNvPr id="1080" name="Google Shape;1080;p33"/>
            <p:cNvSpPr/>
            <p:nvPr/>
          </p:nvSpPr>
          <p:spPr>
            <a:xfrm>
              <a:off x="9176156" y="6123414"/>
              <a:ext cx="630554" cy="608965"/>
            </a:xfrm>
            <a:custGeom>
              <a:rect b="b" l="l" r="r" t="t"/>
              <a:pathLst>
                <a:path extrusionOk="0" h="608965" w="630554">
                  <a:moveTo>
                    <a:pt x="615520" y="0"/>
                  </a:moveTo>
                  <a:lnTo>
                    <a:pt x="608525" y="0"/>
                  </a:lnTo>
                  <a:lnTo>
                    <a:pt x="3497" y="349319"/>
                  </a:lnTo>
                  <a:lnTo>
                    <a:pt x="0" y="355371"/>
                  </a:lnTo>
                  <a:lnTo>
                    <a:pt x="0" y="596976"/>
                  </a:lnTo>
                  <a:lnTo>
                    <a:pt x="3497" y="603039"/>
                  </a:lnTo>
                  <a:lnTo>
                    <a:pt x="11999" y="607939"/>
                  </a:lnTo>
                  <a:lnTo>
                    <a:pt x="15161" y="608756"/>
                  </a:lnTo>
                  <a:lnTo>
                    <a:pt x="21486" y="608756"/>
                  </a:lnTo>
                  <a:lnTo>
                    <a:pt x="24648" y="607939"/>
                  </a:lnTo>
                  <a:lnTo>
                    <a:pt x="109941" y="558695"/>
                  </a:lnTo>
                  <a:lnTo>
                    <a:pt x="36648" y="558695"/>
                  </a:lnTo>
                  <a:lnTo>
                    <a:pt x="36648" y="372501"/>
                  </a:lnTo>
                  <a:lnTo>
                    <a:pt x="593699" y="50878"/>
                  </a:lnTo>
                  <a:lnTo>
                    <a:pt x="630347" y="50878"/>
                  </a:lnTo>
                  <a:lnTo>
                    <a:pt x="630347" y="12596"/>
                  </a:lnTo>
                  <a:lnTo>
                    <a:pt x="626850" y="6544"/>
                  </a:lnTo>
                  <a:lnTo>
                    <a:pt x="615520" y="0"/>
                  </a:lnTo>
                  <a:close/>
                </a:path>
                <a:path extrusionOk="0" h="608965" w="630554">
                  <a:moveTo>
                    <a:pt x="630347" y="50878"/>
                  </a:moveTo>
                  <a:lnTo>
                    <a:pt x="593699" y="50878"/>
                  </a:lnTo>
                  <a:lnTo>
                    <a:pt x="593699" y="237071"/>
                  </a:lnTo>
                  <a:lnTo>
                    <a:pt x="36648" y="558695"/>
                  </a:lnTo>
                  <a:lnTo>
                    <a:pt x="109941" y="558695"/>
                  </a:lnTo>
                  <a:lnTo>
                    <a:pt x="626850" y="260253"/>
                  </a:lnTo>
                  <a:lnTo>
                    <a:pt x="630347" y="254201"/>
                  </a:lnTo>
                  <a:lnTo>
                    <a:pt x="630347" y="50878"/>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Arial"/>
                <a:ea typeface="Arial"/>
                <a:cs typeface="Arial"/>
                <a:sym typeface="Arial"/>
              </a:endParaRPr>
            </a:p>
          </p:txBody>
        </p:sp>
        <p:sp>
          <p:nvSpPr>
            <p:cNvPr id="1081" name="Google Shape;1081;p33"/>
            <p:cNvSpPr/>
            <p:nvPr/>
          </p:nvSpPr>
          <p:spPr>
            <a:xfrm>
              <a:off x="8996584" y="6371073"/>
              <a:ext cx="198120" cy="342900"/>
            </a:xfrm>
            <a:custGeom>
              <a:rect b="b" l="l" r="r" t="t"/>
              <a:pathLst>
                <a:path extrusionOk="0" h="342900" w="198120">
                  <a:moveTo>
                    <a:pt x="0" y="0"/>
                  </a:moveTo>
                  <a:lnTo>
                    <a:pt x="0" y="228516"/>
                  </a:lnTo>
                  <a:lnTo>
                    <a:pt x="197899" y="342774"/>
                  </a:lnTo>
                  <a:lnTo>
                    <a:pt x="197899" y="114258"/>
                  </a:lnTo>
                  <a:lnTo>
                    <a:pt x="0"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Arial"/>
                <a:ea typeface="Arial"/>
                <a:cs typeface="Arial"/>
                <a:sym typeface="Arial"/>
              </a:endParaRPr>
            </a:p>
          </p:txBody>
        </p:sp>
        <p:sp>
          <p:nvSpPr>
            <p:cNvPr id="1082" name="Google Shape;1082;p33"/>
            <p:cNvSpPr/>
            <p:nvPr/>
          </p:nvSpPr>
          <p:spPr>
            <a:xfrm>
              <a:off x="8978262" y="6351927"/>
              <a:ext cx="234950" cy="380365"/>
            </a:xfrm>
            <a:custGeom>
              <a:rect b="b" l="l" r="r" t="t"/>
              <a:pathLst>
                <a:path extrusionOk="0" h="380365" w="234950">
                  <a:moveTo>
                    <a:pt x="21821" y="0"/>
                  </a:moveTo>
                  <a:lnTo>
                    <a:pt x="14826" y="0"/>
                  </a:lnTo>
                  <a:lnTo>
                    <a:pt x="3497" y="6544"/>
                  </a:lnTo>
                  <a:lnTo>
                    <a:pt x="0" y="12606"/>
                  </a:lnTo>
                  <a:lnTo>
                    <a:pt x="0" y="254212"/>
                  </a:lnTo>
                  <a:lnTo>
                    <a:pt x="3497" y="260264"/>
                  </a:lnTo>
                  <a:lnTo>
                    <a:pt x="209888" y="379433"/>
                  </a:lnTo>
                  <a:lnTo>
                    <a:pt x="213061" y="380250"/>
                  </a:lnTo>
                  <a:lnTo>
                    <a:pt x="219375" y="380250"/>
                  </a:lnTo>
                  <a:lnTo>
                    <a:pt x="222548" y="379433"/>
                  </a:lnTo>
                  <a:lnTo>
                    <a:pt x="231040" y="374522"/>
                  </a:lnTo>
                  <a:lnTo>
                    <a:pt x="234537" y="368470"/>
                  </a:lnTo>
                  <a:lnTo>
                    <a:pt x="234537" y="330188"/>
                  </a:lnTo>
                  <a:lnTo>
                    <a:pt x="197889" y="330188"/>
                  </a:lnTo>
                  <a:lnTo>
                    <a:pt x="36648" y="237081"/>
                  </a:lnTo>
                  <a:lnTo>
                    <a:pt x="36648" y="50888"/>
                  </a:lnTo>
                  <a:lnTo>
                    <a:pt x="109947" y="50888"/>
                  </a:lnTo>
                  <a:lnTo>
                    <a:pt x="21821" y="0"/>
                  </a:lnTo>
                  <a:close/>
                </a:path>
                <a:path extrusionOk="0" h="380365" w="234950">
                  <a:moveTo>
                    <a:pt x="109947" y="50888"/>
                  </a:moveTo>
                  <a:lnTo>
                    <a:pt x="36648" y="50888"/>
                  </a:lnTo>
                  <a:lnTo>
                    <a:pt x="197889" y="143985"/>
                  </a:lnTo>
                  <a:lnTo>
                    <a:pt x="197889" y="330188"/>
                  </a:lnTo>
                  <a:lnTo>
                    <a:pt x="234537" y="330188"/>
                  </a:lnTo>
                  <a:lnTo>
                    <a:pt x="234537" y="126865"/>
                  </a:lnTo>
                  <a:lnTo>
                    <a:pt x="231040" y="120813"/>
                  </a:lnTo>
                  <a:lnTo>
                    <a:pt x="109947" y="50888"/>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Arial"/>
                <a:ea typeface="Arial"/>
                <a:cs typeface="Arial"/>
                <a:sym typeface="Arial"/>
              </a:endParaRPr>
            </a:p>
          </p:txBody>
        </p:sp>
      </p:grpSp>
      <p:pic>
        <p:nvPicPr>
          <p:cNvPr id="1083" name="Google Shape;1083;p33"/>
          <p:cNvPicPr preferRelativeResize="0"/>
          <p:nvPr/>
        </p:nvPicPr>
        <p:blipFill rotWithShape="1">
          <a:blip r:embed="rId2">
            <a:alphaModFix/>
          </a:blip>
          <a:srcRect b="0" l="0" r="0" t="0"/>
          <a:stretch/>
        </p:blipFill>
        <p:spPr>
          <a:xfrm>
            <a:off x="8438996" y="4352261"/>
            <a:ext cx="389777" cy="514799"/>
          </a:xfrm>
          <a:prstGeom prst="rect">
            <a:avLst/>
          </a:prstGeom>
          <a:noFill/>
          <a:ln>
            <a:noFill/>
          </a:ln>
        </p:spPr>
      </p:pic>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p:cSld name="Thank you">
    <p:bg>
      <p:bgPr>
        <a:solidFill>
          <a:schemeClr val="accent1"/>
        </a:solidFill>
      </p:bgPr>
    </p:bg>
    <p:spTree>
      <p:nvGrpSpPr>
        <p:cNvPr id="1084" name="Shape 1084"/>
        <p:cNvGrpSpPr/>
        <p:nvPr/>
      </p:nvGrpSpPr>
      <p:grpSpPr>
        <a:xfrm>
          <a:off x="0" y="0"/>
          <a:ext cx="0" cy="0"/>
          <a:chOff x="0" y="0"/>
          <a:chExt cx="0" cy="0"/>
        </a:xfrm>
      </p:grpSpPr>
      <p:sp>
        <p:nvSpPr>
          <p:cNvPr id="1085" name="Google Shape;1085;p34"/>
          <p:cNvSpPr txBox="1"/>
          <p:nvPr/>
        </p:nvSpPr>
        <p:spPr>
          <a:xfrm>
            <a:off x="405461" y="2160750"/>
            <a:ext cx="4641300" cy="517200"/>
          </a:xfrm>
          <a:prstGeom prst="rect">
            <a:avLst/>
          </a:prstGeom>
          <a:noFill/>
          <a:ln>
            <a:noFill/>
          </a:ln>
        </p:spPr>
        <p:txBody>
          <a:bodyPr anchorCtr="0" anchor="t" bIns="0" lIns="0" spcFirstLastPara="1" rIns="0" wrap="square" tIns="0">
            <a:noAutofit/>
          </a:bodyPr>
          <a:lstStyle/>
          <a:p>
            <a:pPr indent="0" lvl="0" marL="0" marR="0" rtl="0" algn="l">
              <a:lnSpc>
                <a:spcPct val="80000"/>
              </a:lnSpc>
              <a:spcBef>
                <a:spcPts val="0"/>
              </a:spcBef>
              <a:spcAft>
                <a:spcPts val="0"/>
              </a:spcAft>
              <a:buClr>
                <a:srgbClr val="000000"/>
              </a:buClr>
              <a:buSzPts val="2800"/>
              <a:buFont typeface="Proxima Nova"/>
              <a:buNone/>
            </a:pPr>
            <a:r>
              <a:rPr b="1" i="0" lang="en-SG" sz="4200" u="none" cap="none" strike="noStrike">
                <a:solidFill>
                  <a:schemeClr val="lt1"/>
                </a:solidFill>
                <a:latin typeface="Proxima Nova"/>
                <a:ea typeface="Proxima Nova"/>
                <a:cs typeface="Proxima Nova"/>
                <a:sym typeface="Proxima Nova"/>
              </a:rPr>
              <a:t>Thank You.</a:t>
            </a:r>
            <a:endParaRPr/>
          </a:p>
        </p:txBody>
      </p:sp>
      <p:grpSp>
        <p:nvGrpSpPr>
          <p:cNvPr id="1086" name="Google Shape;1086;p34"/>
          <p:cNvGrpSpPr/>
          <p:nvPr/>
        </p:nvGrpSpPr>
        <p:grpSpPr>
          <a:xfrm>
            <a:off x="405461" y="4178456"/>
            <a:ext cx="1408194" cy="586894"/>
            <a:chOff x="6330565" y="4281104"/>
            <a:chExt cx="6586503" cy="2746345"/>
          </a:xfrm>
        </p:grpSpPr>
        <p:pic>
          <p:nvPicPr>
            <p:cNvPr id="1087" name="Google Shape;1087;p34"/>
            <p:cNvPicPr preferRelativeResize="0"/>
            <p:nvPr/>
          </p:nvPicPr>
          <p:blipFill rotWithShape="1">
            <a:blip r:embed="rId2">
              <a:alphaModFix/>
            </a:blip>
            <a:srcRect b="0" l="0" r="0" t="0"/>
            <a:stretch/>
          </p:blipFill>
          <p:spPr>
            <a:xfrm>
              <a:off x="6330565" y="4281104"/>
              <a:ext cx="2094181" cy="2746345"/>
            </a:xfrm>
            <a:prstGeom prst="rect">
              <a:avLst/>
            </a:prstGeom>
            <a:noFill/>
            <a:ln>
              <a:noFill/>
            </a:ln>
          </p:spPr>
        </p:pic>
        <p:grpSp>
          <p:nvGrpSpPr>
            <p:cNvPr id="1088" name="Google Shape;1088;p34"/>
            <p:cNvGrpSpPr/>
            <p:nvPr/>
          </p:nvGrpSpPr>
          <p:grpSpPr>
            <a:xfrm>
              <a:off x="8839696" y="5080949"/>
              <a:ext cx="4077372" cy="1146789"/>
              <a:chOff x="8839696" y="5080949"/>
              <a:chExt cx="4077372" cy="1146789"/>
            </a:xfrm>
          </p:grpSpPr>
          <p:sp>
            <p:nvSpPr>
              <p:cNvPr id="1089" name="Google Shape;1089;p34"/>
              <p:cNvSpPr/>
              <p:nvPr/>
            </p:nvSpPr>
            <p:spPr>
              <a:xfrm>
                <a:off x="8839696" y="5080958"/>
                <a:ext cx="954404" cy="476885"/>
              </a:xfrm>
              <a:custGeom>
                <a:rect b="b" l="l" r="r" t="t"/>
                <a:pathLst>
                  <a:path extrusionOk="0" h="476885" w="954404">
                    <a:moveTo>
                      <a:pt x="438010" y="112610"/>
                    </a:moveTo>
                    <a:lnTo>
                      <a:pt x="415213" y="78879"/>
                    </a:lnTo>
                    <a:lnTo>
                      <a:pt x="385152" y="48196"/>
                    </a:lnTo>
                    <a:lnTo>
                      <a:pt x="346875" y="23126"/>
                    </a:lnTo>
                    <a:lnTo>
                      <a:pt x="299415" y="6210"/>
                    </a:lnTo>
                    <a:lnTo>
                      <a:pt x="241808" y="0"/>
                    </a:lnTo>
                    <a:lnTo>
                      <a:pt x="192735" y="4432"/>
                    </a:lnTo>
                    <a:lnTo>
                      <a:pt x="147180" y="17322"/>
                    </a:lnTo>
                    <a:lnTo>
                      <a:pt x="106095" y="38074"/>
                    </a:lnTo>
                    <a:lnTo>
                      <a:pt x="70383" y="66065"/>
                    </a:lnTo>
                    <a:lnTo>
                      <a:pt x="40982" y="100685"/>
                    </a:lnTo>
                    <a:lnTo>
                      <a:pt x="18834" y="141351"/>
                    </a:lnTo>
                    <a:lnTo>
                      <a:pt x="4864" y="187439"/>
                    </a:lnTo>
                    <a:lnTo>
                      <a:pt x="0" y="238340"/>
                    </a:lnTo>
                    <a:lnTo>
                      <a:pt x="4864" y="289255"/>
                    </a:lnTo>
                    <a:lnTo>
                      <a:pt x="18834" y="335343"/>
                    </a:lnTo>
                    <a:lnTo>
                      <a:pt x="40982" y="375996"/>
                    </a:lnTo>
                    <a:lnTo>
                      <a:pt x="70383" y="410629"/>
                    </a:lnTo>
                    <a:lnTo>
                      <a:pt x="106095" y="438619"/>
                    </a:lnTo>
                    <a:lnTo>
                      <a:pt x="147180" y="459371"/>
                    </a:lnTo>
                    <a:lnTo>
                      <a:pt x="192735" y="472262"/>
                    </a:lnTo>
                    <a:lnTo>
                      <a:pt x="241808" y="476694"/>
                    </a:lnTo>
                    <a:lnTo>
                      <a:pt x="299351" y="470420"/>
                    </a:lnTo>
                    <a:lnTo>
                      <a:pt x="346684" y="453326"/>
                    </a:lnTo>
                    <a:lnTo>
                      <a:pt x="384860" y="428053"/>
                    </a:lnTo>
                    <a:lnTo>
                      <a:pt x="414947" y="397192"/>
                    </a:lnTo>
                    <a:lnTo>
                      <a:pt x="438010" y="363385"/>
                    </a:lnTo>
                    <a:lnTo>
                      <a:pt x="353720" y="322630"/>
                    </a:lnTo>
                    <a:lnTo>
                      <a:pt x="335254" y="349135"/>
                    </a:lnTo>
                    <a:lnTo>
                      <a:pt x="309676" y="370382"/>
                    </a:lnTo>
                    <a:lnTo>
                      <a:pt x="278130" y="384517"/>
                    </a:lnTo>
                    <a:lnTo>
                      <a:pt x="241808" y="389636"/>
                    </a:lnTo>
                    <a:lnTo>
                      <a:pt x="196367" y="382257"/>
                    </a:lnTo>
                    <a:lnTo>
                      <a:pt x="157568" y="361454"/>
                    </a:lnTo>
                    <a:lnTo>
                      <a:pt x="127393" y="329209"/>
                    </a:lnTo>
                    <a:lnTo>
                      <a:pt x="107823" y="287502"/>
                    </a:lnTo>
                    <a:lnTo>
                      <a:pt x="100863" y="238340"/>
                    </a:lnTo>
                    <a:lnTo>
                      <a:pt x="107823" y="189191"/>
                    </a:lnTo>
                    <a:lnTo>
                      <a:pt x="127393" y="147485"/>
                    </a:lnTo>
                    <a:lnTo>
                      <a:pt x="157568" y="115239"/>
                    </a:lnTo>
                    <a:lnTo>
                      <a:pt x="196367" y="94424"/>
                    </a:lnTo>
                    <a:lnTo>
                      <a:pt x="241808" y="87058"/>
                    </a:lnTo>
                    <a:lnTo>
                      <a:pt x="278130" y="92278"/>
                    </a:lnTo>
                    <a:lnTo>
                      <a:pt x="309676" y="106565"/>
                    </a:lnTo>
                    <a:lnTo>
                      <a:pt x="335254" y="127850"/>
                    </a:lnTo>
                    <a:lnTo>
                      <a:pt x="353720" y="154063"/>
                    </a:lnTo>
                    <a:lnTo>
                      <a:pt x="438010" y="112610"/>
                    </a:lnTo>
                    <a:close/>
                  </a:path>
                  <a:path extrusionOk="0" h="476885" w="954404">
                    <a:moveTo>
                      <a:pt x="954074" y="238340"/>
                    </a:moveTo>
                    <a:lnTo>
                      <a:pt x="949439" y="188239"/>
                    </a:lnTo>
                    <a:lnTo>
                      <a:pt x="936028" y="142519"/>
                    </a:lnTo>
                    <a:lnTo>
                      <a:pt x="914577" y="101904"/>
                    </a:lnTo>
                    <a:lnTo>
                      <a:pt x="902309" y="87045"/>
                    </a:lnTo>
                    <a:lnTo>
                      <a:pt x="885850" y="67106"/>
                    </a:lnTo>
                    <a:lnTo>
                      <a:pt x="853211" y="40919"/>
                    </a:lnTo>
                    <a:lnTo>
                      <a:pt x="853211" y="238340"/>
                    </a:lnTo>
                    <a:lnTo>
                      <a:pt x="846772" y="286981"/>
                    </a:lnTo>
                    <a:lnTo>
                      <a:pt x="828319" y="328612"/>
                    </a:lnTo>
                    <a:lnTo>
                      <a:pt x="799033" y="361061"/>
                    </a:lnTo>
                    <a:lnTo>
                      <a:pt x="760171" y="382130"/>
                    </a:lnTo>
                    <a:lnTo>
                      <a:pt x="712952" y="389648"/>
                    </a:lnTo>
                    <a:lnTo>
                      <a:pt x="665810" y="382130"/>
                    </a:lnTo>
                    <a:lnTo>
                      <a:pt x="627126" y="361061"/>
                    </a:lnTo>
                    <a:lnTo>
                      <a:pt x="598055" y="328612"/>
                    </a:lnTo>
                    <a:lnTo>
                      <a:pt x="579755" y="286981"/>
                    </a:lnTo>
                    <a:lnTo>
                      <a:pt x="573405" y="238340"/>
                    </a:lnTo>
                    <a:lnTo>
                      <a:pt x="579755" y="189445"/>
                    </a:lnTo>
                    <a:lnTo>
                      <a:pt x="598055" y="147777"/>
                    </a:lnTo>
                    <a:lnTo>
                      <a:pt x="627126" y="115430"/>
                    </a:lnTo>
                    <a:lnTo>
                      <a:pt x="665810" y="94488"/>
                    </a:lnTo>
                    <a:lnTo>
                      <a:pt x="712952" y="87045"/>
                    </a:lnTo>
                    <a:lnTo>
                      <a:pt x="760171" y="94488"/>
                    </a:lnTo>
                    <a:lnTo>
                      <a:pt x="799033" y="115430"/>
                    </a:lnTo>
                    <a:lnTo>
                      <a:pt x="828319" y="147777"/>
                    </a:lnTo>
                    <a:lnTo>
                      <a:pt x="846772" y="189445"/>
                    </a:lnTo>
                    <a:lnTo>
                      <a:pt x="853211" y="238340"/>
                    </a:lnTo>
                    <a:lnTo>
                      <a:pt x="853211" y="40919"/>
                    </a:lnTo>
                    <a:lnTo>
                      <a:pt x="850582" y="38798"/>
                    </a:lnTo>
                    <a:lnTo>
                      <a:pt x="809510" y="17716"/>
                    </a:lnTo>
                    <a:lnTo>
                      <a:pt x="763384" y="4546"/>
                    </a:lnTo>
                    <a:lnTo>
                      <a:pt x="712952" y="0"/>
                    </a:lnTo>
                    <a:lnTo>
                      <a:pt x="662762" y="4546"/>
                    </a:lnTo>
                    <a:lnTo>
                      <a:pt x="616813" y="17716"/>
                    </a:lnTo>
                    <a:lnTo>
                      <a:pt x="575868" y="38798"/>
                    </a:lnTo>
                    <a:lnTo>
                      <a:pt x="540677" y="67106"/>
                    </a:lnTo>
                    <a:lnTo>
                      <a:pt x="511987" y="101904"/>
                    </a:lnTo>
                    <a:lnTo>
                      <a:pt x="490575" y="142519"/>
                    </a:lnTo>
                    <a:lnTo>
                      <a:pt x="477177" y="188239"/>
                    </a:lnTo>
                    <a:lnTo>
                      <a:pt x="472541" y="238340"/>
                    </a:lnTo>
                    <a:lnTo>
                      <a:pt x="477177" y="288455"/>
                    </a:lnTo>
                    <a:lnTo>
                      <a:pt x="490575" y="334162"/>
                    </a:lnTo>
                    <a:lnTo>
                      <a:pt x="511987" y="374777"/>
                    </a:lnTo>
                    <a:lnTo>
                      <a:pt x="540677" y="409587"/>
                    </a:lnTo>
                    <a:lnTo>
                      <a:pt x="575868" y="437896"/>
                    </a:lnTo>
                    <a:lnTo>
                      <a:pt x="616813" y="458978"/>
                    </a:lnTo>
                    <a:lnTo>
                      <a:pt x="662762" y="472147"/>
                    </a:lnTo>
                    <a:lnTo>
                      <a:pt x="712952" y="476694"/>
                    </a:lnTo>
                    <a:lnTo>
                      <a:pt x="763384" y="472147"/>
                    </a:lnTo>
                    <a:lnTo>
                      <a:pt x="809510" y="458978"/>
                    </a:lnTo>
                    <a:lnTo>
                      <a:pt x="850582" y="437896"/>
                    </a:lnTo>
                    <a:lnTo>
                      <a:pt x="885850" y="409587"/>
                    </a:lnTo>
                    <a:lnTo>
                      <a:pt x="914577" y="374777"/>
                    </a:lnTo>
                    <a:lnTo>
                      <a:pt x="936028" y="334162"/>
                    </a:lnTo>
                    <a:lnTo>
                      <a:pt x="949439" y="288455"/>
                    </a:lnTo>
                    <a:lnTo>
                      <a:pt x="954074" y="23834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1090" name="Google Shape;1090;p34"/>
              <p:cNvSpPr/>
              <p:nvPr/>
            </p:nvSpPr>
            <p:spPr>
              <a:xfrm>
                <a:off x="9858015" y="5088557"/>
                <a:ext cx="412750" cy="461010"/>
              </a:xfrm>
              <a:custGeom>
                <a:rect b="b" l="l" r="r" t="t"/>
                <a:pathLst>
                  <a:path extrusionOk="0" h="461010" w="412750">
                    <a:moveTo>
                      <a:pt x="412448" y="0"/>
                    </a:moveTo>
                    <a:lnTo>
                      <a:pt x="314346" y="0"/>
                    </a:lnTo>
                    <a:lnTo>
                      <a:pt x="314346" y="298441"/>
                    </a:lnTo>
                    <a:lnTo>
                      <a:pt x="100866" y="0"/>
                    </a:lnTo>
                    <a:lnTo>
                      <a:pt x="0" y="0"/>
                    </a:lnTo>
                    <a:lnTo>
                      <a:pt x="0" y="460802"/>
                    </a:lnTo>
                    <a:lnTo>
                      <a:pt x="98101" y="460802"/>
                    </a:lnTo>
                    <a:lnTo>
                      <a:pt x="98101" y="151293"/>
                    </a:lnTo>
                    <a:lnTo>
                      <a:pt x="317791" y="460802"/>
                    </a:lnTo>
                    <a:lnTo>
                      <a:pt x="412448" y="460802"/>
                    </a:lnTo>
                    <a:lnTo>
                      <a:pt x="412448"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1091" name="Google Shape;1091;p34"/>
              <p:cNvSpPr/>
              <p:nvPr/>
            </p:nvSpPr>
            <p:spPr>
              <a:xfrm>
                <a:off x="10333596" y="5081645"/>
                <a:ext cx="380365" cy="476250"/>
              </a:xfrm>
              <a:custGeom>
                <a:rect b="b" l="l" r="r" t="t"/>
                <a:pathLst>
                  <a:path extrusionOk="0" h="476250" w="380365">
                    <a:moveTo>
                      <a:pt x="189983" y="0"/>
                    </a:moveTo>
                    <a:lnTo>
                      <a:pt x="130153" y="7079"/>
                    </a:lnTo>
                    <a:lnTo>
                      <a:pt x="81599" y="26794"/>
                    </a:lnTo>
                    <a:lnTo>
                      <a:pt x="45480" y="56854"/>
                    </a:lnTo>
                    <a:lnTo>
                      <a:pt x="22958" y="94974"/>
                    </a:lnTo>
                    <a:lnTo>
                      <a:pt x="15193" y="138864"/>
                    </a:lnTo>
                    <a:lnTo>
                      <a:pt x="25854" y="191392"/>
                    </a:lnTo>
                    <a:lnTo>
                      <a:pt x="54058" y="227968"/>
                    </a:lnTo>
                    <a:lnTo>
                      <a:pt x="94133" y="252373"/>
                    </a:lnTo>
                    <a:lnTo>
                      <a:pt x="140410" y="268387"/>
                    </a:lnTo>
                    <a:lnTo>
                      <a:pt x="187219" y="279792"/>
                    </a:lnTo>
                    <a:lnTo>
                      <a:pt x="224232" y="289359"/>
                    </a:lnTo>
                    <a:lnTo>
                      <a:pt x="253798" y="300869"/>
                    </a:lnTo>
                    <a:lnTo>
                      <a:pt x="273391" y="316523"/>
                    </a:lnTo>
                    <a:lnTo>
                      <a:pt x="280483" y="338523"/>
                    </a:lnTo>
                    <a:lnTo>
                      <a:pt x="275540" y="357693"/>
                    </a:lnTo>
                    <a:lnTo>
                      <a:pt x="260622" y="374272"/>
                    </a:lnTo>
                    <a:lnTo>
                      <a:pt x="235602" y="385929"/>
                    </a:lnTo>
                    <a:lnTo>
                      <a:pt x="200349" y="390333"/>
                    </a:lnTo>
                    <a:lnTo>
                      <a:pt x="155216" y="385379"/>
                    </a:lnTo>
                    <a:lnTo>
                      <a:pt x="115458" y="371940"/>
                    </a:lnTo>
                    <a:lnTo>
                      <a:pt x="81529" y="352154"/>
                    </a:lnTo>
                    <a:lnTo>
                      <a:pt x="53883" y="328157"/>
                    </a:lnTo>
                    <a:lnTo>
                      <a:pt x="0" y="402773"/>
                    </a:lnTo>
                    <a:lnTo>
                      <a:pt x="36470" y="432574"/>
                    </a:lnTo>
                    <a:lnTo>
                      <a:pt x="80909" y="455708"/>
                    </a:lnTo>
                    <a:lnTo>
                      <a:pt x="133769" y="470683"/>
                    </a:lnTo>
                    <a:lnTo>
                      <a:pt x="195501" y="476006"/>
                    </a:lnTo>
                    <a:lnTo>
                      <a:pt x="252347" y="470907"/>
                    </a:lnTo>
                    <a:lnTo>
                      <a:pt x="298598" y="456404"/>
                    </a:lnTo>
                    <a:lnTo>
                      <a:pt x="334370" y="433687"/>
                    </a:lnTo>
                    <a:lnTo>
                      <a:pt x="359779" y="403946"/>
                    </a:lnTo>
                    <a:lnTo>
                      <a:pt x="374939" y="368373"/>
                    </a:lnTo>
                    <a:lnTo>
                      <a:pt x="379967" y="328157"/>
                    </a:lnTo>
                    <a:lnTo>
                      <a:pt x="372451" y="283312"/>
                    </a:lnTo>
                    <a:lnTo>
                      <a:pt x="352077" y="249655"/>
                    </a:lnTo>
                    <a:lnTo>
                      <a:pt x="322107" y="225133"/>
                    </a:lnTo>
                    <a:lnTo>
                      <a:pt x="285805" y="207691"/>
                    </a:lnTo>
                    <a:lnTo>
                      <a:pt x="246432" y="195277"/>
                    </a:lnTo>
                    <a:lnTo>
                      <a:pt x="207250" y="185837"/>
                    </a:lnTo>
                    <a:lnTo>
                      <a:pt x="170453" y="176654"/>
                    </a:lnTo>
                    <a:lnTo>
                      <a:pt x="141362" y="166238"/>
                    </a:lnTo>
                    <a:lnTo>
                      <a:pt x="122244" y="152323"/>
                    </a:lnTo>
                    <a:lnTo>
                      <a:pt x="115368" y="132645"/>
                    </a:lnTo>
                    <a:lnTo>
                      <a:pt x="119728" y="113646"/>
                    </a:lnTo>
                    <a:lnTo>
                      <a:pt x="132638" y="98791"/>
                    </a:lnTo>
                    <a:lnTo>
                      <a:pt x="153839" y="89117"/>
                    </a:lnTo>
                    <a:lnTo>
                      <a:pt x="183072" y="85662"/>
                    </a:lnTo>
                    <a:lnTo>
                      <a:pt x="217390" y="88685"/>
                    </a:lnTo>
                    <a:lnTo>
                      <a:pt x="251900" y="97927"/>
                    </a:lnTo>
                    <a:lnTo>
                      <a:pt x="284985" y="113646"/>
                    </a:lnTo>
                    <a:lnTo>
                      <a:pt x="315027" y="136100"/>
                    </a:lnTo>
                    <a:lnTo>
                      <a:pt x="369601" y="64249"/>
                    </a:lnTo>
                    <a:lnTo>
                      <a:pt x="332601" y="36430"/>
                    </a:lnTo>
                    <a:lnTo>
                      <a:pt x="290158" y="16320"/>
                    </a:lnTo>
                    <a:lnTo>
                      <a:pt x="242533" y="4112"/>
                    </a:lnTo>
                    <a:lnTo>
                      <a:pt x="189983"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1092" name="Google Shape;1092;p34"/>
              <p:cNvSpPr/>
              <p:nvPr/>
            </p:nvSpPr>
            <p:spPr>
              <a:xfrm>
                <a:off x="10749546" y="5088552"/>
                <a:ext cx="367665" cy="461010"/>
              </a:xfrm>
              <a:custGeom>
                <a:rect b="b" l="l" r="r" t="t"/>
                <a:pathLst>
                  <a:path extrusionOk="0" h="461010" w="367665">
                    <a:moveTo>
                      <a:pt x="367538" y="0"/>
                    </a:moveTo>
                    <a:lnTo>
                      <a:pt x="0" y="0"/>
                    </a:lnTo>
                    <a:lnTo>
                      <a:pt x="0" y="86360"/>
                    </a:lnTo>
                    <a:lnTo>
                      <a:pt x="134721" y="86360"/>
                    </a:lnTo>
                    <a:lnTo>
                      <a:pt x="134721" y="461010"/>
                    </a:lnTo>
                    <a:lnTo>
                      <a:pt x="233514" y="461010"/>
                    </a:lnTo>
                    <a:lnTo>
                      <a:pt x="233514" y="86360"/>
                    </a:lnTo>
                    <a:lnTo>
                      <a:pt x="367538" y="86360"/>
                    </a:lnTo>
                    <a:lnTo>
                      <a:pt x="367538"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1093" name="Google Shape;1093;p34"/>
              <p:cNvSpPr/>
              <p:nvPr/>
            </p:nvSpPr>
            <p:spPr>
              <a:xfrm>
                <a:off x="11169994" y="5088557"/>
                <a:ext cx="373379" cy="461010"/>
              </a:xfrm>
              <a:custGeom>
                <a:rect b="b" l="l" r="r" t="t"/>
                <a:pathLst>
                  <a:path extrusionOk="0" h="461010" w="373379">
                    <a:moveTo>
                      <a:pt x="215543" y="0"/>
                    </a:moveTo>
                    <a:lnTo>
                      <a:pt x="0" y="0"/>
                    </a:lnTo>
                    <a:lnTo>
                      <a:pt x="0" y="460802"/>
                    </a:lnTo>
                    <a:lnTo>
                      <a:pt x="98101" y="460802"/>
                    </a:lnTo>
                    <a:lnTo>
                      <a:pt x="98101" y="295687"/>
                    </a:lnTo>
                    <a:lnTo>
                      <a:pt x="275557" y="295687"/>
                    </a:lnTo>
                    <a:lnTo>
                      <a:pt x="269436" y="285321"/>
                    </a:lnTo>
                    <a:lnTo>
                      <a:pt x="306179" y="270455"/>
                    </a:lnTo>
                    <a:lnTo>
                      <a:pt x="338521" y="243092"/>
                    </a:lnTo>
                    <a:lnTo>
                      <a:pt x="356556" y="211396"/>
                    </a:lnTo>
                    <a:lnTo>
                      <a:pt x="98101" y="211396"/>
                    </a:lnTo>
                    <a:lnTo>
                      <a:pt x="98101" y="84280"/>
                    </a:lnTo>
                    <a:lnTo>
                      <a:pt x="355678" y="84280"/>
                    </a:lnTo>
                    <a:lnTo>
                      <a:pt x="343483" y="59241"/>
                    </a:lnTo>
                    <a:lnTo>
                      <a:pt x="311502" y="27611"/>
                    </a:lnTo>
                    <a:lnTo>
                      <a:pt x="268513" y="7223"/>
                    </a:lnTo>
                    <a:lnTo>
                      <a:pt x="215543" y="0"/>
                    </a:lnTo>
                    <a:close/>
                  </a:path>
                  <a:path extrusionOk="0" h="461010" w="373379">
                    <a:moveTo>
                      <a:pt x="275557" y="295687"/>
                    </a:moveTo>
                    <a:lnTo>
                      <a:pt x="169952" y="295687"/>
                    </a:lnTo>
                    <a:lnTo>
                      <a:pt x="260452" y="460802"/>
                    </a:lnTo>
                    <a:lnTo>
                      <a:pt x="373056" y="460802"/>
                    </a:lnTo>
                    <a:lnTo>
                      <a:pt x="275557" y="295687"/>
                    </a:lnTo>
                    <a:close/>
                  </a:path>
                  <a:path extrusionOk="0" h="461010" w="373379">
                    <a:moveTo>
                      <a:pt x="355678" y="84280"/>
                    </a:moveTo>
                    <a:lnTo>
                      <a:pt x="201040" y="84280"/>
                    </a:lnTo>
                    <a:lnTo>
                      <a:pt x="228445" y="88770"/>
                    </a:lnTo>
                    <a:lnTo>
                      <a:pt x="250348" y="101550"/>
                    </a:lnTo>
                    <a:lnTo>
                      <a:pt x="264869" y="121585"/>
                    </a:lnTo>
                    <a:lnTo>
                      <a:pt x="270127" y="147838"/>
                    </a:lnTo>
                    <a:lnTo>
                      <a:pt x="264869" y="174091"/>
                    </a:lnTo>
                    <a:lnTo>
                      <a:pt x="250348" y="194126"/>
                    </a:lnTo>
                    <a:lnTo>
                      <a:pt x="228445" y="206906"/>
                    </a:lnTo>
                    <a:lnTo>
                      <a:pt x="201040" y="211396"/>
                    </a:lnTo>
                    <a:lnTo>
                      <a:pt x="356556" y="211396"/>
                    </a:lnTo>
                    <a:lnTo>
                      <a:pt x="361536" y="202645"/>
                    </a:lnTo>
                    <a:lnTo>
                      <a:pt x="370302" y="148529"/>
                    </a:lnTo>
                    <a:lnTo>
                      <a:pt x="363426" y="100188"/>
                    </a:lnTo>
                    <a:lnTo>
                      <a:pt x="355678" y="8428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1094" name="Google Shape;1094;p34"/>
              <p:cNvSpPr/>
              <p:nvPr/>
            </p:nvSpPr>
            <p:spPr>
              <a:xfrm>
                <a:off x="11602463" y="5088552"/>
                <a:ext cx="412115" cy="469264"/>
              </a:xfrm>
              <a:custGeom>
                <a:rect b="b" l="l" r="r" t="t"/>
                <a:pathLst>
                  <a:path extrusionOk="0" h="469264" w="412115">
                    <a:moveTo>
                      <a:pt x="411746" y="0"/>
                    </a:moveTo>
                    <a:lnTo>
                      <a:pt x="312262" y="0"/>
                    </a:lnTo>
                    <a:lnTo>
                      <a:pt x="312262" y="273583"/>
                    </a:lnTo>
                    <a:lnTo>
                      <a:pt x="305656" y="317634"/>
                    </a:lnTo>
                    <a:lnTo>
                      <a:pt x="285838" y="351905"/>
                    </a:lnTo>
                    <a:lnTo>
                      <a:pt x="252808" y="374129"/>
                    </a:lnTo>
                    <a:lnTo>
                      <a:pt x="206569" y="382040"/>
                    </a:lnTo>
                    <a:lnTo>
                      <a:pt x="159525" y="374129"/>
                    </a:lnTo>
                    <a:lnTo>
                      <a:pt x="126082" y="351905"/>
                    </a:lnTo>
                    <a:lnTo>
                      <a:pt x="106111" y="317634"/>
                    </a:lnTo>
                    <a:lnTo>
                      <a:pt x="99483" y="273583"/>
                    </a:lnTo>
                    <a:lnTo>
                      <a:pt x="99483" y="0"/>
                    </a:lnTo>
                    <a:lnTo>
                      <a:pt x="0" y="0"/>
                    </a:lnTo>
                    <a:lnTo>
                      <a:pt x="0" y="277038"/>
                    </a:lnTo>
                    <a:lnTo>
                      <a:pt x="4046" y="323350"/>
                    </a:lnTo>
                    <a:lnTo>
                      <a:pt x="16298" y="364660"/>
                    </a:lnTo>
                    <a:lnTo>
                      <a:pt x="36925" y="400193"/>
                    </a:lnTo>
                    <a:lnTo>
                      <a:pt x="66097" y="429177"/>
                    </a:lnTo>
                    <a:lnTo>
                      <a:pt x="103982" y="450838"/>
                    </a:lnTo>
                    <a:lnTo>
                      <a:pt x="150749" y="464402"/>
                    </a:lnTo>
                    <a:lnTo>
                      <a:pt x="206569" y="469095"/>
                    </a:lnTo>
                    <a:lnTo>
                      <a:pt x="261873" y="464436"/>
                    </a:lnTo>
                    <a:lnTo>
                      <a:pt x="308271" y="450943"/>
                    </a:lnTo>
                    <a:lnTo>
                      <a:pt x="345909" y="429340"/>
                    </a:lnTo>
                    <a:lnTo>
                      <a:pt x="374930" y="400354"/>
                    </a:lnTo>
                    <a:lnTo>
                      <a:pt x="395480" y="364710"/>
                    </a:lnTo>
                    <a:lnTo>
                      <a:pt x="407704" y="323132"/>
                    </a:lnTo>
                    <a:lnTo>
                      <a:pt x="411746" y="276347"/>
                    </a:lnTo>
                    <a:lnTo>
                      <a:pt x="411746"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1095" name="Google Shape;1095;p34"/>
              <p:cNvSpPr/>
              <p:nvPr/>
            </p:nvSpPr>
            <p:spPr>
              <a:xfrm>
                <a:off x="12075006" y="5080949"/>
                <a:ext cx="438150" cy="476885"/>
              </a:xfrm>
              <a:custGeom>
                <a:rect b="b" l="l" r="r" t="t"/>
                <a:pathLst>
                  <a:path extrusionOk="0" h="476885" w="438150">
                    <a:moveTo>
                      <a:pt x="241793" y="0"/>
                    </a:moveTo>
                    <a:lnTo>
                      <a:pt x="192728" y="4432"/>
                    </a:lnTo>
                    <a:lnTo>
                      <a:pt x="147183" y="17325"/>
                    </a:lnTo>
                    <a:lnTo>
                      <a:pt x="106090" y="38071"/>
                    </a:lnTo>
                    <a:lnTo>
                      <a:pt x="70381" y="66063"/>
                    </a:lnTo>
                    <a:lnTo>
                      <a:pt x="40986" y="100694"/>
                    </a:lnTo>
                    <a:lnTo>
                      <a:pt x="18836" y="141356"/>
                    </a:lnTo>
                    <a:lnTo>
                      <a:pt x="4864" y="187444"/>
                    </a:lnTo>
                    <a:lnTo>
                      <a:pt x="0" y="238348"/>
                    </a:lnTo>
                    <a:lnTo>
                      <a:pt x="4864" y="289253"/>
                    </a:lnTo>
                    <a:lnTo>
                      <a:pt x="18836" y="335340"/>
                    </a:lnTo>
                    <a:lnTo>
                      <a:pt x="40986" y="376003"/>
                    </a:lnTo>
                    <a:lnTo>
                      <a:pt x="70381" y="410634"/>
                    </a:lnTo>
                    <a:lnTo>
                      <a:pt x="106090" y="438626"/>
                    </a:lnTo>
                    <a:lnTo>
                      <a:pt x="147183" y="459372"/>
                    </a:lnTo>
                    <a:lnTo>
                      <a:pt x="192728" y="472264"/>
                    </a:lnTo>
                    <a:lnTo>
                      <a:pt x="241793" y="476697"/>
                    </a:lnTo>
                    <a:lnTo>
                      <a:pt x="299340" y="470419"/>
                    </a:lnTo>
                    <a:lnTo>
                      <a:pt x="346672" y="453330"/>
                    </a:lnTo>
                    <a:lnTo>
                      <a:pt x="384851" y="428050"/>
                    </a:lnTo>
                    <a:lnTo>
                      <a:pt x="414939" y="397197"/>
                    </a:lnTo>
                    <a:lnTo>
                      <a:pt x="437997" y="363392"/>
                    </a:lnTo>
                    <a:lnTo>
                      <a:pt x="353716" y="322639"/>
                    </a:lnTo>
                    <a:lnTo>
                      <a:pt x="335260" y="349134"/>
                    </a:lnTo>
                    <a:lnTo>
                      <a:pt x="309676" y="370386"/>
                    </a:lnTo>
                    <a:lnTo>
                      <a:pt x="278132" y="384515"/>
                    </a:lnTo>
                    <a:lnTo>
                      <a:pt x="241793" y="389642"/>
                    </a:lnTo>
                    <a:lnTo>
                      <a:pt x="196365" y="382264"/>
                    </a:lnTo>
                    <a:lnTo>
                      <a:pt x="157569" y="361455"/>
                    </a:lnTo>
                    <a:lnTo>
                      <a:pt x="127394" y="329207"/>
                    </a:lnTo>
                    <a:lnTo>
                      <a:pt x="107829" y="287508"/>
                    </a:lnTo>
                    <a:lnTo>
                      <a:pt x="100866" y="238348"/>
                    </a:lnTo>
                    <a:lnTo>
                      <a:pt x="107829" y="189189"/>
                    </a:lnTo>
                    <a:lnTo>
                      <a:pt x="127394" y="147490"/>
                    </a:lnTo>
                    <a:lnTo>
                      <a:pt x="157569" y="115241"/>
                    </a:lnTo>
                    <a:lnTo>
                      <a:pt x="196365" y="94433"/>
                    </a:lnTo>
                    <a:lnTo>
                      <a:pt x="241793" y="87054"/>
                    </a:lnTo>
                    <a:lnTo>
                      <a:pt x="278132" y="92279"/>
                    </a:lnTo>
                    <a:lnTo>
                      <a:pt x="309676" y="106571"/>
                    </a:lnTo>
                    <a:lnTo>
                      <a:pt x="335260" y="127858"/>
                    </a:lnTo>
                    <a:lnTo>
                      <a:pt x="353716" y="154068"/>
                    </a:lnTo>
                    <a:lnTo>
                      <a:pt x="437997" y="112614"/>
                    </a:lnTo>
                    <a:lnTo>
                      <a:pt x="415208" y="78884"/>
                    </a:lnTo>
                    <a:lnTo>
                      <a:pt x="385154" y="48203"/>
                    </a:lnTo>
                    <a:lnTo>
                      <a:pt x="346874" y="23126"/>
                    </a:lnTo>
                    <a:lnTo>
                      <a:pt x="299407" y="6207"/>
                    </a:lnTo>
                    <a:lnTo>
                      <a:pt x="241793"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1096" name="Google Shape;1096;p34"/>
              <p:cNvSpPr/>
              <p:nvPr/>
            </p:nvSpPr>
            <p:spPr>
              <a:xfrm>
                <a:off x="12549403" y="5088552"/>
                <a:ext cx="367665" cy="461010"/>
              </a:xfrm>
              <a:custGeom>
                <a:rect b="b" l="l" r="r" t="t"/>
                <a:pathLst>
                  <a:path extrusionOk="0" h="461010" w="367665">
                    <a:moveTo>
                      <a:pt x="367538" y="0"/>
                    </a:moveTo>
                    <a:lnTo>
                      <a:pt x="0" y="0"/>
                    </a:lnTo>
                    <a:lnTo>
                      <a:pt x="0" y="86360"/>
                    </a:lnTo>
                    <a:lnTo>
                      <a:pt x="134708" y="86360"/>
                    </a:lnTo>
                    <a:lnTo>
                      <a:pt x="134708" y="461010"/>
                    </a:lnTo>
                    <a:lnTo>
                      <a:pt x="233502" y="461010"/>
                    </a:lnTo>
                    <a:lnTo>
                      <a:pt x="233502" y="86360"/>
                    </a:lnTo>
                    <a:lnTo>
                      <a:pt x="367538" y="86360"/>
                    </a:lnTo>
                    <a:lnTo>
                      <a:pt x="367538"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1097" name="Google Shape;1097;p34"/>
              <p:cNvSpPr/>
              <p:nvPr/>
            </p:nvSpPr>
            <p:spPr>
              <a:xfrm>
                <a:off x="8861803" y="5757813"/>
                <a:ext cx="426720" cy="461010"/>
              </a:xfrm>
              <a:custGeom>
                <a:rect b="b" l="l" r="r" t="t"/>
                <a:pathLst>
                  <a:path extrusionOk="0" h="461010" w="426720">
                    <a:moveTo>
                      <a:pt x="181701" y="0"/>
                    </a:moveTo>
                    <a:lnTo>
                      <a:pt x="0" y="0"/>
                    </a:lnTo>
                    <a:lnTo>
                      <a:pt x="0" y="460802"/>
                    </a:lnTo>
                    <a:lnTo>
                      <a:pt x="181701" y="460802"/>
                    </a:lnTo>
                    <a:lnTo>
                      <a:pt x="233663" y="456613"/>
                    </a:lnTo>
                    <a:lnTo>
                      <a:pt x="280825" y="444384"/>
                    </a:lnTo>
                    <a:lnTo>
                      <a:pt x="322530" y="424626"/>
                    </a:lnTo>
                    <a:lnTo>
                      <a:pt x="358123" y="397849"/>
                    </a:lnTo>
                    <a:lnTo>
                      <a:pt x="378387" y="374449"/>
                    </a:lnTo>
                    <a:lnTo>
                      <a:pt x="98101" y="374449"/>
                    </a:lnTo>
                    <a:lnTo>
                      <a:pt x="98101" y="86363"/>
                    </a:lnTo>
                    <a:lnTo>
                      <a:pt x="378017" y="86363"/>
                    </a:lnTo>
                    <a:lnTo>
                      <a:pt x="358123" y="63303"/>
                    </a:lnTo>
                    <a:lnTo>
                      <a:pt x="322530" y="36397"/>
                    </a:lnTo>
                    <a:lnTo>
                      <a:pt x="280825" y="16527"/>
                    </a:lnTo>
                    <a:lnTo>
                      <a:pt x="233663" y="4219"/>
                    </a:lnTo>
                    <a:lnTo>
                      <a:pt x="181701" y="0"/>
                    </a:lnTo>
                    <a:close/>
                  </a:path>
                  <a:path extrusionOk="0" h="461010" w="426720">
                    <a:moveTo>
                      <a:pt x="378017" y="86363"/>
                    </a:moveTo>
                    <a:lnTo>
                      <a:pt x="181701" y="86363"/>
                    </a:lnTo>
                    <a:lnTo>
                      <a:pt x="233061" y="93554"/>
                    </a:lnTo>
                    <a:lnTo>
                      <a:pt x="273411" y="113710"/>
                    </a:lnTo>
                    <a:lnTo>
                      <a:pt x="302519" y="144709"/>
                    </a:lnTo>
                    <a:lnTo>
                      <a:pt x="320154" y="184428"/>
                    </a:lnTo>
                    <a:lnTo>
                      <a:pt x="326084" y="230746"/>
                    </a:lnTo>
                    <a:lnTo>
                      <a:pt x="319822" y="275671"/>
                    </a:lnTo>
                    <a:lnTo>
                      <a:pt x="301524" y="315056"/>
                    </a:lnTo>
                    <a:lnTo>
                      <a:pt x="271918" y="346350"/>
                    </a:lnTo>
                    <a:lnTo>
                      <a:pt x="231734" y="366999"/>
                    </a:lnTo>
                    <a:lnTo>
                      <a:pt x="181701" y="374449"/>
                    </a:lnTo>
                    <a:lnTo>
                      <a:pt x="378387" y="374449"/>
                    </a:lnTo>
                    <a:lnTo>
                      <a:pt x="386949" y="364562"/>
                    </a:lnTo>
                    <a:lnTo>
                      <a:pt x="408350" y="325276"/>
                    </a:lnTo>
                    <a:lnTo>
                      <a:pt x="421672" y="280501"/>
                    </a:lnTo>
                    <a:lnTo>
                      <a:pt x="426259" y="230746"/>
                    </a:lnTo>
                    <a:lnTo>
                      <a:pt x="421672" y="180965"/>
                    </a:lnTo>
                    <a:lnTo>
                      <a:pt x="408350" y="136113"/>
                    </a:lnTo>
                    <a:lnTo>
                      <a:pt x="386949" y="96717"/>
                    </a:lnTo>
                    <a:lnTo>
                      <a:pt x="378017" y="86363"/>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1098" name="Google Shape;1098;p34"/>
              <p:cNvSpPr/>
              <p:nvPr/>
            </p:nvSpPr>
            <p:spPr>
              <a:xfrm>
                <a:off x="9359212" y="5757814"/>
                <a:ext cx="98425" cy="461010"/>
              </a:xfrm>
              <a:custGeom>
                <a:rect b="b" l="l" r="r" t="t"/>
                <a:pathLst>
                  <a:path extrusionOk="0" h="461010" w="98425">
                    <a:moveTo>
                      <a:pt x="98101" y="0"/>
                    </a:moveTo>
                    <a:lnTo>
                      <a:pt x="0" y="0"/>
                    </a:lnTo>
                    <a:lnTo>
                      <a:pt x="0" y="460802"/>
                    </a:lnTo>
                    <a:lnTo>
                      <a:pt x="98101" y="460802"/>
                    </a:lnTo>
                    <a:lnTo>
                      <a:pt x="98101"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1099" name="Google Shape;1099;p34"/>
              <p:cNvSpPr/>
              <p:nvPr/>
            </p:nvSpPr>
            <p:spPr>
              <a:xfrm>
                <a:off x="9527975" y="5750218"/>
                <a:ext cx="441959" cy="477520"/>
              </a:xfrm>
              <a:custGeom>
                <a:rect b="b" l="l" r="r" t="t"/>
                <a:pathLst>
                  <a:path extrusionOk="0" h="477520" w="441959">
                    <a:moveTo>
                      <a:pt x="245259" y="0"/>
                    </a:moveTo>
                    <a:lnTo>
                      <a:pt x="196042" y="4262"/>
                    </a:lnTo>
                    <a:lnTo>
                      <a:pt x="150103" y="16742"/>
                    </a:lnTo>
                    <a:lnTo>
                      <a:pt x="108455" y="36978"/>
                    </a:lnTo>
                    <a:lnTo>
                      <a:pt x="72110" y="64508"/>
                    </a:lnTo>
                    <a:lnTo>
                      <a:pt x="42080" y="98872"/>
                    </a:lnTo>
                    <a:lnTo>
                      <a:pt x="19377" y="139607"/>
                    </a:lnTo>
                    <a:lnTo>
                      <a:pt x="5012" y="186253"/>
                    </a:lnTo>
                    <a:lnTo>
                      <a:pt x="0" y="238348"/>
                    </a:lnTo>
                    <a:lnTo>
                      <a:pt x="5012" y="290272"/>
                    </a:lnTo>
                    <a:lnTo>
                      <a:pt x="19377" y="336901"/>
                    </a:lnTo>
                    <a:lnTo>
                      <a:pt x="42080" y="377735"/>
                    </a:lnTo>
                    <a:lnTo>
                      <a:pt x="72110" y="412271"/>
                    </a:lnTo>
                    <a:lnTo>
                      <a:pt x="108455" y="440006"/>
                    </a:lnTo>
                    <a:lnTo>
                      <a:pt x="150103" y="460439"/>
                    </a:lnTo>
                    <a:lnTo>
                      <a:pt x="196042" y="473067"/>
                    </a:lnTo>
                    <a:lnTo>
                      <a:pt x="245259" y="477388"/>
                    </a:lnTo>
                    <a:lnTo>
                      <a:pt x="304579" y="471170"/>
                    </a:lnTo>
                    <a:lnTo>
                      <a:pt x="357096" y="453552"/>
                    </a:lnTo>
                    <a:lnTo>
                      <a:pt x="402745" y="426089"/>
                    </a:lnTo>
                    <a:lnTo>
                      <a:pt x="441462" y="390333"/>
                    </a:lnTo>
                    <a:lnTo>
                      <a:pt x="441462" y="214171"/>
                    </a:lnTo>
                    <a:lnTo>
                      <a:pt x="221773" y="214171"/>
                    </a:lnTo>
                    <a:lnTo>
                      <a:pt x="221773" y="298451"/>
                    </a:lnTo>
                    <a:lnTo>
                      <a:pt x="344743" y="298451"/>
                    </a:lnTo>
                    <a:lnTo>
                      <a:pt x="344743" y="354408"/>
                    </a:lnTo>
                    <a:lnTo>
                      <a:pt x="326675" y="367493"/>
                    </a:lnTo>
                    <a:lnTo>
                      <a:pt x="303294" y="378763"/>
                    </a:lnTo>
                    <a:lnTo>
                      <a:pt x="275767" y="386663"/>
                    </a:lnTo>
                    <a:lnTo>
                      <a:pt x="245259" y="389642"/>
                    </a:lnTo>
                    <a:lnTo>
                      <a:pt x="198140" y="382264"/>
                    </a:lnTo>
                    <a:lnTo>
                      <a:pt x="158318" y="361455"/>
                    </a:lnTo>
                    <a:lnTo>
                      <a:pt x="127615" y="329207"/>
                    </a:lnTo>
                    <a:lnTo>
                      <a:pt x="107857" y="287508"/>
                    </a:lnTo>
                    <a:lnTo>
                      <a:pt x="100866" y="238348"/>
                    </a:lnTo>
                    <a:lnTo>
                      <a:pt x="107857" y="189184"/>
                    </a:lnTo>
                    <a:lnTo>
                      <a:pt x="127615" y="147481"/>
                    </a:lnTo>
                    <a:lnTo>
                      <a:pt x="158318" y="115231"/>
                    </a:lnTo>
                    <a:lnTo>
                      <a:pt x="198140" y="94422"/>
                    </a:lnTo>
                    <a:lnTo>
                      <a:pt x="245259" y="87044"/>
                    </a:lnTo>
                    <a:lnTo>
                      <a:pt x="279702" y="91547"/>
                    </a:lnTo>
                    <a:lnTo>
                      <a:pt x="309938" y="103888"/>
                    </a:lnTo>
                    <a:lnTo>
                      <a:pt x="335124" y="122317"/>
                    </a:lnTo>
                    <a:lnTo>
                      <a:pt x="354418" y="145084"/>
                    </a:lnTo>
                    <a:lnTo>
                      <a:pt x="435934" y="100866"/>
                    </a:lnTo>
                    <a:lnTo>
                      <a:pt x="411726" y="69419"/>
                    </a:lnTo>
                    <a:lnTo>
                      <a:pt x="381052" y="41785"/>
                    </a:lnTo>
                    <a:lnTo>
                      <a:pt x="343415" y="19787"/>
                    </a:lnTo>
                    <a:lnTo>
                      <a:pt x="298316" y="5250"/>
                    </a:lnTo>
                    <a:lnTo>
                      <a:pt x="245259"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1100" name="Google Shape;1100;p34"/>
              <p:cNvSpPr/>
              <p:nvPr/>
            </p:nvSpPr>
            <p:spPr>
              <a:xfrm>
                <a:off x="10054405" y="5757814"/>
                <a:ext cx="98425" cy="461010"/>
              </a:xfrm>
              <a:custGeom>
                <a:rect b="b" l="l" r="r" t="t"/>
                <a:pathLst>
                  <a:path extrusionOk="0" h="461010" w="98425">
                    <a:moveTo>
                      <a:pt x="98101" y="0"/>
                    </a:moveTo>
                    <a:lnTo>
                      <a:pt x="0" y="0"/>
                    </a:lnTo>
                    <a:lnTo>
                      <a:pt x="0" y="460802"/>
                    </a:lnTo>
                    <a:lnTo>
                      <a:pt x="98101" y="460802"/>
                    </a:lnTo>
                    <a:lnTo>
                      <a:pt x="98101"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1101" name="Google Shape;1101;p34"/>
              <p:cNvSpPr/>
              <p:nvPr/>
            </p:nvSpPr>
            <p:spPr>
              <a:xfrm>
                <a:off x="10204577" y="5757817"/>
                <a:ext cx="811529" cy="461010"/>
              </a:xfrm>
              <a:custGeom>
                <a:rect b="b" l="l" r="r" t="t"/>
                <a:pathLst>
                  <a:path extrusionOk="0" h="461010" w="811529">
                    <a:moveTo>
                      <a:pt x="367538" y="0"/>
                    </a:moveTo>
                    <a:lnTo>
                      <a:pt x="0" y="0"/>
                    </a:lnTo>
                    <a:lnTo>
                      <a:pt x="0" y="86360"/>
                    </a:lnTo>
                    <a:lnTo>
                      <a:pt x="134721" y="86360"/>
                    </a:lnTo>
                    <a:lnTo>
                      <a:pt x="134721" y="461010"/>
                    </a:lnTo>
                    <a:lnTo>
                      <a:pt x="233514" y="461010"/>
                    </a:lnTo>
                    <a:lnTo>
                      <a:pt x="233514" y="86360"/>
                    </a:lnTo>
                    <a:lnTo>
                      <a:pt x="367538" y="86360"/>
                    </a:lnTo>
                    <a:lnTo>
                      <a:pt x="367538" y="0"/>
                    </a:lnTo>
                    <a:close/>
                  </a:path>
                  <a:path extrusionOk="0" h="461010" w="811529">
                    <a:moveTo>
                      <a:pt x="811047" y="460806"/>
                    </a:moveTo>
                    <a:lnTo>
                      <a:pt x="780440" y="381355"/>
                    </a:lnTo>
                    <a:lnTo>
                      <a:pt x="747699" y="296379"/>
                    </a:lnTo>
                    <a:lnTo>
                      <a:pt x="666242" y="84975"/>
                    </a:lnTo>
                    <a:lnTo>
                      <a:pt x="648004" y="37655"/>
                    </a:lnTo>
                    <a:lnTo>
                      <a:pt x="648004" y="296379"/>
                    </a:lnTo>
                    <a:lnTo>
                      <a:pt x="495338" y="296379"/>
                    </a:lnTo>
                    <a:lnTo>
                      <a:pt x="572008" y="84975"/>
                    </a:lnTo>
                    <a:lnTo>
                      <a:pt x="648004" y="296379"/>
                    </a:lnTo>
                    <a:lnTo>
                      <a:pt x="648004" y="37655"/>
                    </a:lnTo>
                    <a:lnTo>
                      <a:pt x="633501" y="12"/>
                    </a:lnTo>
                    <a:lnTo>
                      <a:pt x="510540" y="12"/>
                    </a:lnTo>
                    <a:lnTo>
                      <a:pt x="332295" y="460806"/>
                    </a:lnTo>
                    <a:lnTo>
                      <a:pt x="440067" y="460806"/>
                    </a:lnTo>
                    <a:lnTo>
                      <a:pt x="469087" y="381355"/>
                    </a:lnTo>
                    <a:lnTo>
                      <a:pt x="674966" y="381355"/>
                    </a:lnTo>
                    <a:lnTo>
                      <a:pt x="703973" y="460806"/>
                    </a:lnTo>
                    <a:lnTo>
                      <a:pt x="811047" y="460806"/>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1102" name="Google Shape;1102;p34"/>
              <p:cNvSpPr/>
              <p:nvPr/>
            </p:nvSpPr>
            <p:spPr>
              <a:xfrm>
                <a:off x="11066742" y="5757830"/>
                <a:ext cx="293370" cy="461010"/>
              </a:xfrm>
              <a:custGeom>
                <a:rect b="b" l="l" r="r" t="t"/>
                <a:pathLst>
                  <a:path extrusionOk="0" h="461010" w="293370">
                    <a:moveTo>
                      <a:pt x="292925" y="374650"/>
                    </a:moveTo>
                    <a:lnTo>
                      <a:pt x="98107" y="374650"/>
                    </a:lnTo>
                    <a:lnTo>
                      <a:pt x="98107" y="0"/>
                    </a:lnTo>
                    <a:lnTo>
                      <a:pt x="0" y="0"/>
                    </a:lnTo>
                    <a:lnTo>
                      <a:pt x="0" y="374650"/>
                    </a:lnTo>
                    <a:lnTo>
                      <a:pt x="0" y="461010"/>
                    </a:lnTo>
                    <a:lnTo>
                      <a:pt x="292925" y="461010"/>
                    </a:lnTo>
                    <a:lnTo>
                      <a:pt x="292925" y="37465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grpSp>
      </p:gr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CUSTOM">
    <p:spTree>
      <p:nvGrpSpPr>
        <p:cNvPr id="1103" name="Shape 1103"/>
        <p:cNvGrpSpPr/>
        <p:nvPr/>
      </p:nvGrpSpPr>
      <p:grpSpPr>
        <a:xfrm>
          <a:off x="0" y="0"/>
          <a:ext cx="0" cy="0"/>
          <a:chOff x="0" y="0"/>
          <a:chExt cx="0" cy="0"/>
        </a:xfrm>
      </p:grpSpPr>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lored BG White - Logo top - No header line 1">
  <p:cSld name="Colored BG White - Logo top - No header line_1">
    <p:spTree>
      <p:nvGrpSpPr>
        <p:cNvPr id="1104" name="Shape 1104"/>
        <p:cNvGrpSpPr/>
        <p:nvPr/>
      </p:nvGrpSpPr>
      <p:grpSpPr>
        <a:xfrm>
          <a:off x="0" y="0"/>
          <a:ext cx="0" cy="0"/>
          <a:chOff x="0" y="0"/>
          <a:chExt cx="0" cy="0"/>
        </a:xfrm>
      </p:grpSpPr>
      <p:sp>
        <p:nvSpPr>
          <p:cNvPr id="1105" name="Google Shape;1105;p36"/>
          <p:cNvSpPr txBox="1"/>
          <p:nvPr>
            <p:ph type="title"/>
          </p:nvPr>
        </p:nvSpPr>
        <p:spPr>
          <a:xfrm>
            <a:off x="452425" y="351725"/>
            <a:ext cx="6777600" cy="344700"/>
          </a:xfrm>
          <a:prstGeom prst="rect">
            <a:avLst/>
          </a:prstGeom>
          <a:noFill/>
          <a:ln>
            <a:noFill/>
          </a:ln>
        </p:spPr>
        <p:txBody>
          <a:bodyPr anchorCtr="0" anchor="t" bIns="0" lIns="0" spcFirstLastPara="1" rIns="0" wrap="square" tIns="0">
            <a:noAutofit/>
          </a:bodyPr>
          <a:lstStyle>
            <a:lvl1pPr lvl="0" marR="0" rtl="0" algn="l">
              <a:lnSpc>
                <a:spcPct val="80000"/>
              </a:lnSpc>
              <a:spcBef>
                <a:spcPts val="0"/>
              </a:spcBef>
              <a:spcAft>
                <a:spcPts val="0"/>
              </a:spcAft>
              <a:buClr>
                <a:srgbClr val="000000"/>
              </a:buClr>
              <a:buSzPts val="2800"/>
              <a:buFont typeface="Proxima Nova"/>
              <a:buNone/>
              <a:defRPr b="1" i="0" sz="2800" u="none" cap="none" strike="noStrike">
                <a:solidFill>
                  <a:schemeClr val="dk1"/>
                </a:solidFill>
                <a:latin typeface="Proxima Nova"/>
                <a:ea typeface="Proxima Nova"/>
                <a:cs typeface="Proxima Nova"/>
                <a:sym typeface="Proxima Nova"/>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pic>
        <p:nvPicPr>
          <p:cNvPr id="1106" name="Google Shape;1106;p36"/>
          <p:cNvPicPr preferRelativeResize="0"/>
          <p:nvPr/>
        </p:nvPicPr>
        <p:blipFill>
          <a:blip r:embed="rId2">
            <a:alphaModFix/>
          </a:blip>
          <a:stretch>
            <a:fillRect/>
          </a:stretch>
        </p:blipFill>
        <p:spPr>
          <a:xfrm>
            <a:off x="8348263" y="257729"/>
            <a:ext cx="420473" cy="552274"/>
          </a:xfrm>
          <a:prstGeom prst="rect">
            <a:avLst/>
          </a:prstGeom>
          <a:noFill/>
          <a:ln>
            <a:noFill/>
          </a:ln>
        </p:spPr>
      </p:pic>
      <p:sp>
        <p:nvSpPr>
          <p:cNvPr id="1107" name="Google Shape;1107;p36"/>
          <p:cNvSpPr/>
          <p:nvPr/>
        </p:nvSpPr>
        <p:spPr>
          <a:xfrm>
            <a:off x="452437" y="728934"/>
            <a:ext cx="571782" cy="76276"/>
          </a:xfrm>
          <a:custGeom>
            <a:rect b="b" l="l" r="r" t="t"/>
            <a:pathLst>
              <a:path extrusionOk="0" h="167639" w="1256664">
                <a:moveTo>
                  <a:pt x="1256506" y="0"/>
                </a:moveTo>
                <a:lnTo>
                  <a:pt x="0" y="0"/>
                </a:lnTo>
                <a:lnTo>
                  <a:pt x="0" y="167534"/>
                </a:lnTo>
                <a:lnTo>
                  <a:pt x="1256506" y="167534"/>
                </a:lnTo>
                <a:lnTo>
                  <a:pt x="1256506" y="0"/>
                </a:lnTo>
                <a:close/>
              </a:path>
            </a:pathLst>
          </a:custGeom>
          <a:solidFill>
            <a:schemeClr val="accent1"/>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chemeClr val="dk1"/>
              </a:solidFill>
              <a:latin typeface="Calibri"/>
              <a:ea typeface="Calibri"/>
              <a:cs typeface="Calibri"/>
              <a:sym typeface="Calibri"/>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artial BG Yellow 2 2">
  <p:cSld name="Partial BG Yellow 2_2">
    <p:spTree>
      <p:nvGrpSpPr>
        <p:cNvPr id="1108" name="Shape 1108"/>
        <p:cNvGrpSpPr/>
        <p:nvPr/>
      </p:nvGrpSpPr>
      <p:grpSpPr>
        <a:xfrm>
          <a:off x="0" y="0"/>
          <a:ext cx="0" cy="0"/>
          <a:chOff x="0" y="0"/>
          <a:chExt cx="0" cy="0"/>
        </a:xfrm>
      </p:grpSpPr>
      <p:sp>
        <p:nvSpPr>
          <p:cNvPr id="1109" name="Google Shape;1109;p37"/>
          <p:cNvSpPr/>
          <p:nvPr/>
        </p:nvSpPr>
        <p:spPr>
          <a:xfrm>
            <a:off x="0" y="0"/>
            <a:ext cx="3319200" cy="5143500"/>
          </a:xfrm>
          <a:prstGeom prst="rect">
            <a:avLst/>
          </a:pr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artial BG Yellow 1 1">
  <p:cSld name="Partial BG Yellow 1_1">
    <p:spTree>
      <p:nvGrpSpPr>
        <p:cNvPr id="1110" name="Shape 1110"/>
        <p:cNvGrpSpPr/>
        <p:nvPr/>
      </p:nvGrpSpPr>
      <p:grpSpPr>
        <a:xfrm>
          <a:off x="0" y="0"/>
          <a:ext cx="0" cy="0"/>
          <a:chOff x="0" y="0"/>
          <a:chExt cx="0" cy="0"/>
        </a:xfrm>
      </p:grpSpPr>
      <p:sp>
        <p:nvSpPr>
          <p:cNvPr id="1111" name="Google Shape;1111;p38"/>
          <p:cNvSpPr/>
          <p:nvPr/>
        </p:nvSpPr>
        <p:spPr>
          <a:xfrm>
            <a:off x="0" y="0"/>
            <a:ext cx="3319200" cy="5143500"/>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2" name="Google Shape;1112;p38"/>
          <p:cNvSpPr txBox="1"/>
          <p:nvPr>
            <p:ph type="title"/>
          </p:nvPr>
        </p:nvSpPr>
        <p:spPr>
          <a:xfrm>
            <a:off x="460666" y="3679811"/>
            <a:ext cx="2826300" cy="541800"/>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Clr>
                <a:srgbClr val="000000"/>
              </a:buClr>
              <a:buSzPts val="1400"/>
              <a:buFont typeface="Arial"/>
              <a:buNone/>
              <a:defRPr b="1" i="0" sz="4400" u="none" cap="none" strike="noStrike">
                <a:solidFill>
                  <a:srgbClr val="000000"/>
                </a:solidFill>
                <a:latin typeface="Proxima Nova"/>
                <a:ea typeface="Proxima Nova"/>
                <a:cs typeface="Proxima Nova"/>
                <a:sym typeface="Proxima Nova"/>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grpSp>
        <p:nvGrpSpPr>
          <p:cNvPr id="1113" name="Google Shape;1113;p38"/>
          <p:cNvGrpSpPr/>
          <p:nvPr/>
        </p:nvGrpSpPr>
        <p:grpSpPr>
          <a:xfrm rot="10800000">
            <a:off x="8266193" y="347596"/>
            <a:ext cx="582973" cy="508784"/>
            <a:chOff x="10297594" y="731834"/>
            <a:chExt cx="828675" cy="723218"/>
          </a:xfrm>
        </p:grpSpPr>
        <p:sp>
          <p:nvSpPr>
            <p:cNvPr id="1114" name="Google Shape;1114;p38"/>
            <p:cNvSpPr/>
            <p:nvPr/>
          </p:nvSpPr>
          <p:spPr>
            <a:xfrm>
              <a:off x="10315915" y="750975"/>
              <a:ext cx="791845" cy="457200"/>
            </a:xfrm>
            <a:custGeom>
              <a:rect b="b" l="l" r="r" t="t"/>
              <a:pathLst>
                <a:path extrusionOk="0" h="457200" w="791845">
                  <a:moveTo>
                    <a:pt x="197899" y="0"/>
                  </a:moveTo>
                  <a:lnTo>
                    <a:pt x="0" y="114258"/>
                  </a:lnTo>
                  <a:lnTo>
                    <a:pt x="593699" y="457033"/>
                  </a:lnTo>
                  <a:lnTo>
                    <a:pt x="791598" y="342774"/>
                  </a:lnTo>
                  <a:lnTo>
                    <a:pt x="197899" y="0"/>
                  </a:lnTo>
                  <a:close/>
                </a:path>
              </a:pathLst>
            </a:custGeom>
            <a:solidFill>
              <a:srgbClr val="00852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Arial"/>
                <a:ea typeface="Arial"/>
                <a:cs typeface="Arial"/>
                <a:sym typeface="Arial"/>
              </a:endParaRPr>
            </a:p>
          </p:txBody>
        </p:sp>
        <p:sp>
          <p:nvSpPr>
            <p:cNvPr id="1115" name="Google Shape;1115;p38"/>
            <p:cNvSpPr/>
            <p:nvPr/>
          </p:nvSpPr>
          <p:spPr>
            <a:xfrm>
              <a:off x="10297594" y="731834"/>
              <a:ext cx="828675" cy="494665"/>
            </a:xfrm>
            <a:custGeom>
              <a:rect b="b" l="l" r="r" t="t"/>
              <a:pathLst>
                <a:path extrusionOk="0" h="494665" w="828675">
                  <a:moveTo>
                    <a:pt x="219710" y="0"/>
                  </a:moveTo>
                  <a:lnTo>
                    <a:pt x="212716" y="0"/>
                  </a:lnTo>
                  <a:lnTo>
                    <a:pt x="3497" y="120802"/>
                  </a:lnTo>
                  <a:lnTo>
                    <a:pt x="0" y="126854"/>
                  </a:lnTo>
                  <a:lnTo>
                    <a:pt x="0" y="139943"/>
                  </a:lnTo>
                  <a:lnTo>
                    <a:pt x="3497" y="145995"/>
                  </a:lnTo>
                  <a:lnTo>
                    <a:pt x="605698" y="493681"/>
                  </a:lnTo>
                  <a:lnTo>
                    <a:pt x="608861" y="494498"/>
                  </a:lnTo>
                  <a:lnTo>
                    <a:pt x="615185" y="494498"/>
                  </a:lnTo>
                  <a:lnTo>
                    <a:pt x="618358" y="493681"/>
                  </a:lnTo>
                  <a:lnTo>
                    <a:pt x="685329" y="455012"/>
                  </a:lnTo>
                  <a:lnTo>
                    <a:pt x="612023" y="455012"/>
                  </a:lnTo>
                  <a:lnTo>
                    <a:pt x="54972" y="133399"/>
                  </a:lnTo>
                  <a:lnTo>
                    <a:pt x="216213" y="40291"/>
                  </a:lnTo>
                  <a:lnTo>
                    <a:pt x="289498" y="40291"/>
                  </a:lnTo>
                  <a:lnTo>
                    <a:pt x="219710" y="0"/>
                  </a:lnTo>
                  <a:close/>
                </a:path>
                <a:path extrusionOk="0" h="494665" w="828675">
                  <a:moveTo>
                    <a:pt x="289498" y="40291"/>
                  </a:moveTo>
                  <a:lnTo>
                    <a:pt x="216213" y="40291"/>
                  </a:lnTo>
                  <a:lnTo>
                    <a:pt x="773274" y="361915"/>
                  </a:lnTo>
                  <a:lnTo>
                    <a:pt x="612023" y="455012"/>
                  </a:lnTo>
                  <a:lnTo>
                    <a:pt x="685329" y="455012"/>
                  </a:lnTo>
                  <a:lnTo>
                    <a:pt x="824749" y="374512"/>
                  </a:lnTo>
                  <a:lnTo>
                    <a:pt x="828247" y="368459"/>
                  </a:lnTo>
                  <a:lnTo>
                    <a:pt x="828247" y="355371"/>
                  </a:lnTo>
                  <a:lnTo>
                    <a:pt x="824749" y="349319"/>
                  </a:lnTo>
                  <a:lnTo>
                    <a:pt x="289498" y="40291"/>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Arial"/>
                <a:ea typeface="Arial"/>
                <a:cs typeface="Arial"/>
                <a:sym typeface="Arial"/>
              </a:endParaRPr>
            </a:p>
          </p:txBody>
        </p:sp>
        <p:sp>
          <p:nvSpPr>
            <p:cNvPr id="1116" name="Google Shape;1116;p38"/>
            <p:cNvSpPr/>
            <p:nvPr/>
          </p:nvSpPr>
          <p:spPr>
            <a:xfrm>
              <a:off x="10315915" y="865233"/>
              <a:ext cx="593725" cy="571500"/>
            </a:xfrm>
            <a:custGeom>
              <a:rect b="b" l="l" r="r" t="t"/>
              <a:pathLst>
                <a:path extrusionOk="0" h="571500" w="593725">
                  <a:moveTo>
                    <a:pt x="0" y="0"/>
                  </a:moveTo>
                  <a:lnTo>
                    <a:pt x="0" y="228516"/>
                  </a:lnTo>
                  <a:lnTo>
                    <a:pt x="593699" y="571291"/>
                  </a:lnTo>
                  <a:lnTo>
                    <a:pt x="593699" y="342774"/>
                  </a:lnTo>
                  <a:lnTo>
                    <a:pt x="0"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Arial"/>
                <a:ea typeface="Arial"/>
                <a:cs typeface="Arial"/>
                <a:sym typeface="Arial"/>
              </a:endParaRPr>
            </a:p>
          </p:txBody>
        </p:sp>
        <p:sp>
          <p:nvSpPr>
            <p:cNvPr id="1117" name="Google Shape;1117;p38"/>
            <p:cNvSpPr/>
            <p:nvPr/>
          </p:nvSpPr>
          <p:spPr>
            <a:xfrm>
              <a:off x="10297594" y="846087"/>
              <a:ext cx="630554" cy="608965"/>
            </a:xfrm>
            <a:custGeom>
              <a:rect b="b" l="l" r="r" t="t"/>
              <a:pathLst>
                <a:path extrusionOk="0" h="608965" w="630554">
                  <a:moveTo>
                    <a:pt x="21821" y="0"/>
                  </a:moveTo>
                  <a:lnTo>
                    <a:pt x="14826" y="0"/>
                  </a:lnTo>
                  <a:lnTo>
                    <a:pt x="3497" y="6544"/>
                  </a:lnTo>
                  <a:lnTo>
                    <a:pt x="0" y="12606"/>
                  </a:lnTo>
                  <a:lnTo>
                    <a:pt x="0" y="254201"/>
                  </a:lnTo>
                  <a:lnTo>
                    <a:pt x="3497" y="260253"/>
                  </a:lnTo>
                  <a:lnTo>
                    <a:pt x="605698" y="607939"/>
                  </a:lnTo>
                  <a:lnTo>
                    <a:pt x="608861" y="608756"/>
                  </a:lnTo>
                  <a:lnTo>
                    <a:pt x="615185" y="608756"/>
                  </a:lnTo>
                  <a:lnTo>
                    <a:pt x="618358" y="607939"/>
                  </a:lnTo>
                  <a:lnTo>
                    <a:pt x="626850" y="603028"/>
                  </a:lnTo>
                  <a:lnTo>
                    <a:pt x="630347" y="596976"/>
                  </a:lnTo>
                  <a:lnTo>
                    <a:pt x="630347" y="558695"/>
                  </a:lnTo>
                  <a:lnTo>
                    <a:pt x="593699" y="558695"/>
                  </a:lnTo>
                  <a:lnTo>
                    <a:pt x="36648" y="237081"/>
                  </a:lnTo>
                  <a:lnTo>
                    <a:pt x="36648" y="50888"/>
                  </a:lnTo>
                  <a:lnTo>
                    <a:pt x="109961" y="50888"/>
                  </a:lnTo>
                  <a:lnTo>
                    <a:pt x="21821" y="0"/>
                  </a:lnTo>
                  <a:close/>
                </a:path>
                <a:path extrusionOk="0" h="608965" w="630554">
                  <a:moveTo>
                    <a:pt x="109961" y="50888"/>
                  </a:moveTo>
                  <a:lnTo>
                    <a:pt x="36648" y="50888"/>
                  </a:lnTo>
                  <a:lnTo>
                    <a:pt x="593699" y="372501"/>
                  </a:lnTo>
                  <a:lnTo>
                    <a:pt x="593699" y="558695"/>
                  </a:lnTo>
                  <a:lnTo>
                    <a:pt x="630347" y="558695"/>
                  </a:lnTo>
                  <a:lnTo>
                    <a:pt x="630347" y="355371"/>
                  </a:lnTo>
                  <a:lnTo>
                    <a:pt x="626850" y="349319"/>
                  </a:lnTo>
                  <a:lnTo>
                    <a:pt x="109961" y="50888"/>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Arial"/>
                <a:ea typeface="Arial"/>
                <a:cs typeface="Arial"/>
                <a:sym typeface="Arial"/>
              </a:endParaRPr>
            </a:p>
          </p:txBody>
        </p:sp>
        <p:sp>
          <p:nvSpPr>
            <p:cNvPr id="1118" name="Google Shape;1118;p38"/>
            <p:cNvSpPr/>
            <p:nvPr/>
          </p:nvSpPr>
          <p:spPr>
            <a:xfrm>
              <a:off x="10909615" y="1093748"/>
              <a:ext cx="198120" cy="342900"/>
            </a:xfrm>
            <a:custGeom>
              <a:rect b="b" l="l" r="r" t="t"/>
              <a:pathLst>
                <a:path extrusionOk="0" h="342900" w="198120">
                  <a:moveTo>
                    <a:pt x="197899" y="0"/>
                  </a:moveTo>
                  <a:lnTo>
                    <a:pt x="0" y="114258"/>
                  </a:lnTo>
                  <a:lnTo>
                    <a:pt x="0" y="342774"/>
                  </a:lnTo>
                  <a:lnTo>
                    <a:pt x="197899" y="228516"/>
                  </a:lnTo>
                  <a:lnTo>
                    <a:pt x="197899"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Arial"/>
                <a:ea typeface="Arial"/>
                <a:cs typeface="Arial"/>
                <a:sym typeface="Arial"/>
              </a:endParaRPr>
            </a:p>
          </p:txBody>
        </p:sp>
        <p:sp>
          <p:nvSpPr>
            <p:cNvPr id="1119" name="Google Shape;1119;p38"/>
            <p:cNvSpPr/>
            <p:nvPr/>
          </p:nvSpPr>
          <p:spPr>
            <a:xfrm>
              <a:off x="10891296" y="1074610"/>
              <a:ext cx="234950" cy="380365"/>
            </a:xfrm>
            <a:custGeom>
              <a:rect b="b" l="l" r="r" t="t"/>
              <a:pathLst>
                <a:path extrusionOk="0" h="380365" w="234950">
                  <a:moveTo>
                    <a:pt x="219710" y="0"/>
                  </a:moveTo>
                  <a:lnTo>
                    <a:pt x="212716" y="0"/>
                  </a:lnTo>
                  <a:lnTo>
                    <a:pt x="3497" y="120802"/>
                  </a:lnTo>
                  <a:lnTo>
                    <a:pt x="0" y="126854"/>
                  </a:lnTo>
                  <a:lnTo>
                    <a:pt x="0" y="368449"/>
                  </a:lnTo>
                  <a:lnTo>
                    <a:pt x="3497" y="374512"/>
                  </a:lnTo>
                  <a:lnTo>
                    <a:pt x="11999" y="379412"/>
                  </a:lnTo>
                  <a:lnTo>
                    <a:pt x="15161" y="380229"/>
                  </a:lnTo>
                  <a:lnTo>
                    <a:pt x="21486" y="380229"/>
                  </a:lnTo>
                  <a:lnTo>
                    <a:pt x="24648" y="379412"/>
                  </a:lnTo>
                  <a:lnTo>
                    <a:pt x="109943" y="330167"/>
                  </a:lnTo>
                  <a:lnTo>
                    <a:pt x="36648" y="330167"/>
                  </a:lnTo>
                  <a:lnTo>
                    <a:pt x="36648" y="143974"/>
                  </a:lnTo>
                  <a:lnTo>
                    <a:pt x="197889" y="50878"/>
                  </a:lnTo>
                  <a:lnTo>
                    <a:pt x="234537" y="50878"/>
                  </a:lnTo>
                  <a:lnTo>
                    <a:pt x="234537" y="12596"/>
                  </a:lnTo>
                  <a:lnTo>
                    <a:pt x="231040" y="6544"/>
                  </a:lnTo>
                  <a:lnTo>
                    <a:pt x="219710" y="0"/>
                  </a:lnTo>
                  <a:close/>
                </a:path>
                <a:path extrusionOk="0" h="380365" w="234950">
                  <a:moveTo>
                    <a:pt x="234537" y="50878"/>
                  </a:moveTo>
                  <a:lnTo>
                    <a:pt x="197889" y="50878"/>
                  </a:lnTo>
                  <a:lnTo>
                    <a:pt x="197889" y="237081"/>
                  </a:lnTo>
                  <a:lnTo>
                    <a:pt x="36648" y="330167"/>
                  </a:lnTo>
                  <a:lnTo>
                    <a:pt x="109943" y="330167"/>
                  </a:lnTo>
                  <a:lnTo>
                    <a:pt x="231040" y="260253"/>
                  </a:lnTo>
                  <a:lnTo>
                    <a:pt x="234537" y="254201"/>
                  </a:lnTo>
                  <a:lnTo>
                    <a:pt x="234537" y="50878"/>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Arial"/>
                <a:ea typeface="Arial"/>
                <a:cs typeface="Arial"/>
                <a:sym typeface="Arial"/>
              </a:endParaRPr>
            </a:p>
          </p:txBody>
        </p:sp>
      </p:grpSp>
      <p:grpSp>
        <p:nvGrpSpPr>
          <p:cNvPr id="1120" name="Google Shape;1120;p38"/>
          <p:cNvGrpSpPr/>
          <p:nvPr/>
        </p:nvGrpSpPr>
        <p:grpSpPr>
          <a:xfrm flipH="1" rot="10800000">
            <a:off x="2900818" y="247023"/>
            <a:ext cx="582973" cy="508784"/>
            <a:chOff x="10297594" y="731834"/>
            <a:chExt cx="828675" cy="723218"/>
          </a:xfrm>
        </p:grpSpPr>
        <p:sp>
          <p:nvSpPr>
            <p:cNvPr id="1121" name="Google Shape;1121;p38"/>
            <p:cNvSpPr/>
            <p:nvPr/>
          </p:nvSpPr>
          <p:spPr>
            <a:xfrm>
              <a:off x="10315915" y="750975"/>
              <a:ext cx="791845" cy="457200"/>
            </a:xfrm>
            <a:custGeom>
              <a:rect b="b" l="l" r="r" t="t"/>
              <a:pathLst>
                <a:path extrusionOk="0" h="457200" w="791845">
                  <a:moveTo>
                    <a:pt x="197899" y="0"/>
                  </a:moveTo>
                  <a:lnTo>
                    <a:pt x="0" y="114258"/>
                  </a:lnTo>
                  <a:lnTo>
                    <a:pt x="593699" y="457033"/>
                  </a:lnTo>
                  <a:lnTo>
                    <a:pt x="791598" y="342774"/>
                  </a:lnTo>
                  <a:lnTo>
                    <a:pt x="197899" y="0"/>
                  </a:lnTo>
                  <a:close/>
                </a:path>
              </a:pathLst>
            </a:custGeom>
            <a:solidFill>
              <a:srgbClr val="CC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Arial"/>
                <a:ea typeface="Arial"/>
                <a:cs typeface="Arial"/>
                <a:sym typeface="Arial"/>
              </a:endParaRPr>
            </a:p>
          </p:txBody>
        </p:sp>
        <p:sp>
          <p:nvSpPr>
            <p:cNvPr id="1122" name="Google Shape;1122;p38"/>
            <p:cNvSpPr/>
            <p:nvPr/>
          </p:nvSpPr>
          <p:spPr>
            <a:xfrm>
              <a:off x="10297594" y="731834"/>
              <a:ext cx="828675" cy="494665"/>
            </a:xfrm>
            <a:custGeom>
              <a:rect b="b" l="l" r="r" t="t"/>
              <a:pathLst>
                <a:path extrusionOk="0" h="494665" w="828675">
                  <a:moveTo>
                    <a:pt x="219710" y="0"/>
                  </a:moveTo>
                  <a:lnTo>
                    <a:pt x="212716" y="0"/>
                  </a:lnTo>
                  <a:lnTo>
                    <a:pt x="3497" y="120802"/>
                  </a:lnTo>
                  <a:lnTo>
                    <a:pt x="0" y="126854"/>
                  </a:lnTo>
                  <a:lnTo>
                    <a:pt x="0" y="139943"/>
                  </a:lnTo>
                  <a:lnTo>
                    <a:pt x="3497" y="145995"/>
                  </a:lnTo>
                  <a:lnTo>
                    <a:pt x="605698" y="493681"/>
                  </a:lnTo>
                  <a:lnTo>
                    <a:pt x="608861" y="494498"/>
                  </a:lnTo>
                  <a:lnTo>
                    <a:pt x="615185" y="494498"/>
                  </a:lnTo>
                  <a:lnTo>
                    <a:pt x="618358" y="493681"/>
                  </a:lnTo>
                  <a:lnTo>
                    <a:pt x="685329" y="455012"/>
                  </a:lnTo>
                  <a:lnTo>
                    <a:pt x="612023" y="455012"/>
                  </a:lnTo>
                  <a:lnTo>
                    <a:pt x="54972" y="133399"/>
                  </a:lnTo>
                  <a:lnTo>
                    <a:pt x="216213" y="40291"/>
                  </a:lnTo>
                  <a:lnTo>
                    <a:pt x="289498" y="40291"/>
                  </a:lnTo>
                  <a:lnTo>
                    <a:pt x="219710" y="0"/>
                  </a:lnTo>
                  <a:close/>
                </a:path>
                <a:path extrusionOk="0" h="494665" w="828675">
                  <a:moveTo>
                    <a:pt x="289498" y="40291"/>
                  </a:moveTo>
                  <a:lnTo>
                    <a:pt x="216213" y="40291"/>
                  </a:lnTo>
                  <a:lnTo>
                    <a:pt x="773274" y="361915"/>
                  </a:lnTo>
                  <a:lnTo>
                    <a:pt x="612023" y="455012"/>
                  </a:lnTo>
                  <a:lnTo>
                    <a:pt x="685329" y="455012"/>
                  </a:lnTo>
                  <a:lnTo>
                    <a:pt x="824749" y="374512"/>
                  </a:lnTo>
                  <a:lnTo>
                    <a:pt x="828247" y="368459"/>
                  </a:lnTo>
                  <a:lnTo>
                    <a:pt x="828247" y="355371"/>
                  </a:lnTo>
                  <a:lnTo>
                    <a:pt x="824749" y="349319"/>
                  </a:lnTo>
                  <a:lnTo>
                    <a:pt x="289498" y="40291"/>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Arial"/>
                <a:ea typeface="Arial"/>
                <a:cs typeface="Arial"/>
                <a:sym typeface="Arial"/>
              </a:endParaRPr>
            </a:p>
          </p:txBody>
        </p:sp>
        <p:sp>
          <p:nvSpPr>
            <p:cNvPr id="1123" name="Google Shape;1123;p38"/>
            <p:cNvSpPr/>
            <p:nvPr/>
          </p:nvSpPr>
          <p:spPr>
            <a:xfrm>
              <a:off x="10315915" y="865233"/>
              <a:ext cx="593725" cy="571500"/>
            </a:xfrm>
            <a:custGeom>
              <a:rect b="b" l="l" r="r" t="t"/>
              <a:pathLst>
                <a:path extrusionOk="0" h="571500" w="593725">
                  <a:moveTo>
                    <a:pt x="0" y="0"/>
                  </a:moveTo>
                  <a:lnTo>
                    <a:pt x="0" y="228516"/>
                  </a:lnTo>
                  <a:lnTo>
                    <a:pt x="593699" y="571291"/>
                  </a:lnTo>
                  <a:lnTo>
                    <a:pt x="593699" y="342774"/>
                  </a:lnTo>
                  <a:lnTo>
                    <a:pt x="0"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Arial"/>
                <a:ea typeface="Arial"/>
                <a:cs typeface="Arial"/>
                <a:sym typeface="Arial"/>
              </a:endParaRPr>
            </a:p>
          </p:txBody>
        </p:sp>
        <p:sp>
          <p:nvSpPr>
            <p:cNvPr id="1124" name="Google Shape;1124;p38"/>
            <p:cNvSpPr/>
            <p:nvPr/>
          </p:nvSpPr>
          <p:spPr>
            <a:xfrm>
              <a:off x="10297594" y="846087"/>
              <a:ext cx="630554" cy="608965"/>
            </a:xfrm>
            <a:custGeom>
              <a:rect b="b" l="l" r="r" t="t"/>
              <a:pathLst>
                <a:path extrusionOk="0" h="608965" w="630554">
                  <a:moveTo>
                    <a:pt x="21821" y="0"/>
                  </a:moveTo>
                  <a:lnTo>
                    <a:pt x="14826" y="0"/>
                  </a:lnTo>
                  <a:lnTo>
                    <a:pt x="3497" y="6544"/>
                  </a:lnTo>
                  <a:lnTo>
                    <a:pt x="0" y="12606"/>
                  </a:lnTo>
                  <a:lnTo>
                    <a:pt x="0" y="254201"/>
                  </a:lnTo>
                  <a:lnTo>
                    <a:pt x="3497" y="260253"/>
                  </a:lnTo>
                  <a:lnTo>
                    <a:pt x="605698" y="607939"/>
                  </a:lnTo>
                  <a:lnTo>
                    <a:pt x="608861" y="608756"/>
                  </a:lnTo>
                  <a:lnTo>
                    <a:pt x="615185" y="608756"/>
                  </a:lnTo>
                  <a:lnTo>
                    <a:pt x="618358" y="607939"/>
                  </a:lnTo>
                  <a:lnTo>
                    <a:pt x="626850" y="603028"/>
                  </a:lnTo>
                  <a:lnTo>
                    <a:pt x="630347" y="596976"/>
                  </a:lnTo>
                  <a:lnTo>
                    <a:pt x="630347" y="558695"/>
                  </a:lnTo>
                  <a:lnTo>
                    <a:pt x="593699" y="558695"/>
                  </a:lnTo>
                  <a:lnTo>
                    <a:pt x="36648" y="237081"/>
                  </a:lnTo>
                  <a:lnTo>
                    <a:pt x="36648" y="50888"/>
                  </a:lnTo>
                  <a:lnTo>
                    <a:pt x="109961" y="50888"/>
                  </a:lnTo>
                  <a:lnTo>
                    <a:pt x="21821" y="0"/>
                  </a:lnTo>
                  <a:close/>
                </a:path>
                <a:path extrusionOk="0" h="608965" w="630554">
                  <a:moveTo>
                    <a:pt x="109961" y="50888"/>
                  </a:moveTo>
                  <a:lnTo>
                    <a:pt x="36648" y="50888"/>
                  </a:lnTo>
                  <a:lnTo>
                    <a:pt x="593699" y="372501"/>
                  </a:lnTo>
                  <a:lnTo>
                    <a:pt x="593699" y="558695"/>
                  </a:lnTo>
                  <a:lnTo>
                    <a:pt x="630347" y="558695"/>
                  </a:lnTo>
                  <a:lnTo>
                    <a:pt x="630347" y="355371"/>
                  </a:lnTo>
                  <a:lnTo>
                    <a:pt x="626850" y="349319"/>
                  </a:lnTo>
                  <a:lnTo>
                    <a:pt x="109961" y="50888"/>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Arial"/>
                <a:ea typeface="Arial"/>
                <a:cs typeface="Arial"/>
                <a:sym typeface="Arial"/>
              </a:endParaRPr>
            </a:p>
          </p:txBody>
        </p:sp>
        <p:sp>
          <p:nvSpPr>
            <p:cNvPr id="1125" name="Google Shape;1125;p38"/>
            <p:cNvSpPr/>
            <p:nvPr/>
          </p:nvSpPr>
          <p:spPr>
            <a:xfrm>
              <a:off x="10909615" y="1093748"/>
              <a:ext cx="198120" cy="342900"/>
            </a:xfrm>
            <a:custGeom>
              <a:rect b="b" l="l" r="r" t="t"/>
              <a:pathLst>
                <a:path extrusionOk="0" h="342900" w="198120">
                  <a:moveTo>
                    <a:pt x="197899" y="0"/>
                  </a:moveTo>
                  <a:lnTo>
                    <a:pt x="0" y="114258"/>
                  </a:lnTo>
                  <a:lnTo>
                    <a:pt x="0" y="342774"/>
                  </a:lnTo>
                  <a:lnTo>
                    <a:pt x="197899" y="228516"/>
                  </a:lnTo>
                  <a:lnTo>
                    <a:pt x="197899"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Arial"/>
                <a:ea typeface="Arial"/>
                <a:cs typeface="Arial"/>
                <a:sym typeface="Arial"/>
              </a:endParaRPr>
            </a:p>
          </p:txBody>
        </p:sp>
        <p:sp>
          <p:nvSpPr>
            <p:cNvPr id="1126" name="Google Shape;1126;p38"/>
            <p:cNvSpPr/>
            <p:nvPr/>
          </p:nvSpPr>
          <p:spPr>
            <a:xfrm>
              <a:off x="10891296" y="1074610"/>
              <a:ext cx="234950" cy="380365"/>
            </a:xfrm>
            <a:custGeom>
              <a:rect b="b" l="l" r="r" t="t"/>
              <a:pathLst>
                <a:path extrusionOk="0" h="380365" w="234950">
                  <a:moveTo>
                    <a:pt x="219710" y="0"/>
                  </a:moveTo>
                  <a:lnTo>
                    <a:pt x="212716" y="0"/>
                  </a:lnTo>
                  <a:lnTo>
                    <a:pt x="3497" y="120802"/>
                  </a:lnTo>
                  <a:lnTo>
                    <a:pt x="0" y="126854"/>
                  </a:lnTo>
                  <a:lnTo>
                    <a:pt x="0" y="368449"/>
                  </a:lnTo>
                  <a:lnTo>
                    <a:pt x="3497" y="374512"/>
                  </a:lnTo>
                  <a:lnTo>
                    <a:pt x="11999" y="379412"/>
                  </a:lnTo>
                  <a:lnTo>
                    <a:pt x="15161" y="380229"/>
                  </a:lnTo>
                  <a:lnTo>
                    <a:pt x="21486" y="380229"/>
                  </a:lnTo>
                  <a:lnTo>
                    <a:pt x="24648" y="379412"/>
                  </a:lnTo>
                  <a:lnTo>
                    <a:pt x="109943" y="330167"/>
                  </a:lnTo>
                  <a:lnTo>
                    <a:pt x="36648" y="330167"/>
                  </a:lnTo>
                  <a:lnTo>
                    <a:pt x="36648" y="143974"/>
                  </a:lnTo>
                  <a:lnTo>
                    <a:pt x="197889" y="50878"/>
                  </a:lnTo>
                  <a:lnTo>
                    <a:pt x="234537" y="50878"/>
                  </a:lnTo>
                  <a:lnTo>
                    <a:pt x="234537" y="12596"/>
                  </a:lnTo>
                  <a:lnTo>
                    <a:pt x="231040" y="6544"/>
                  </a:lnTo>
                  <a:lnTo>
                    <a:pt x="219710" y="0"/>
                  </a:lnTo>
                  <a:close/>
                </a:path>
                <a:path extrusionOk="0" h="380365" w="234950">
                  <a:moveTo>
                    <a:pt x="234537" y="50878"/>
                  </a:moveTo>
                  <a:lnTo>
                    <a:pt x="197889" y="50878"/>
                  </a:lnTo>
                  <a:lnTo>
                    <a:pt x="197889" y="237081"/>
                  </a:lnTo>
                  <a:lnTo>
                    <a:pt x="36648" y="330167"/>
                  </a:lnTo>
                  <a:lnTo>
                    <a:pt x="109943" y="330167"/>
                  </a:lnTo>
                  <a:lnTo>
                    <a:pt x="231040" y="260253"/>
                  </a:lnTo>
                  <a:lnTo>
                    <a:pt x="234537" y="254201"/>
                  </a:lnTo>
                  <a:lnTo>
                    <a:pt x="234537" y="50878"/>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Arial"/>
                <a:ea typeface="Arial"/>
                <a:cs typeface="Arial"/>
                <a:sym typeface="Arial"/>
              </a:endParaRPr>
            </a:p>
          </p:txBody>
        </p:sp>
      </p:grpSp>
      <p:grpSp>
        <p:nvGrpSpPr>
          <p:cNvPr id="1127" name="Google Shape;1127;p38"/>
          <p:cNvGrpSpPr/>
          <p:nvPr/>
        </p:nvGrpSpPr>
        <p:grpSpPr>
          <a:xfrm>
            <a:off x="3483805" y="705569"/>
            <a:ext cx="304665" cy="347998"/>
            <a:chOff x="6537493" y="10081403"/>
            <a:chExt cx="433070" cy="494666"/>
          </a:xfrm>
        </p:grpSpPr>
        <p:sp>
          <p:nvSpPr>
            <p:cNvPr id="1128" name="Google Shape;1128;p38"/>
            <p:cNvSpPr/>
            <p:nvPr/>
          </p:nvSpPr>
          <p:spPr>
            <a:xfrm>
              <a:off x="6555821" y="10100552"/>
              <a:ext cx="396240" cy="457200"/>
            </a:xfrm>
            <a:custGeom>
              <a:rect b="b" l="l" r="r" t="t"/>
              <a:pathLst>
                <a:path extrusionOk="0" h="457200" w="396240">
                  <a:moveTo>
                    <a:pt x="197899" y="0"/>
                  </a:moveTo>
                  <a:lnTo>
                    <a:pt x="0" y="114258"/>
                  </a:lnTo>
                  <a:lnTo>
                    <a:pt x="0" y="342774"/>
                  </a:lnTo>
                  <a:lnTo>
                    <a:pt x="197899" y="457033"/>
                  </a:lnTo>
                  <a:lnTo>
                    <a:pt x="395799" y="342774"/>
                  </a:lnTo>
                  <a:lnTo>
                    <a:pt x="395799" y="114258"/>
                  </a:lnTo>
                  <a:lnTo>
                    <a:pt x="197899" y="0"/>
                  </a:lnTo>
                  <a:close/>
                </a:path>
              </a:pathLst>
            </a:custGeom>
            <a:solidFill>
              <a:schemeClr val="accent1"/>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Arial"/>
                <a:ea typeface="Arial"/>
                <a:cs typeface="Arial"/>
                <a:sym typeface="Arial"/>
              </a:endParaRPr>
            </a:p>
          </p:txBody>
        </p:sp>
        <p:sp>
          <p:nvSpPr>
            <p:cNvPr id="1129" name="Google Shape;1129;p38"/>
            <p:cNvSpPr/>
            <p:nvPr/>
          </p:nvSpPr>
          <p:spPr>
            <a:xfrm>
              <a:off x="6537493" y="10081404"/>
              <a:ext cx="433070" cy="494665"/>
            </a:xfrm>
            <a:custGeom>
              <a:rect b="b" l="l" r="r" t="t"/>
              <a:pathLst>
                <a:path extrusionOk="0" h="494665" w="433070">
                  <a:moveTo>
                    <a:pt x="219721" y="0"/>
                  </a:moveTo>
                  <a:lnTo>
                    <a:pt x="212726" y="0"/>
                  </a:lnTo>
                  <a:lnTo>
                    <a:pt x="3497" y="120802"/>
                  </a:lnTo>
                  <a:lnTo>
                    <a:pt x="0" y="126865"/>
                  </a:lnTo>
                  <a:lnTo>
                    <a:pt x="0" y="368470"/>
                  </a:lnTo>
                  <a:lnTo>
                    <a:pt x="3497" y="374522"/>
                  </a:lnTo>
                  <a:lnTo>
                    <a:pt x="209899" y="493691"/>
                  </a:lnTo>
                  <a:lnTo>
                    <a:pt x="213072" y="494508"/>
                  </a:lnTo>
                  <a:lnTo>
                    <a:pt x="219385" y="494508"/>
                  </a:lnTo>
                  <a:lnTo>
                    <a:pt x="222558" y="493691"/>
                  </a:lnTo>
                  <a:lnTo>
                    <a:pt x="289533" y="455022"/>
                  </a:lnTo>
                  <a:lnTo>
                    <a:pt x="216223" y="455022"/>
                  </a:lnTo>
                  <a:lnTo>
                    <a:pt x="36648" y="351340"/>
                  </a:lnTo>
                  <a:lnTo>
                    <a:pt x="36648" y="143985"/>
                  </a:lnTo>
                  <a:lnTo>
                    <a:pt x="216223" y="40302"/>
                  </a:lnTo>
                  <a:lnTo>
                    <a:pt x="289528" y="40302"/>
                  </a:lnTo>
                  <a:lnTo>
                    <a:pt x="219721" y="0"/>
                  </a:lnTo>
                  <a:close/>
                </a:path>
                <a:path extrusionOk="0" h="494665" w="433070">
                  <a:moveTo>
                    <a:pt x="289528" y="40302"/>
                  </a:moveTo>
                  <a:lnTo>
                    <a:pt x="216223" y="40302"/>
                  </a:lnTo>
                  <a:lnTo>
                    <a:pt x="395809" y="143985"/>
                  </a:lnTo>
                  <a:lnTo>
                    <a:pt x="395809" y="351340"/>
                  </a:lnTo>
                  <a:lnTo>
                    <a:pt x="216223" y="455022"/>
                  </a:lnTo>
                  <a:lnTo>
                    <a:pt x="289533" y="455022"/>
                  </a:lnTo>
                  <a:lnTo>
                    <a:pt x="428960" y="374522"/>
                  </a:lnTo>
                  <a:lnTo>
                    <a:pt x="432458" y="368470"/>
                  </a:lnTo>
                  <a:lnTo>
                    <a:pt x="432458" y="126865"/>
                  </a:lnTo>
                  <a:lnTo>
                    <a:pt x="428960" y="120802"/>
                  </a:lnTo>
                  <a:lnTo>
                    <a:pt x="289528" y="40302"/>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Arial"/>
                <a:ea typeface="Arial"/>
                <a:cs typeface="Arial"/>
                <a:sym typeface="Arial"/>
              </a:endParaRPr>
            </a:p>
          </p:txBody>
        </p:sp>
        <p:sp>
          <p:nvSpPr>
            <p:cNvPr id="1130" name="Google Shape;1130;p38"/>
            <p:cNvSpPr/>
            <p:nvPr/>
          </p:nvSpPr>
          <p:spPr>
            <a:xfrm>
              <a:off x="6753721" y="10100551"/>
              <a:ext cx="198120" cy="342900"/>
            </a:xfrm>
            <a:custGeom>
              <a:rect b="b" l="l" r="r" t="t"/>
              <a:pathLst>
                <a:path extrusionOk="0" h="342900" w="198120">
                  <a:moveTo>
                    <a:pt x="0" y="0"/>
                  </a:moveTo>
                  <a:lnTo>
                    <a:pt x="0" y="228516"/>
                  </a:lnTo>
                  <a:lnTo>
                    <a:pt x="197899" y="342774"/>
                  </a:lnTo>
                  <a:lnTo>
                    <a:pt x="197899" y="114258"/>
                  </a:lnTo>
                  <a:lnTo>
                    <a:pt x="0"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Arial"/>
                <a:ea typeface="Arial"/>
                <a:cs typeface="Arial"/>
                <a:sym typeface="Arial"/>
              </a:endParaRPr>
            </a:p>
          </p:txBody>
        </p:sp>
        <p:sp>
          <p:nvSpPr>
            <p:cNvPr id="1131" name="Google Shape;1131;p38"/>
            <p:cNvSpPr/>
            <p:nvPr/>
          </p:nvSpPr>
          <p:spPr>
            <a:xfrm>
              <a:off x="6735397" y="10081403"/>
              <a:ext cx="234950" cy="380365"/>
            </a:xfrm>
            <a:custGeom>
              <a:rect b="b" l="l" r="r" t="t"/>
              <a:pathLst>
                <a:path extrusionOk="0" h="380365" w="234950">
                  <a:moveTo>
                    <a:pt x="21821" y="0"/>
                  </a:moveTo>
                  <a:lnTo>
                    <a:pt x="14826" y="0"/>
                  </a:lnTo>
                  <a:lnTo>
                    <a:pt x="3497" y="6544"/>
                  </a:lnTo>
                  <a:lnTo>
                    <a:pt x="0" y="12606"/>
                  </a:lnTo>
                  <a:lnTo>
                    <a:pt x="0" y="254212"/>
                  </a:lnTo>
                  <a:lnTo>
                    <a:pt x="3497" y="260264"/>
                  </a:lnTo>
                  <a:lnTo>
                    <a:pt x="209899" y="379433"/>
                  </a:lnTo>
                  <a:lnTo>
                    <a:pt x="213072" y="380250"/>
                  </a:lnTo>
                  <a:lnTo>
                    <a:pt x="219385" y="380250"/>
                  </a:lnTo>
                  <a:lnTo>
                    <a:pt x="222558" y="379433"/>
                  </a:lnTo>
                  <a:lnTo>
                    <a:pt x="231050" y="374522"/>
                  </a:lnTo>
                  <a:lnTo>
                    <a:pt x="234547" y="368470"/>
                  </a:lnTo>
                  <a:lnTo>
                    <a:pt x="234547" y="330188"/>
                  </a:lnTo>
                  <a:lnTo>
                    <a:pt x="197899" y="330188"/>
                  </a:lnTo>
                  <a:lnTo>
                    <a:pt x="36648" y="237081"/>
                  </a:lnTo>
                  <a:lnTo>
                    <a:pt x="36648" y="50888"/>
                  </a:lnTo>
                  <a:lnTo>
                    <a:pt x="109952" y="50888"/>
                  </a:lnTo>
                  <a:lnTo>
                    <a:pt x="21821" y="0"/>
                  </a:lnTo>
                  <a:close/>
                </a:path>
                <a:path extrusionOk="0" h="380365" w="234950">
                  <a:moveTo>
                    <a:pt x="109952" y="50888"/>
                  </a:moveTo>
                  <a:lnTo>
                    <a:pt x="36648" y="50888"/>
                  </a:lnTo>
                  <a:lnTo>
                    <a:pt x="197899" y="143985"/>
                  </a:lnTo>
                  <a:lnTo>
                    <a:pt x="197899" y="330188"/>
                  </a:lnTo>
                  <a:lnTo>
                    <a:pt x="234547" y="330188"/>
                  </a:lnTo>
                  <a:lnTo>
                    <a:pt x="234547" y="126865"/>
                  </a:lnTo>
                  <a:lnTo>
                    <a:pt x="231050" y="120813"/>
                  </a:lnTo>
                  <a:lnTo>
                    <a:pt x="109952" y="50888"/>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Arial"/>
                <a:ea typeface="Arial"/>
                <a:cs typeface="Arial"/>
                <a:sym typeface="Arial"/>
              </a:endParaRPr>
            </a:p>
          </p:txBody>
        </p:sp>
        <p:sp>
          <p:nvSpPr>
            <p:cNvPr id="1132" name="Google Shape;1132;p38"/>
            <p:cNvSpPr/>
            <p:nvPr/>
          </p:nvSpPr>
          <p:spPr>
            <a:xfrm>
              <a:off x="6555821" y="10100552"/>
              <a:ext cx="198120" cy="342900"/>
            </a:xfrm>
            <a:custGeom>
              <a:rect b="b" l="l" r="r" t="t"/>
              <a:pathLst>
                <a:path extrusionOk="0" h="342900" w="198120">
                  <a:moveTo>
                    <a:pt x="197899" y="0"/>
                  </a:moveTo>
                  <a:lnTo>
                    <a:pt x="0" y="114258"/>
                  </a:lnTo>
                  <a:lnTo>
                    <a:pt x="0" y="342774"/>
                  </a:lnTo>
                  <a:lnTo>
                    <a:pt x="197899" y="228516"/>
                  </a:lnTo>
                  <a:lnTo>
                    <a:pt x="197899"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Arial"/>
                <a:ea typeface="Arial"/>
                <a:cs typeface="Arial"/>
                <a:sym typeface="Arial"/>
              </a:endParaRPr>
            </a:p>
          </p:txBody>
        </p:sp>
        <p:sp>
          <p:nvSpPr>
            <p:cNvPr id="1133" name="Google Shape;1133;p38"/>
            <p:cNvSpPr/>
            <p:nvPr/>
          </p:nvSpPr>
          <p:spPr>
            <a:xfrm>
              <a:off x="6537493" y="10081407"/>
              <a:ext cx="234950" cy="380365"/>
            </a:xfrm>
            <a:custGeom>
              <a:rect b="b" l="l" r="r" t="t"/>
              <a:pathLst>
                <a:path extrusionOk="0" h="380365" w="234950">
                  <a:moveTo>
                    <a:pt x="219721" y="0"/>
                  </a:moveTo>
                  <a:lnTo>
                    <a:pt x="212726" y="0"/>
                  </a:lnTo>
                  <a:lnTo>
                    <a:pt x="3497" y="120802"/>
                  </a:lnTo>
                  <a:lnTo>
                    <a:pt x="0" y="126854"/>
                  </a:lnTo>
                  <a:lnTo>
                    <a:pt x="0" y="368459"/>
                  </a:lnTo>
                  <a:lnTo>
                    <a:pt x="3497" y="374522"/>
                  </a:lnTo>
                  <a:lnTo>
                    <a:pt x="11999" y="379423"/>
                  </a:lnTo>
                  <a:lnTo>
                    <a:pt x="15161" y="380239"/>
                  </a:lnTo>
                  <a:lnTo>
                    <a:pt x="21486" y="380239"/>
                  </a:lnTo>
                  <a:lnTo>
                    <a:pt x="24648" y="379423"/>
                  </a:lnTo>
                  <a:lnTo>
                    <a:pt x="109940" y="330178"/>
                  </a:lnTo>
                  <a:lnTo>
                    <a:pt x="36648" y="330178"/>
                  </a:lnTo>
                  <a:lnTo>
                    <a:pt x="36648" y="143985"/>
                  </a:lnTo>
                  <a:lnTo>
                    <a:pt x="197899" y="50878"/>
                  </a:lnTo>
                  <a:lnTo>
                    <a:pt x="234547" y="50878"/>
                  </a:lnTo>
                  <a:lnTo>
                    <a:pt x="234547" y="12596"/>
                  </a:lnTo>
                  <a:lnTo>
                    <a:pt x="231050" y="6544"/>
                  </a:lnTo>
                  <a:lnTo>
                    <a:pt x="219721" y="0"/>
                  </a:lnTo>
                  <a:close/>
                </a:path>
                <a:path extrusionOk="0" h="380365" w="234950">
                  <a:moveTo>
                    <a:pt x="234547" y="50878"/>
                  </a:moveTo>
                  <a:lnTo>
                    <a:pt x="197899" y="50878"/>
                  </a:lnTo>
                  <a:lnTo>
                    <a:pt x="197899" y="237081"/>
                  </a:lnTo>
                  <a:lnTo>
                    <a:pt x="36648" y="330178"/>
                  </a:lnTo>
                  <a:lnTo>
                    <a:pt x="109940" y="330178"/>
                  </a:lnTo>
                  <a:lnTo>
                    <a:pt x="231050" y="260253"/>
                  </a:lnTo>
                  <a:lnTo>
                    <a:pt x="234547" y="254201"/>
                  </a:lnTo>
                  <a:lnTo>
                    <a:pt x="234547" y="50878"/>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Arial"/>
                <a:ea typeface="Arial"/>
                <a:cs typeface="Arial"/>
                <a:sym typeface="Arial"/>
              </a:endParaRPr>
            </a:p>
          </p:txBody>
        </p:sp>
      </p:grpSp>
      <p:sp>
        <p:nvSpPr>
          <p:cNvPr id="1134" name="Google Shape;1134;p38"/>
          <p:cNvSpPr txBox="1"/>
          <p:nvPr>
            <p:ph idx="1" type="body"/>
          </p:nvPr>
        </p:nvSpPr>
        <p:spPr>
          <a:xfrm>
            <a:off x="283378" y="-206153"/>
            <a:ext cx="2661300" cy="3689400"/>
          </a:xfrm>
          <a:prstGeom prst="rect">
            <a:avLst/>
          </a:prstGeom>
          <a:noFill/>
          <a:ln>
            <a:noFill/>
          </a:ln>
        </p:spPr>
        <p:txBody>
          <a:bodyPr anchorCtr="0" anchor="t" bIns="0" lIns="0" spcFirstLastPara="1" rIns="0" wrap="square" tIns="0">
            <a:noAutofit/>
          </a:bodyPr>
          <a:lstStyle>
            <a:lvl1pPr indent="-228600" lvl="0" marL="457200" marR="0" rtl="0" algn="l">
              <a:lnSpc>
                <a:spcPct val="100000"/>
              </a:lnSpc>
              <a:spcBef>
                <a:spcPts val="0"/>
              </a:spcBef>
              <a:spcAft>
                <a:spcPts val="0"/>
              </a:spcAft>
              <a:buClr>
                <a:srgbClr val="000000"/>
              </a:buClr>
              <a:buSzPts val="1400"/>
              <a:buFont typeface="Arial"/>
              <a:buNone/>
              <a:defRPr b="1" i="0" sz="30000" u="none" cap="none" strike="noStrike">
                <a:solidFill>
                  <a:schemeClr val="lt1"/>
                </a:solidFill>
                <a:latin typeface="Proxima Nova"/>
                <a:ea typeface="Proxima Nova"/>
                <a:cs typeface="Proxima Nova"/>
                <a:sym typeface="Proxima Nova"/>
              </a:defRPr>
            </a:lvl1pPr>
            <a:lvl2pPr indent="-317500" lvl="1" marL="914400" marR="0" rtl="0" algn="l">
              <a:lnSpc>
                <a:spcPct val="100000"/>
              </a:lnSpc>
              <a:spcBef>
                <a:spcPts val="0"/>
              </a:spcBef>
              <a:spcAft>
                <a:spcPts val="0"/>
              </a:spcAft>
              <a:buClr>
                <a:srgbClr val="000000"/>
              </a:buClr>
              <a:buSzPts val="1400"/>
              <a:buFont typeface="Proxima Nova"/>
              <a:buChar char="○"/>
              <a:defRPr b="0" i="0" sz="1400" u="none" cap="none" strike="noStrike">
                <a:solidFill>
                  <a:srgbClr val="000000"/>
                </a:solidFill>
                <a:latin typeface="Proxima Nova"/>
                <a:ea typeface="Proxima Nova"/>
                <a:cs typeface="Proxima Nova"/>
                <a:sym typeface="Proxima Nova"/>
              </a:defRPr>
            </a:lvl2pPr>
            <a:lvl3pPr indent="-317500" lvl="2" marL="1371600" marR="0" rtl="0" algn="l">
              <a:lnSpc>
                <a:spcPct val="100000"/>
              </a:lnSpc>
              <a:spcBef>
                <a:spcPts val="0"/>
              </a:spcBef>
              <a:spcAft>
                <a:spcPts val="0"/>
              </a:spcAft>
              <a:buClr>
                <a:srgbClr val="000000"/>
              </a:buClr>
              <a:buSzPts val="1400"/>
              <a:buFont typeface="Proxima Nova"/>
              <a:buChar char="■"/>
              <a:defRPr b="0" i="0" sz="1400" u="none" cap="none" strike="noStrike">
                <a:solidFill>
                  <a:srgbClr val="000000"/>
                </a:solidFill>
                <a:latin typeface="Proxima Nova"/>
                <a:ea typeface="Proxima Nova"/>
                <a:cs typeface="Proxima Nova"/>
                <a:sym typeface="Proxima Nova"/>
              </a:defRPr>
            </a:lvl3pPr>
            <a:lvl4pPr indent="-317500" lvl="3" marL="1828800" marR="0" rtl="0" algn="l">
              <a:lnSpc>
                <a:spcPct val="100000"/>
              </a:lnSpc>
              <a:spcBef>
                <a:spcPts val="0"/>
              </a:spcBef>
              <a:spcAft>
                <a:spcPts val="0"/>
              </a:spcAft>
              <a:buClr>
                <a:srgbClr val="000000"/>
              </a:buClr>
              <a:buSzPts val="1400"/>
              <a:buFont typeface="Proxima Nova"/>
              <a:buChar char="●"/>
              <a:defRPr b="0" i="0" sz="1400" u="none" cap="none" strike="noStrike">
                <a:solidFill>
                  <a:srgbClr val="000000"/>
                </a:solidFill>
                <a:latin typeface="Proxima Nova"/>
                <a:ea typeface="Proxima Nova"/>
                <a:cs typeface="Proxima Nova"/>
                <a:sym typeface="Proxima Nova"/>
              </a:defRPr>
            </a:lvl4pPr>
            <a:lvl5pPr indent="-317500" lvl="4" marL="2286000" marR="0" rtl="0" algn="l">
              <a:lnSpc>
                <a:spcPct val="100000"/>
              </a:lnSpc>
              <a:spcBef>
                <a:spcPts val="0"/>
              </a:spcBef>
              <a:spcAft>
                <a:spcPts val="0"/>
              </a:spcAft>
              <a:buClr>
                <a:srgbClr val="000000"/>
              </a:buClr>
              <a:buSzPts val="1400"/>
              <a:buFont typeface="Proxima Nova"/>
              <a:buChar char="○"/>
              <a:defRPr b="0" i="0" sz="1400" u="none" cap="none" strike="noStrike">
                <a:solidFill>
                  <a:srgbClr val="000000"/>
                </a:solidFill>
                <a:latin typeface="Proxima Nova"/>
                <a:ea typeface="Proxima Nova"/>
                <a:cs typeface="Proxima Nova"/>
                <a:sym typeface="Proxima Nova"/>
              </a:defRPr>
            </a:lvl5pPr>
            <a:lvl6pPr indent="-317500" lvl="5" marL="2743200" marR="0" rtl="0" algn="l">
              <a:lnSpc>
                <a:spcPct val="100000"/>
              </a:lnSpc>
              <a:spcBef>
                <a:spcPts val="0"/>
              </a:spcBef>
              <a:spcAft>
                <a:spcPts val="0"/>
              </a:spcAft>
              <a:buClr>
                <a:srgbClr val="000000"/>
              </a:buClr>
              <a:buSzPts val="1400"/>
              <a:buFont typeface="Proxima Nova"/>
              <a:buChar char="■"/>
              <a:defRPr b="0" i="0" sz="1400" u="none" cap="none" strike="noStrike">
                <a:solidFill>
                  <a:srgbClr val="000000"/>
                </a:solidFill>
                <a:latin typeface="Proxima Nova"/>
                <a:ea typeface="Proxima Nova"/>
                <a:cs typeface="Proxima Nova"/>
                <a:sym typeface="Proxima Nova"/>
              </a:defRPr>
            </a:lvl6pPr>
            <a:lvl7pPr indent="-317500" lvl="6" marL="3200400" marR="0" rtl="0" algn="l">
              <a:lnSpc>
                <a:spcPct val="100000"/>
              </a:lnSpc>
              <a:spcBef>
                <a:spcPts val="0"/>
              </a:spcBef>
              <a:spcAft>
                <a:spcPts val="0"/>
              </a:spcAft>
              <a:buClr>
                <a:srgbClr val="000000"/>
              </a:buClr>
              <a:buSzPts val="1400"/>
              <a:buFont typeface="Proxima Nova"/>
              <a:buChar char="●"/>
              <a:defRPr b="0" i="0" sz="1400" u="none" cap="none" strike="noStrike">
                <a:solidFill>
                  <a:srgbClr val="000000"/>
                </a:solidFill>
                <a:latin typeface="Proxima Nova"/>
                <a:ea typeface="Proxima Nova"/>
                <a:cs typeface="Proxima Nova"/>
                <a:sym typeface="Proxima Nova"/>
              </a:defRPr>
            </a:lvl7pPr>
            <a:lvl8pPr indent="-317500" lvl="7" marL="3657600" marR="0" rtl="0" algn="l">
              <a:lnSpc>
                <a:spcPct val="100000"/>
              </a:lnSpc>
              <a:spcBef>
                <a:spcPts val="0"/>
              </a:spcBef>
              <a:spcAft>
                <a:spcPts val="0"/>
              </a:spcAft>
              <a:buClr>
                <a:srgbClr val="000000"/>
              </a:buClr>
              <a:buSzPts val="1400"/>
              <a:buFont typeface="Proxima Nova"/>
              <a:buChar char="○"/>
              <a:defRPr b="0" i="0" sz="1400" u="none" cap="none" strike="noStrike">
                <a:solidFill>
                  <a:srgbClr val="000000"/>
                </a:solidFill>
                <a:latin typeface="Proxima Nova"/>
                <a:ea typeface="Proxima Nova"/>
                <a:cs typeface="Proxima Nova"/>
                <a:sym typeface="Proxima Nova"/>
              </a:defRPr>
            </a:lvl8pPr>
            <a:lvl9pPr indent="-317500" lvl="8" marL="4114800" marR="0" rtl="0" algn="l">
              <a:lnSpc>
                <a:spcPct val="100000"/>
              </a:lnSpc>
              <a:spcBef>
                <a:spcPts val="0"/>
              </a:spcBef>
              <a:spcAft>
                <a:spcPts val="0"/>
              </a:spcAft>
              <a:buClr>
                <a:srgbClr val="000000"/>
              </a:buClr>
              <a:buSzPts val="1400"/>
              <a:buFont typeface="Proxima Nova"/>
              <a:buChar char="■"/>
              <a:defRPr b="0" i="0" sz="1400" u="none" cap="none" strike="noStrike">
                <a:solidFill>
                  <a:srgbClr val="000000"/>
                </a:solidFill>
                <a:latin typeface="Proxima Nova"/>
                <a:ea typeface="Proxima Nova"/>
                <a:cs typeface="Proxima Nova"/>
                <a:sym typeface="Proxima Nova"/>
              </a:defRPr>
            </a:lvl9pPr>
          </a:lstStyle>
          <a:p/>
        </p:txBody>
      </p:sp>
      <p:sp>
        <p:nvSpPr>
          <p:cNvPr id="1135" name="Google Shape;1135;p38"/>
          <p:cNvSpPr txBox="1"/>
          <p:nvPr>
            <p:ph idx="2" type="body"/>
          </p:nvPr>
        </p:nvSpPr>
        <p:spPr>
          <a:xfrm>
            <a:off x="4077675" y="638575"/>
            <a:ext cx="3650100" cy="2415000"/>
          </a:xfrm>
          <a:prstGeom prst="rect">
            <a:avLst/>
          </a:prstGeom>
          <a:noFill/>
          <a:ln>
            <a:noFill/>
          </a:ln>
        </p:spPr>
        <p:txBody>
          <a:bodyPr anchorCtr="0" anchor="t" bIns="0" lIns="0" spcFirstLastPara="1" rIns="0" wrap="square" tIns="0">
            <a:noAutofit/>
          </a:bodyPr>
          <a:lstStyle>
            <a:lvl1pPr indent="-317500" lvl="0" marL="457200" marR="0" rtl="0" algn="l">
              <a:lnSpc>
                <a:spcPct val="100000"/>
              </a:lnSpc>
              <a:spcBef>
                <a:spcPts val="0"/>
              </a:spcBef>
              <a:spcAft>
                <a:spcPts val="0"/>
              </a:spcAft>
              <a:buClr>
                <a:srgbClr val="000000"/>
              </a:buClr>
              <a:buSzPts val="1400"/>
              <a:buFont typeface="Proxima Nova"/>
              <a:buChar char="●"/>
              <a:defRPr b="0" i="0" sz="1400" u="none" cap="none" strike="noStrike">
                <a:solidFill>
                  <a:srgbClr val="000000"/>
                </a:solidFill>
                <a:latin typeface="Proxima Nova"/>
                <a:ea typeface="Proxima Nova"/>
                <a:cs typeface="Proxima Nova"/>
                <a:sym typeface="Proxima Nova"/>
              </a:defRPr>
            </a:lvl1pPr>
            <a:lvl2pPr indent="-317500" lvl="1" marL="914400" marR="0" rtl="0" algn="l">
              <a:lnSpc>
                <a:spcPct val="100000"/>
              </a:lnSpc>
              <a:spcBef>
                <a:spcPts val="0"/>
              </a:spcBef>
              <a:spcAft>
                <a:spcPts val="0"/>
              </a:spcAft>
              <a:buClr>
                <a:srgbClr val="000000"/>
              </a:buClr>
              <a:buSzPts val="1400"/>
              <a:buFont typeface="Proxima Nova"/>
              <a:buChar char="○"/>
              <a:defRPr b="0" i="0" sz="1400" u="none" cap="none" strike="noStrike">
                <a:solidFill>
                  <a:srgbClr val="000000"/>
                </a:solidFill>
                <a:latin typeface="Proxima Nova"/>
                <a:ea typeface="Proxima Nova"/>
                <a:cs typeface="Proxima Nova"/>
                <a:sym typeface="Proxima Nova"/>
              </a:defRPr>
            </a:lvl2pPr>
            <a:lvl3pPr indent="-317500" lvl="2" marL="1371600" marR="0" rtl="0" algn="l">
              <a:lnSpc>
                <a:spcPct val="100000"/>
              </a:lnSpc>
              <a:spcBef>
                <a:spcPts val="0"/>
              </a:spcBef>
              <a:spcAft>
                <a:spcPts val="0"/>
              </a:spcAft>
              <a:buClr>
                <a:srgbClr val="000000"/>
              </a:buClr>
              <a:buSzPts val="1400"/>
              <a:buFont typeface="Proxima Nova"/>
              <a:buChar char="■"/>
              <a:defRPr b="0" i="0" sz="1400" u="none" cap="none" strike="noStrike">
                <a:solidFill>
                  <a:srgbClr val="000000"/>
                </a:solidFill>
                <a:latin typeface="Proxima Nova"/>
                <a:ea typeface="Proxima Nova"/>
                <a:cs typeface="Proxima Nova"/>
                <a:sym typeface="Proxima Nova"/>
              </a:defRPr>
            </a:lvl3pPr>
            <a:lvl4pPr indent="-317500" lvl="3" marL="1828800" marR="0" rtl="0" algn="l">
              <a:lnSpc>
                <a:spcPct val="100000"/>
              </a:lnSpc>
              <a:spcBef>
                <a:spcPts val="0"/>
              </a:spcBef>
              <a:spcAft>
                <a:spcPts val="0"/>
              </a:spcAft>
              <a:buClr>
                <a:srgbClr val="000000"/>
              </a:buClr>
              <a:buSzPts val="1400"/>
              <a:buFont typeface="Proxima Nova"/>
              <a:buChar char="●"/>
              <a:defRPr b="0" i="0" sz="1400" u="none" cap="none" strike="noStrike">
                <a:solidFill>
                  <a:srgbClr val="000000"/>
                </a:solidFill>
                <a:latin typeface="Proxima Nova"/>
                <a:ea typeface="Proxima Nova"/>
                <a:cs typeface="Proxima Nova"/>
                <a:sym typeface="Proxima Nova"/>
              </a:defRPr>
            </a:lvl4pPr>
            <a:lvl5pPr indent="-317500" lvl="4" marL="2286000" marR="0" rtl="0" algn="l">
              <a:lnSpc>
                <a:spcPct val="100000"/>
              </a:lnSpc>
              <a:spcBef>
                <a:spcPts val="0"/>
              </a:spcBef>
              <a:spcAft>
                <a:spcPts val="0"/>
              </a:spcAft>
              <a:buClr>
                <a:srgbClr val="000000"/>
              </a:buClr>
              <a:buSzPts val="1400"/>
              <a:buFont typeface="Proxima Nova"/>
              <a:buChar char="○"/>
              <a:defRPr b="0" i="0" sz="1400" u="none" cap="none" strike="noStrike">
                <a:solidFill>
                  <a:srgbClr val="000000"/>
                </a:solidFill>
                <a:latin typeface="Proxima Nova"/>
                <a:ea typeface="Proxima Nova"/>
                <a:cs typeface="Proxima Nova"/>
                <a:sym typeface="Proxima Nova"/>
              </a:defRPr>
            </a:lvl5pPr>
            <a:lvl6pPr indent="-317500" lvl="5" marL="2743200" marR="0" rtl="0" algn="l">
              <a:lnSpc>
                <a:spcPct val="100000"/>
              </a:lnSpc>
              <a:spcBef>
                <a:spcPts val="0"/>
              </a:spcBef>
              <a:spcAft>
                <a:spcPts val="0"/>
              </a:spcAft>
              <a:buClr>
                <a:srgbClr val="000000"/>
              </a:buClr>
              <a:buSzPts val="1400"/>
              <a:buFont typeface="Proxima Nova"/>
              <a:buChar char="■"/>
              <a:defRPr b="0" i="0" sz="1400" u="none" cap="none" strike="noStrike">
                <a:solidFill>
                  <a:srgbClr val="000000"/>
                </a:solidFill>
                <a:latin typeface="Proxima Nova"/>
                <a:ea typeface="Proxima Nova"/>
                <a:cs typeface="Proxima Nova"/>
                <a:sym typeface="Proxima Nova"/>
              </a:defRPr>
            </a:lvl6pPr>
            <a:lvl7pPr indent="-317500" lvl="6" marL="3200400" marR="0" rtl="0" algn="l">
              <a:lnSpc>
                <a:spcPct val="100000"/>
              </a:lnSpc>
              <a:spcBef>
                <a:spcPts val="0"/>
              </a:spcBef>
              <a:spcAft>
                <a:spcPts val="0"/>
              </a:spcAft>
              <a:buClr>
                <a:srgbClr val="000000"/>
              </a:buClr>
              <a:buSzPts val="1400"/>
              <a:buFont typeface="Proxima Nova"/>
              <a:buChar char="●"/>
              <a:defRPr b="0" i="0" sz="1400" u="none" cap="none" strike="noStrike">
                <a:solidFill>
                  <a:srgbClr val="000000"/>
                </a:solidFill>
                <a:latin typeface="Proxima Nova"/>
                <a:ea typeface="Proxima Nova"/>
                <a:cs typeface="Proxima Nova"/>
                <a:sym typeface="Proxima Nova"/>
              </a:defRPr>
            </a:lvl7pPr>
            <a:lvl8pPr indent="-317500" lvl="7" marL="3657600" marR="0" rtl="0" algn="l">
              <a:lnSpc>
                <a:spcPct val="100000"/>
              </a:lnSpc>
              <a:spcBef>
                <a:spcPts val="0"/>
              </a:spcBef>
              <a:spcAft>
                <a:spcPts val="0"/>
              </a:spcAft>
              <a:buClr>
                <a:srgbClr val="000000"/>
              </a:buClr>
              <a:buSzPts val="1400"/>
              <a:buFont typeface="Proxima Nova"/>
              <a:buChar char="○"/>
              <a:defRPr b="0" i="0" sz="1400" u="none" cap="none" strike="noStrike">
                <a:solidFill>
                  <a:srgbClr val="000000"/>
                </a:solidFill>
                <a:latin typeface="Proxima Nova"/>
                <a:ea typeface="Proxima Nova"/>
                <a:cs typeface="Proxima Nova"/>
                <a:sym typeface="Proxima Nova"/>
              </a:defRPr>
            </a:lvl8pPr>
            <a:lvl9pPr indent="-317500" lvl="8" marL="4114800" marR="0" rtl="0" algn="l">
              <a:lnSpc>
                <a:spcPct val="100000"/>
              </a:lnSpc>
              <a:spcBef>
                <a:spcPts val="0"/>
              </a:spcBef>
              <a:spcAft>
                <a:spcPts val="0"/>
              </a:spcAft>
              <a:buClr>
                <a:srgbClr val="000000"/>
              </a:buClr>
              <a:buSzPts val="1400"/>
              <a:buFont typeface="Proxima Nova"/>
              <a:buChar char="■"/>
              <a:defRPr b="0" i="0" sz="1400" u="none" cap="none" strike="noStrike">
                <a:solidFill>
                  <a:srgbClr val="000000"/>
                </a:solidFill>
                <a:latin typeface="Proxima Nova"/>
                <a:ea typeface="Proxima Nova"/>
                <a:cs typeface="Proxima Nova"/>
                <a:sym typeface="Proxima Nova"/>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CUSTOM_5_1">
    <p:spTree>
      <p:nvGrpSpPr>
        <p:cNvPr id="1136" name="Shape 1136"/>
        <p:cNvGrpSpPr/>
        <p:nvPr/>
      </p:nvGrpSpPr>
      <p:grpSpPr>
        <a:xfrm>
          <a:off x="0" y="0"/>
          <a:ext cx="0" cy="0"/>
          <a:chOff x="0" y="0"/>
          <a:chExt cx="0" cy="0"/>
        </a:xfrm>
      </p:grpSpPr>
      <p:sp>
        <p:nvSpPr>
          <p:cNvPr id="1137" name="Google Shape;1137;p39"/>
          <p:cNvSpPr/>
          <p:nvPr/>
        </p:nvSpPr>
        <p:spPr>
          <a:xfrm>
            <a:off x="452437" y="728934"/>
            <a:ext cx="571782" cy="76276"/>
          </a:xfrm>
          <a:custGeom>
            <a:rect b="b" l="l" r="r" t="t"/>
            <a:pathLst>
              <a:path extrusionOk="0" h="167639" w="1256664">
                <a:moveTo>
                  <a:pt x="1256506" y="0"/>
                </a:moveTo>
                <a:lnTo>
                  <a:pt x="0" y="0"/>
                </a:lnTo>
                <a:lnTo>
                  <a:pt x="0" y="167534"/>
                </a:lnTo>
                <a:lnTo>
                  <a:pt x="1256506" y="167534"/>
                </a:lnTo>
                <a:lnTo>
                  <a:pt x="1256506" y="0"/>
                </a:lnTo>
                <a:close/>
              </a:path>
            </a:pathLst>
          </a:custGeom>
          <a:solidFill>
            <a:schemeClr val="accent1"/>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chemeClr val="dk1"/>
              </a:solidFill>
              <a:latin typeface="Calibri"/>
              <a:ea typeface="Calibri"/>
              <a:cs typeface="Calibri"/>
              <a:sym typeface="Calibri"/>
            </a:endParaRPr>
          </a:p>
        </p:txBody>
      </p:sp>
      <p:sp>
        <p:nvSpPr>
          <p:cNvPr id="1138" name="Google Shape;1138;p39"/>
          <p:cNvSpPr txBox="1"/>
          <p:nvPr>
            <p:ph type="title"/>
          </p:nvPr>
        </p:nvSpPr>
        <p:spPr>
          <a:xfrm>
            <a:off x="452425" y="351725"/>
            <a:ext cx="6777600" cy="344700"/>
          </a:xfrm>
          <a:prstGeom prst="rect">
            <a:avLst/>
          </a:prstGeom>
          <a:noFill/>
          <a:ln>
            <a:noFill/>
          </a:ln>
        </p:spPr>
        <p:txBody>
          <a:bodyPr anchorCtr="0" anchor="t" bIns="0" lIns="0" spcFirstLastPara="1" rIns="0" wrap="square" tIns="0">
            <a:noAutofit/>
          </a:bodyPr>
          <a:lstStyle>
            <a:lvl1pPr lvl="0" marR="0" rtl="0" algn="l">
              <a:lnSpc>
                <a:spcPct val="80000"/>
              </a:lnSpc>
              <a:spcBef>
                <a:spcPts val="0"/>
              </a:spcBef>
              <a:spcAft>
                <a:spcPts val="0"/>
              </a:spcAft>
              <a:buClr>
                <a:srgbClr val="000000"/>
              </a:buClr>
              <a:buSzPts val="2800"/>
              <a:buFont typeface="Proxima Nova"/>
              <a:buNone/>
              <a:defRPr b="1" i="0" sz="2800" u="none" cap="none" strike="noStrike">
                <a:solidFill>
                  <a:srgbClr val="000000"/>
                </a:solidFill>
                <a:latin typeface="Proxima Nova"/>
                <a:ea typeface="Proxima Nova"/>
                <a:cs typeface="Proxima Nova"/>
                <a:sym typeface="Proxima Nova"/>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grpSp>
        <p:nvGrpSpPr>
          <p:cNvPr id="1139" name="Google Shape;1139;p39"/>
          <p:cNvGrpSpPr/>
          <p:nvPr/>
        </p:nvGrpSpPr>
        <p:grpSpPr>
          <a:xfrm>
            <a:off x="8439516" y="4353400"/>
            <a:ext cx="390965" cy="512503"/>
            <a:chOff x="15340980" y="5914255"/>
            <a:chExt cx="1625634" cy="2132764"/>
          </a:xfrm>
        </p:grpSpPr>
        <p:grpSp>
          <p:nvGrpSpPr>
            <p:cNvPr id="1140" name="Google Shape;1140;p39"/>
            <p:cNvGrpSpPr/>
            <p:nvPr/>
          </p:nvGrpSpPr>
          <p:grpSpPr>
            <a:xfrm>
              <a:off x="15567263" y="5914255"/>
              <a:ext cx="950987" cy="827365"/>
              <a:chOff x="8978262" y="6009158"/>
              <a:chExt cx="828675" cy="723221"/>
            </a:xfrm>
          </p:grpSpPr>
          <p:sp>
            <p:nvSpPr>
              <p:cNvPr id="1141" name="Google Shape;1141;p39"/>
              <p:cNvSpPr/>
              <p:nvPr/>
            </p:nvSpPr>
            <p:spPr>
              <a:xfrm>
                <a:off x="8996584" y="6028300"/>
                <a:ext cx="791845" cy="457200"/>
              </a:xfrm>
              <a:custGeom>
                <a:rect b="b" l="l" r="r" t="t"/>
                <a:pathLst>
                  <a:path extrusionOk="0" h="457200" w="791845">
                    <a:moveTo>
                      <a:pt x="593699" y="0"/>
                    </a:moveTo>
                    <a:lnTo>
                      <a:pt x="0" y="342774"/>
                    </a:lnTo>
                    <a:lnTo>
                      <a:pt x="197899" y="457033"/>
                    </a:lnTo>
                    <a:lnTo>
                      <a:pt x="791598" y="114258"/>
                    </a:lnTo>
                    <a:lnTo>
                      <a:pt x="593699"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Arial"/>
                  <a:ea typeface="Arial"/>
                  <a:cs typeface="Arial"/>
                  <a:sym typeface="Arial"/>
                </a:endParaRPr>
              </a:p>
            </p:txBody>
          </p:sp>
          <p:sp>
            <p:nvSpPr>
              <p:cNvPr id="1142" name="Google Shape;1142;p39"/>
              <p:cNvSpPr/>
              <p:nvPr/>
            </p:nvSpPr>
            <p:spPr>
              <a:xfrm>
                <a:off x="8978262" y="6009158"/>
                <a:ext cx="828675" cy="494665"/>
              </a:xfrm>
              <a:custGeom>
                <a:rect b="b" l="l" r="r" t="t"/>
                <a:pathLst>
                  <a:path extrusionOk="0" h="494665" w="828675">
                    <a:moveTo>
                      <a:pt x="615520" y="0"/>
                    </a:moveTo>
                    <a:lnTo>
                      <a:pt x="608525" y="0"/>
                    </a:lnTo>
                    <a:lnTo>
                      <a:pt x="3497" y="349319"/>
                    </a:lnTo>
                    <a:lnTo>
                      <a:pt x="0" y="355371"/>
                    </a:lnTo>
                    <a:lnTo>
                      <a:pt x="0" y="368459"/>
                    </a:lnTo>
                    <a:lnTo>
                      <a:pt x="3497" y="374512"/>
                    </a:lnTo>
                    <a:lnTo>
                      <a:pt x="209888" y="493681"/>
                    </a:lnTo>
                    <a:lnTo>
                      <a:pt x="213061" y="494498"/>
                    </a:lnTo>
                    <a:lnTo>
                      <a:pt x="219375" y="494498"/>
                    </a:lnTo>
                    <a:lnTo>
                      <a:pt x="222548" y="493681"/>
                    </a:lnTo>
                    <a:lnTo>
                      <a:pt x="289505" y="455022"/>
                    </a:lnTo>
                    <a:lnTo>
                      <a:pt x="216213" y="455022"/>
                    </a:lnTo>
                    <a:lnTo>
                      <a:pt x="54972" y="361915"/>
                    </a:lnTo>
                    <a:lnTo>
                      <a:pt x="612023" y="40291"/>
                    </a:lnTo>
                    <a:lnTo>
                      <a:pt x="685305" y="40291"/>
                    </a:lnTo>
                    <a:lnTo>
                      <a:pt x="615520" y="0"/>
                    </a:lnTo>
                    <a:close/>
                  </a:path>
                  <a:path extrusionOk="0" h="494665" w="828675">
                    <a:moveTo>
                      <a:pt x="685305" y="40291"/>
                    </a:moveTo>
                    <a:lnTo>
                      <a:pt x="612023" y="40291"/>
                    </a:lnTo>
                    <a:lnTo>
                      <a:pt x="773274" y="133399"/>
                    </a:lnTo>
                    <a:lnTo>
                      <a:pt x="216213" y="455022"/>
                    </a:lnTo>
                    <a:lnTo>
                      <a:pt x="289505" y="455022"/>
                    </a:lnTo>
                    <a:lnTo>
                      <a:pt x="824749" y="145995"/>
                    </a:lnTo>
                    <a:lnTo>
                      <a:pt x="828247" y="139943"/>
                    </a:lnTo>
                    <a:lnTo>
                      <a:pt x="828247" y="126854"/>
                    </a:lnTo>
                    <a:lnTo>
                      <a:pt x="824749" y="120802"/>
                    </a:lnTo>
                    <a:lnTo>
                      <a:pt x="685305" y="40291"/>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Arial"/>
                  <a:ea typeface="Arial"/>
                  <a:cs typeface="Arial"/>
                  <a:sym typeface="Arial"/>
                </a:endParaRPr>
              </a:p>
            </p:txBody>
          </p:sp>
          <p:sp>
            <p:nvSpPr>
              <p:cNvPr id="1143" name="Google Shape;1143;p39"/>
              <p:cNvSpPr/>
              <p:nvPr/>
            </p:nvSpPr>
            <p:spPr>
              <a:xfrm>
                <a:off x="9194484" y="6142556"/>
                <a:ext cx="593725" cy="571500"/>
              </a:xfrm>
              <a:custGeom>
                <a:rect b="b" l="l" r="r" t="t"/>
                <a:pathLst>
                  <a:path extrusionOk="0" h="571500" w="593725">
                    <a:moveTo>
                      <a:pt x="593699" y="0"/>
                    </a:moveTo>
                    <a:lnTo>
                      <a:pt x="0" y="342774"/>
                    </a:lnTo>
                    <a:lnTo>
                      <a:pt x="0" y="571291"/>
                    </a:lnTo>
                    <a:lnTo>
                      <a:pt x="593699" y="228516"/>
                    </a:lnTo>
                    <a:lnTo>
                      <a:pt x="593699" y="0"/>
                    </a:lnTo>
                    <a:close/>
                  </a:path>
                </a:pathLst>
              </a:custGeom>
              <a:solidFill>
                <a:srgbClr val="F9C80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Arial"/>
                  <a:ea typeface="Arial"/>
                  <a:cs typeface="Arial"/>
                  <a:sym typeface="Arial"/>
                </a:endParaRPr>
              </a:p>
            </p:txBody>
          </p:sp>
          <p:sp>
            <p:nvSpPr>
              <p:cNvPr id="1144" name="Google Shape;1144;p39"/>
              <p:cNvSpPr/>
              <p:nvPr/>
            </p:nvSpPr>
            <p:spPr>
              <a:xfrm>
                <a:off x="9176156" y="6123414"/>
                <a:ext cx="630554" cy="608965"/>
              </a:xfrm>
              <a:custGeom>
                <a:rect b="b" l="l" r="r" t="t"/>
                <a:pathLst>
                  <a:path extrusionOk="0" h="608965" w="630554">
                    <a:moveTo>
                      <a:pt x="615520" y="0"/>
                    </a:moveTo>
                    <a:lnTo>
                      <a:pt x="608525" y="0"/>
                    </a:lnTo>
                    <a:lnTo>
                      <a:pt x="3497" y="349319"/>
                    </a:lnTo>
                    <a:lnTo>
                      <a:pt x="0" y="355371"/>
                    </a:lnTo>
                    <a:lnTo>
                      <a:pt x="0" y="596976"/>
                    </a:lnTo>
                    <a:lnTo>
                      <a:pt x="3497" y="603039"/>
                    </a:lnTo>
                    <a:lnTo>
                      <a:pt x="11999" y="607939"/>
                    </a:lnTo>
                    <a:lnTo>
                      <a:pt x="15161" y="608756"/>
                    </a:lnTo>
                    <a:lnTo>
                      <a:pt x="21486" y="608756"/>
                    </a:lnTo>
                    <a:lnTo>
                      <a:pt x="24648" y="607939"/>
                    </a:lnTo>
                    <a:lnTo>
                      <a:pt x="109941" y="558695"/>
                    </a:lnTo>
                    <a:lnTo>
                      <a:pt x="36648" y="558695"/>
                    </a:lnTo>
                    <a:lnTo>
                      <a:pt x="36648" y="372501"/>
                    </a:lnTo>
                    <a:lnTo>
                      <a:pt x="593699" y="50878"/>
                    </a:lnTo>
                    <a:lnTo>
                      <a:pt x="630347" y="50878"/>
                    </a:lnTo>
                    <a:lnTo>
                      <a:pt x="630347" y="12596"/>
                    </a:lnTo>
                    <a:lnTo>
                      <a:pt x="626850" y="6544"/>
                    </a:lnTo>
                    <a:lnTo>
                      <a:pt x="615520" y="0"/>
                    </a:lnTo>
                    <a:close/>
                  </a:path>
                  <a:path extrusionOk="0" h="608965" w="630554">
                    <a:moveTo>
                      <a:pt x="630347" y="50878"/>
                    </a:moveTo>
                    <a:lnTo>
                      <a:pt x="593699" y="50878"/>
                    </a:lnTo>
                    <a:lnTo>
                      <a:pt x="593699" y="237071"/>
                    </a:lnTo>
                    <a:lnTo>
                      <a:pt x="36648" y="558695"/>
                    </a:lnTo>
                    <a:lnTo>
                      <a:pt x="109941" y="558695"/>
                    </a:lnTo>
                    <a:lnTo>
                      <a:pt x="626850" y="260253"/>
                    </a:lnTo>
                    <a:lnTo>
                      <a:pt x="630347" y="254201"/>
                    </a:lnTo>
                    <a:lnTo>
                      <a:pt x="630347" y="50878"/>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Arial"/>
                  <a:ea typeface="Arial"/>
                  <a:cs typeface="Arial"/>
                  <a:sym typeface="Arial"/>
                </a:endParaRPr>
              </a:p>
            </p:txBody>
          </p:sp>
          <p:sp>
            <p:nvSpPr>
              <p:cNvPr id="1145" name="Google Shape;1145;p39"/>
              <p:cNvSpPr/>
              <p:nvPr/>
            </p:nvSpPr>
            <p:spPr>
              <a:xfrm>
                <a:off x="8996584" y="6371073"/>
                <a:ext cx="198120" cy="342900"/>
              </a:xfrm>
              <a:custGeom>
                <a:rect b="b" l="l" r="r" t="t"/>
                <a:pathLst>
                  <a:path extrusionOk="0" h="342900" w="198120">
                    <a:moveTo>
                      <a:pt x="0" y="0"/>
                    </a:moveTo>
                    <a:lnTo>
                      <a:pt x="0" y="228516"/>
                    </a:lnTo>
                    <a:lnTo>
                      <a:pt x="197899" y="342774"/>
                    </a:lnTo>
                    <a:lnTo>
                      <a:pt x="197899" y="114258"/>
                    </a:lnTo>
                    <a:lnTo>
                      <a:pt x="0"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Arial"/>
                  <a:ea typeface="Arial"/>
                  <a:cs typeface="Arial"/>
                  <a:sym typeface="Arial"/>
                </a:endParaRPr>
              </a:p>
            </p:txBody>
          </p:sp>
          <p:sp>
            <p:nvSpPr>
              <p:cNvPr id="1146" name="Google Shape;1146;p39"/>
              <p:cNvSpPr/>
              <p:nvPr/>
            </p:nvSpPr>
            <p:spPr>
              <a:xfrm>
                <a:off x="8978262" y="6351927"/>
                <a:ext cx="234950" cy="380365"/>
              </a:xfrm>
              <a:custGeom>
                <a:rect b="b" l="l" r="r" t="t"/>
                <a:pathLst>
                  <a:path extrusionOk="0" h="380365" w="234950">
                    <a:moveTo>
                      <a:pt x="21821" y="0"/>
                    </a:moveTo>
                    <a:lnTo>
                      <a:pt x="14826" y="0"/>
                    </a:lnTo>
                    <a:lnTo>
                      <a:pt x="3497" y="6544"/>
                    </a:lnTo>
                    <a:lnTo>
                      <a:pt x="0" y="12606"/>
                    </a:lnTo>
                    <a:lnTo>
                      <a:pt x="0" y="254212"/>
                    </a:lnTo>
                    <a:lnTo>
                      <a:pt x="3497" y="260264"/>
                    </a:lnTo>
                    <a:lnTo>
                      <a:pt x="209888" y="379433"/>
                    </a:lnTo>
                    <a:lnTo>
                      <a:pt x="213061" y="380250"/>
                    </a:lnTo>
                    <a:lnTo>
                      <a:pt x="219375" y="380250"/>
                    </a:lnTo>
                    <a:lnTo>
                      <a:pt x="222548" y="379433"/>
                    </a:lnTo>
                    <a:lnTo>
                      <a:pt x="231040" y="374522"/>
                    </a:lnTo>
                    <a:lnTo>
                      <a:pt x="234537" y="368470"/>
                    </a:lnTo>
                    <a:lnTo>
                      <a:pt x="234537" y="330188"/>
                    </a:lnTo>
                    <a:lnTo>
                      <a:pt x="197889" y="330188"/>
                    </a:lnTo>
                    <a:lnTo>
                      <a:pt x="36648" y="237081"/>
                    </a:lnTo>
                    <a:lnTo>
                      <a:pt x="36648" y="50888"/>
                    </a:lnTo>
                    <a:lnTo>
                      <a:pt x="109947" y="50888"/>
                    </a:lnTo>
                    <a:lnTo>
                      <a:pt x="21821" y="0"/>
                    </a:lnTo>
                    <a:close/>
                  </a:path>
                  <a:path extrusionOk="0" h="380365" w="234950">
                    <a:moveTo>
                      <a:pt x="109947" y="50888"/>
                    </a:moveTo>
                    <a:lnTo>
                      <a:pt x="36648" y="50888"/>
                    </a:lnTo>
                    <a:lnTo>
                      <a:pt x="197889" y="143985"/>
                    </a:lnTo>
                    <a:lnTo>
                      <a:pt x="197889" y="330188"/>
                    </a:lnTo>
                    <a:lnTo>
                      <a:pt x="234537" y="330188"/>
                    </a:lnTo>
                    <a:lnTo>
                      <a:pt x="234537" y="126865"/>
                    </a:lnTo>
                    <a:lnTo>
                      <a:pt x="231040" y="120813"/>
                    </a:lnTo>
                    <a:lnTo>
                      <a:pt x="109947" y="50888"/>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Arial"/>
                  <a:ea typeface="Arial"/>
                  <a:cs typeface="Arial"/>
                  <a:sym typeface="Arial"/>
                </a:endParaRPr>
              </a:p>
            </p:txBody>
          </p:sp>
        </p:grpSp>
        <p:grpSp>
          <p:nvGrpSpPr>
            <p:cNvPr id="1147" name="Google Shape;1147;p39"/>
            <p:cNvGrpSpPr/>
            <p:nvPr/>
          </p:nvGrpSpPr>
          <p:grpSpPr>
            <a:xfrm>
              <a:off x="16019494" y="5914891"/>
              <a:ext cx="947120" cy="826726"/>
              <a:chOff x="16019494" y="8623229"/>
              <a:chExt cx="947120" cy="826726"/>
            </a:xfrm>
          </p:grpSpPr>
          <p:sp>
            <p:nvSpPr>
              <p:cNvPr id="1148" name="Google Shape;1148;p39"/>
              <p:cNvSpPr/>
              <p:nvPr/>
            </p:nvSpPr>
            <p:spPr>
              <a:xfrm>
                <a:off x="16040436" y="8645120"/>
                <a:ext cx="904875" cy="522604"/>
              </a:xfrm>
              <a:custGeom>
                <a:rect b="b" l="l" r="r" t="t"/>
                <a:pathLst>
                  <a:path extrusionOk="0" h="522604" w="904875">
                    <a:moveTo>
                      <a:pt x="226171" y="0"/>
                    </a:moveTo>
                    <a:lnTo>
                      <a:pt x="0" y="130582"/>
                    </a:lnTo>
                    <a:lnTo>
                      <a:pt x="678513" y="522319"/>
                    </a:lnTo>
                    <a:lnTo>
                      <a:pt x="904684" y="391747"/>
                    </a:lnTo>
                    <a:lnTo>
                      <a:pt x="226171"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1149" name="Google Shape;1149;p39"/>
              <p:cNvSpPr/>
              <p:nvPr/>
            </p:nvSpPr>
            <p:spPr>
              <a:xfrm>
                <a:off x="16019494" y="8623229"/>
                <a:ext cx="946784" cy="565150"/>
              </a:xfrm>
              <a:custGeom>
                <a:rect b="b" l="l" r="r" t="t"/>
                <a:pathLst>
                  <a:path extrusionOk="0" h="565150" w="946784">
                    <a:moveTo>
                      <a:pt x="251102" y="0"/>
                    </a:moveTo>
                    <a:lnTo>
                      <a:pt x="243123" y="0"/>
                    </a:lnTo>
                    <a:lnTo>
                      <a:pt x="3989" y="138079"/>
                    </a:lnTo>
                    <a:lnTo>
                      <a:pt x="0" y="144990"/>
                    </a:lnTo>
                    <a:lnTo>
                      <a:pt x="0" y="159963"/>
                    </a:lnTo>
                    <a:lnTo>
                      <a:pt x="3989" y="166874"/>
                    </a:lnTo>
                    <a:lnTo>
                      <a:pt x="692230" y="564223"/>
                    </a:lnTo>
                    <a:lnTo>
                      <a:pt x="695842" y="565155"/>
                    </a:lnTo>
                    <a:lnTo>
                      <a:pt x="703078" y="565155"/>
                    </a:lnTo>
                    <a:lnTo>
                      <a:pt x="706690" y="564223"/>
                    </a:lnTo>
                    <a:lnTo>
                      <a:pt x="783222" y="520036"/>
                    </a:lnTo>
                    <a:lnTo>
                      <a:pt x="699455" y="520036"/>
                    </a:lnTo>
                    <a:lnTo>
                      <a:pt x="62825" y="152477"/>
                    </a:lnTo>
                    <a:lnTo>
                      <a:pt x="247112" y="46071"/>
                    </a:lnTo>
                    <a:lnTo>
                      <a:pt x="330899" y="46071"/>
                    </a:lnTo>
                    <a:lnTo>
                      <a:pt x="251102" y="0"/>
                    </a:lnTo>
                    <a:close/>
                  </a:path>
                  <a:path extrusionOk="0" h="565150" w="946784">
                    <a:moveTo>
                      <a:pt x="330899" y="46071"/>
                    </a:moveTo>
                    <a:lnTo>
                      <a:pt x="247112" y="46071"/>
                    </a:lnTo>
                    <a:lnTo>
                      <a:pt x="883742" y="413631"/>
                    </a:lnTo>
                    <a:lnTo>
                      <a:pt x="699455" y="520036"/>
                    </a:lnTo>
                    <a:lnTo>
                      <a:pt x="783222" y="520036"/>
                    </a:lnTo>
                    <a:lnTo>
                      <a:pt x="942578" y="428028"/>
                    </a:lnTo>
                    <a:lnTo>
                      <a:pt x="946568" y="421118"/>
                    </a:lnTo>
                    <a:lnTo>
                      <a:pt x="946568" y="406155"/>
                    </a:lnTo>
                    <a:lnTo>
                      <a:pt x="942578" y="399233"/>
                    </a:lnTo>
                    <a:lnTo>
                      <a:pt x="330899" y="46071"/>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1150" name="Google Shape;1150;p39"/>
              <p:cNvSpPr/>
              <p:nvPr/>
            </p:nvSpPr>
            <p:spPr>
              <a:xfrm>
                <a:off x="16040436" y="8775703"/>
                <a:ext cx="678815" cy="653415"/>
              </a:xfrm>
              <a:custGeom>
                <a:rect b="b" l="l" r="r" t="t"/>
                <a:pathLst>
                  <a:path extrusionOk="0" h="653415" w="678815">
                    <a:moveTo>
                      <a:pt x="0" y="0"/>
                    </a:moveTo>
                    <a:lnTo>
                      <a:pt x="0" y="261164"/>
                    </a:lnTo>
                    <a:lnTo>
                      <a:pt x="678513" y="652901"/>
                    </a:lnTo>
                    <a:lnTo>
                      <a:pt x="678513" y="391736"/>
                    </a:lnTo>
                    <a:lnTo>
                      <a:pt x="0" y="0"/>
                    </a:lnTo>
                    <a:close/>
                  </a:path>
                </a:pathLst>
              </a:custGeom>
              <a:solidFill>
                <a:srgbClr val="00852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1151" name="Google Shape;1151;p39"/>
              <p:cNvSpPr/>
              <p:nvPr/>
            </p:nvSpPr>
            <p:spPr>
              <a:xfrm>
                <a:off x="16019494" y="8753823"/>
                <a:ext cx="720725" cy="695959"/>
              </a:xfrm>
              <a:custGeom>
                <a:rect b="b" l="l" r="r" t="t"/>
                <a:pathLst>
                  <a:path extrusionOk="0" h="695959" w="720725">
                    <a:moveTo>
                      <a:pt x="24931" y="0"/>
                    </a:moveTo>
                    <a:lnTo>
                      <a:pt x="16952" y="0"/>
                    </a:lnTo>
                    <a:lnTo>
                      <a:pt x="3989" y="7486"/>
                    </a:lnTo>
                    <a:lnTo>
                      <a:pt x="0" y="14397"/>
                    </a:lnTo>
                    <a:lnTo>
                      <a:pt x="0" y="290525"/>
                    </a:lnTo>
                    <a:lnTo>
                      <a:pt x="3989" y="297435"/>
                    </a:lnTo>
                    <a:lnTo>
                      <a:pt x="692230" y="694795"/>
                    </a:lnTo>
                    <a:lnTo>
                      <a:pt x="695842" y="695717"/>
                    </a:lnTo>
                    <a:lnTo>
                      <a:pt x="703078" y="695717"/>
                    </a:lnTo>
                    <a:lnTo>
                      <a:pt x="706690" y="694795"/>
                    </a:lnTo>
                    <a:lnTo>
                      <a:pt x="716407" y="689172"/>
                    </a:lnTo>
                    <a:lnTo>
                      <a:pt x="720396" y="682261"/>
                    </a:lnTo>
                    <a:lnTo>
                      <a:pt x="720396" y="638514"/>
                    </a:lnTo>
                    <a:lnTo>
                      <a:pt x="678513" y="638514"/>
                    </a:lnTo>
                    <a:lnTo>
                      <a:pt x="41883" y="270955"/>
                    </a:lnTo>
                    <a:lnTo>
                      <a:pt x="41883" y="58155"/>
                    </a:lnTo>
                    <a:lnTo>
                      <a:pt x="125659" y="58155"/>
                    </a:lnTo>
                    <a:lnTo>
                      <a:pt x="24931" y="0"/>
                    </a:lnTo>
                    <a:close/>
                  </a:path>
                  <a:path extrusionOk="0" h="695959" w="720725">
                    <a:moveTo>
                      <a:pt x="125659" y="58155"/>
                    </a:moveTo>
                    <a:lnTo>
                      <a:pt x="41883" y="58155"/>
                    </a:lnTo>
                    <a:lnTo>
                      <a:pt x="678513" y="425704"/>
                    </a:lnTo>
                    <a:lnTo>
                      <a:pt x="678513" y="638514"/>
                    </a:lnTo>
                    <a:lnTo>
                      <a:pt x="720396" y="638514"/>
                    </a:lnTo>
                    <a:lnTo>
                      <a:pt x="720396" y="406134"/>
                    </a:lnTo>
                    <a:lnTo>
                      <a:pt x="716407" y="399223"/>
                    </a:lnTo>
                    <a:lnTo>
                      <a:pt x="125659" y="58155"/>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1152" name="Google Shape;1152;p39"/>
              <p:cNvSpPr/>
              <p:nvPr/>
            </p:nvSpPr>
            <p:spPr>
              <a:xfrm>
                <a:off x="16718950" y="9036861"/>
                <a:ext cx="226694" cy="391795"/>
              </a:xfrm>
              <a:custGeom>
                <a:rect b="b" l="l" r="r" t="t"/>
                <a:pathLst>
                  <a:path extrusionOk="0" h="391795" w="226694">
                    <a:moveTo>
                      <a:pt x="226171" y="0"/>
                    </a:moveTo>
                    <a:lnTo>
                      <a:pt x="0" y="130582"/>
                    </a:lnTo>
                    <a:lnTo>
                      <a:pt x="0" y="391747"/>
                    </a:lnTo>
                    <a:lnTo>
                      <a:pt x="226171" y="261164"/>
                    </a:lnTo>
                    <a:lnTo>
                      <a:pt x="226171"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1153" name="Google Shape;1153;p39"/>
              <p:cNvSpPr/>
              <p:nvPr/>
            </p:nvSpPr>
            <p:spPr>
              <a:xfrm>
                <a:off x="16698009" y="9014980"/>
                <a:ext cx="268605" cy="434975"/>
              </a:xfrm>
              <a:custGeom>
                <a:rect b="b" l="l" r="r" t="t"/>
                <a:pathLst>
                  <a:path extrusionOk="0" h="434975" w="268605">
                    <a:moveTo>
                      <a:pt x="251112" y="0"/>
                    </a:moveTo>
                    <a:lnTo>
                      <a:pt x="243123" y="0"/>
                    </a:lnTo>
                    <a:lnTo>
                      <a:pt x="3989" y="138069"/>
                    </a:lnTo>
                    <a:lnTo>
                      <a:pt x="0" y="144979"/>
                    </a:lnTo>
                    <a:lnTo>
                      <a:pt x="0" y="421107"/>
                    </a:lnTo>
                    <a:lnTo>
                      <a:pt x="3989" y="428018"/>
                    </a:lnTo>
                    <a:lnTo>
                      <a:pt x="13706" y="433630"/>
                    </a:lnTo>
                    <a:lnTo>
                      <a:pt x="17329" y="434562"/>
                    </a:lnTo>
                    <a:lnTo>
                      <a:pt x="24554" y="434562"/>
                    </a:lnTo>
                    <a:lnTo>
                      <a:pt x="28177" y="433630"/>
                    </a:lnTo>
                    <a:lnTo>
                      <a:pt x="125655" y="377349"/>
                    </a:lnTo>
                    <a:lnTo>
                      <a:pt x="41883" y="377349"/>
                    </a:lnTo>
                    <a:lnTo>
                      <a:pt x="41883" y="164549"/>
                    </a:lnTo>
                    <a:lnTo>
                      <a:pt x="226171" y="58155"/>
                    </a:lnTo>
                    <a:lnTo>
                      <a:pt x="268054" y="58155"/>
                    </a:lnTo>
                    <a:lnTo>
                      <a:pt x="268054" y="14397"/>
                    </a:lnTo>
                    <a:lnTo>
                      <a:pt x="264065" y="7486"/>
                    </a:lnTo>
                    <a:lnTo>
                      <a:pt x="251112" y="0"/>
                    </a:lnTo>
                    <a:close/>
                  </a:path>
                  <a:path extrusionOk="0" h="434975" w="268605">
                    <a:moveTo>
                      <a:pt x="268054" y="58155"/>
                    </a:moveTo>
                    <a:lnTo>
                      <a:pt x="226171" y="58155"/>
                    </a:lnTo>
                    <a:lnTo>
                      <a:pt x="226171" y="270955"/>
                    </a:lnTo>
                    <a:lnTo>
                      <a:pt x="41883" y="377349"/>
                    </a:lnTo>
                    <a:lnTo>
                      <a:pt x="125655" y="377349"/>
                    </a:lnTo>
                    <a:lnTo>
                      <a:pt x="264065" y="297435"/>
                    </a:lnTo>
                    <a:lnTo>
                      <a:pt x="268054" y="290525"/>
                    </a:lnTo>
                    <a:lnTo>
                      <a:pt x="268054" y="58155"/>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grpSp>
        <p:sp>
          <p:nvSpPr>
            <p:cNvPr id="1154" name="Google Shape;1154;p39"/>
            <p:cNvSpPr/>
            <p:nvPr/>
          </p:nvSpPr>
          <p:spPr>
            <a:xfrm>
              <a:off x="16040431" y="6720270"/>
              <a:ext cx="452755" cy="522604"/>
            </a:xfrm>
            <a:custGeom>
              <a:rect b="b" l="l" r="r" t="t"/>
              <a:pathLst>
                <a:path extrusionOk="0" h="522604" w="452755">
                  <a:moveTo>
                    <a:pt x="226171" y="0"/>
                  </a:moveTo>
                  <a:lnTo>
                    <a:pt x="0" y="130582"/>
                  </a:lnTo>
                  <a:lnTo>
                    <a:pt x="0" y="391747"/>
                  </a:lnTo>
                  <a:lnTo>
                    <a:pt x="226171" y="522319"/>
                  </a:lnTo>
                  <a:lnTo>
                    <a:pt x="452342" y="391747"/>
                  </a:lnTo>
                  <a:lnTo>
                    <a:pt x="452342" y="130582"/>
                  </a:lnTo>
                  <a:lnTo>
                    <a:pt x="226171" y="0"/>
                  </a:lnTo>
                  <a:close/>
                </a:path>
              </a:pathLst>
            </a:custGeom>
            <a:solidFill>
              <a:srgbClr val="F9C80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1155" name="Google Shape;1155;p39"/>
            <p:cNvSpPr/>
            <p:nvPr/>
          </p:nvSpPr>
          <p:spPr>
            <a:xfrm>
              <a:off x="16019491" y="6698390"/>
              <a:ext cx="494665" cy="565150"/>
            </a:xfrm>
            <a:custGeom>
              <a:rect b="b" l="l" r="r" t="t"/>
              <a:pathLst>
                <a:path extrusionOk="0" h="565150" w="494665">
                  <a:moveTo>
                    <a:pt x="251102" y="0"/>
                  </a:moveTo>
                  <a:lnTo>
                    <a:pt x="243123" y="0"/>
                  </a:lnTo>
                  <a:lnTo>
                    <a:pt x="3989" y="138069"/>
                  </a:lnTo>
                  <a:lnTo>
                    <a:pt x="0" y="144979"/>
                  </a:lnTo>
                  <a:lnTo>
                    <a:pt x="0" y="421107"/>
                  </a:lnTo>
                  <a:lnTo>
                    <a:pt x="3989" y="428018"/>
                  </a:lnTo>
                  <a:lnTo>
                    <a:pt x="239877" y="564213"/>
                  </a:lnTo>
                  <a:lnTo>
                    <a:pt x="243500" y="565145"/>
                  </a:lnTo>
                  <a:lnTo>
                    <a:pt x="250725" y="565145"/>
                  </a:lnTo>
                  <a:lnTo>
                    <a:pt x="254348" y="564213"/>
                  </a:lnTo>
                  <a:lnTo>
                    <a:pt x="330898" y="520015"/>
                  </a:lnTo>
                  <a:lnTo>
                    <a:pt x="247112" y="520015"/>
                  </a:lnTo>
                  <a:lnTo>
                    <a:pt x="41883" y="401537"/>
                  </a:lnTo>
                  <a:lnTo>
                    <a:pt x="41883" y="164549"/>
                  </a:lnTo>
                  <a:lnTo>
                    <a:pt x="247112" y="46071"/>
                  </a:lnTo>
                  <a:lnTo>
                    <a:pt x="330898" y="46071"/>
                  </a:lnTo>
                  <a:lnTo>
                    <a:pt x="251102" y="0"/>
                  </a:lnTo>
                  <a:close/>
                </a:path>
                <a:path extrusionOk="0" h="565150" w="494665">
                  <a:moveTo>
                    <a:pt x="330898" y="46071"/>
                  </a:moveTo>
                  <a:lnTo>
                    <a:pt x="247112" y="46071"/>
                  </a:lnTo>
                  <a:lnTo>
                    <a:pt x="452342" y="164549"/>
                  </a:lnTo>
                  <a:lnTo>
                    <a:pt x="452342" y="401537"/>
                  </a:lnTo>
                  <a:lnTo>
                    <a:pt x="247112" y="520015"/>
                  </a:lnTo>
                  <a:lnTo>
                    <a:pt x="330898" y="520015"/>
                  </a:lnTo>
                  <a:lnTo>
                    <a:pt x="490236" y="428018"/>
                  </a:lnTo>
                  <a:lnTo>
                    <a:pt x="494225" y="421107"/>
                  </a:lnTo>
                  <a:lnTo>
                    <a:pt x="494225" y="144979"/>
                  </a:lnTo>
                  <a:lnTo>
                    <a:pt x="490236" y="138069"/>
                  </a:lnTo>
                  <a:lnTo>
                    <a:pt x="330898" y="46071"/>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1156" name="Google Shape;1156;p39"/>
            <p:cNvSpPr/>
            <p:nvPr/>
          </p:nvSpPr>
          <p:spPr>
            <a:xfrm>
              <a:off x="16040430" y="6720274"/>
              <a:ext cx="226694" cy="391795"/>
            </a:xfrm>
            <a:custGeom>
              <a:rect b="b" l="l" r="r" t="t"/>
              <a:pathLst>
                <a:path extrusionOk="0" h="391795" w="226694">
                  <a:moveTo>
                    <a:pt x="226171" y="0"/>
                  </a:moveTo>
                  <a:lnTo>
                    <a:pt x="0" y="130571"/>
                  </a:lnTo>
                  <a:lnTo>
                    <a:pt x="0" y="391736"/>
                  </a:lnTo>
                  <a:lnTo>
                    <a:pt x="226171" y="261154"/>
                  </a:lnTo>
                  <a:lnTo>
                    <a:pt x="226171"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1157" name="Google Shape;1157;p39"/>
            <p:cNvSpPr/>
            <p:nvPr/>
          </p:nvSpPr>
          <p:spPr>
            <a:xfrm>
              <a:off x="16019491" y="6698391"/>
              <a:ext cx="268605" cy="434975"/>
            </a:xfrm>
            <a:custGeom>
              <a:rect b="b" l="l" r="r" t="t"/>
              <a:pathLst>
                <a:path extrusionOk="0" h="434975" w="268605">
                  <a:moveTo>
                    <a:pt x="251102" y="0"/>
                  </a:moveTo>
                  <a:lnTo>
                    <a:pt x="243123" y="0"/>
                  </a:lnTo>
                  <a:lnTo>
                    <a:pt x="3989" y="138069"/>
                  </a:lnTo>
                  <a:lnTo>
                    <a:pt x="0" y="144979"/>
                  </a:lnTo>
                  <a:lnTo>
                    <a:pt x="0" y="421107"/>
                  </a:lnTo>
                  <a:lnTo>
                    <a:pt x="3989" y="428018"/>
                  </a:lnTo>
                  <a:lnTo>
                    <a:pt x="13706" y="433630"/>
                  </a:lnTo>
                  <a:lnTo>
                    <a:pt x="17329" y="434562"/>
                  </a:lnTo>
                  <a:lnTo>
                    <a:pt x="24554" y="434562"/>
                  </a:lnTo>
                  <a:lnTo>
                    <a:pt x="28177" y="433630"/>
                  </a:lnTo>
                  <a:lnTo>
                    <a:pt x="125655" y="377349"/>
                  </a:lnTo>
                  <a:lnTo>
                    <a:pt x="41883" y="377349"/>
                  </a:lnTo>
                  <a:lnTo>
                    <a:pt x="41883" y="164549"/>
                  </a:lnTo>
                  <a:lnTo>
                    <a:pt x="226171" y="58155"/>
                  </a:lnTo>
                  <a:lnTo>
                    <a:pt x="268054" y="58155"/>
                  </a:lnTo>
                  <a:lnTo>
                    <a:pt x="268054" y="14397"/>
                  </a:lnTo>
                  <a:lnTo>
                    <a:pt x="264065" y="7486"/>
                  </a:lnTo>
                  <a:lnTo>
                    <a:pt x="251102" y="0"/>
                  </a:lnTo>
                  <a:close/>
                </a:path>
                <a:path extrusionOk="0" h="434975" w="268605">
                  <a:moveTo>
                    <a:pt x="268054" y="58155"/>
                  </a:moveTo>
                  <a:lnTo>
                    <a:pt x="226171" y="58155"/>
                  </a:lnTo>
                  <a:lnTo>
                    <a:pt x="226171" y="270955"/>
                  </a:lnTo>
                  <a:lnTo>
                    <a:pt x="41883" y="377349"/>
                  </a:lnTo>
                  <a:lnTo>
                    <a:pt x="125655" y="377349"/>
                  </a:lnTo>
                  <a:lnTo>
                    <a:pt x="264065" y="297435"/>
                  </a:lnTo>
                  <a:lnTo>
                    <a:pt x="268054" y="290525"/>
                  </a:lnTo>
                  <a:lnTo>
                    <a:pt x="268054" y="58155"/>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1158" name="Google Shape;1158;p39"/>
            <p:cNvSpPr/>
            <p:nvPr/>
          </p:nvSpPr>
          <p:spPr>
            <a:xfrm>
              <a:off x="16266603" y="6720270"/>
              <a:ext cx="226694" cy="391795"/>
            </a:xfrm>
            <a:custGeom>
              <a:rect b="b" l="l" r="r" t="t"/>
              <a:pathLst>
                <a:path extrusionOk="0" h="391795" w="226694">
                  <a:moveTo>
                    <a:pt x="0" y="0"/>
                  </a:moveTo>
                  <a:lnTo>
                    <a:pt x="0" y="261164"/>
                  </a:lnTo>
                  <a:lnTo>
                    <a:pt x="226171" y="391747"/>
                  </a:lnTo>
                  <a:lnTo>
                    <a:pt x="226171" y="130582"/>
                  </a:lnTo>
                  <a:lnTo>
                    <a:pt x="0"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1159" name="Google Shape;1159;p39"/>
            <p:cNvSpPr/>
            <p:nvPr/>
          </p:nvSpPr>
          <p:spPr>
            <a:xfrm>
              <a:off x="16245659" y="6698392"/>
              <a:ext cx="268605" cy="434975"/>
            </a:xfrm>
            <a:custGeom>
              <a:rect b="b" l="l" r="r" t="t"/>
              <a:pathLst>
                <a:path extrusionOk="0" h="434975" w="268605">
                  <a:moveTo>
                    <a:pt x="24931" y="0"/>
                  </a:moveTo>
                  <a:lnTo>
                    <a:pt x="16952" y="0"/>
                  </a:lnTo>
                  <a:lnTo>
                    <a:pt x="3989" y="7486"/>
                  </a:lnTo>
                  <a:lnTo>
                    <a:pt x="0" y="14397"/>
                  </a:lnTo>
                  <a:lnTo>
                    <a:pt x="0" y="290525"/>
                  </a:lnTo>
                  <a:lnTo>
                    <a:pt x="3989" y="297435"/>
                  </a:lnTo>
                  <a:lnTo>
                    <a:pt x="239877" y="433630"/>
                  </a:lnTo>
                  <a:lnTo>
                    <a:pt x="243500" y="434562"/>
                  </a:lnTo>
                  <a:lnTo>
                    <a:pt x="250725" y="434562"/>
                  </a:lnTo>
                  <a:lnTo>
                    <a:pt x="254348" y="433630"/>
                  </a:lnTo>
                  <a:lnTo>
                    <a:pt x="264065" y="428018"/>
                  </a:lnTo>
                  <a:lnTo>
                    <a:pt x="268054" y="421107"/>
                  </a:lnTo>
                  <a:lnTo>
                    <a:pt x="268054" y="377349"/>
                  </a:lnTo>
                  <a:lnTo>
                    <a:pt x="226171" y="377349"/>
                  </a:lnTo>
                  <a:lnTo>
                    <a:pt x="41883" y="270955"/>
                  </a:lnTo>
                  <a:lnTo>
                    <a:pt x="41883" y="58155"/>
                  </a:lnTo>
                  <a:lnTo>
                    <a:pt x="125655" y="58155"/>
                  </a:lnTo>
                  <a:lnTo>
                    <a:pt x="24931" y="0"/>
                  </a:lnTo>
                  <a:close/>
                </a:path>
                <a:path extrusionOk="0" h="434975" w="268605">
                  <a:moveTo>
                    <a:pt x="125655" y="58155"/>
                  </a:moveTo>
                  <a:lnTo>
                    <a:pt x="41883" y="58155"/>
                  </a:lnTo>
                  <a:lnTo>
                    <a:pt x="226171" y="164549"/>
                  </a:lnTo>
                  <a:lnTo>
                    <a:pt x="226171" y="377349"/>
                  </a:lnTo>
                  <a:lnTo>
                    <a:pt x="268054" y="377349"/>
                  </a:lnTo>
                  <a:lnTo>
                    <a:pt x="268054" y="144979"/>
                  </a:lnTo>
                  <a:lnTo>
                    <a:pt x="264065" y="138069"/>
                  </a:lnTo>
                  <a:lnTo>
                    <a:pt x="125655" y="58155"/>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grpSp>
          <p:nvGrpSpPr>
            <p:cNvPr id="1160" name="Google Shape;1160;p39"/>
            <p:cNvGrpSpPr/>
            <p:nvPr/>
          </p:nvGrpSpPr>
          <p:grpSpPr>
            <a:xfrm>
              <a:off x="15340980" y="7090116"/>
              <a:ext cx="1625631" cy="956903"/>
              <a:chOff x="15340980" y="9798453"/>
              <a:chExt cx="1625631" cy="956903"/>
            </a:xfrm>
          </p:grpSpPr>
          <p:sp>
            <p:nvSpPr>
              <p:cNvPr id="1161" name="Google Shape;1161;p39"/>
              <p:cNvSpPr/>
              <p:nvPr/>
            </p:nvSpPr>
            <p:spPr>
              <a:xfrm>
                <a:off x="16019494" y="10190215"/>
                <a:ext cx="268605" cy="434975"/>
              </a:xfrm>
              <a:custGeom>
                <a:rect b="b" l="l" r="r" t="t"/>
                <a:pathLst>
                  <a:path extrusionOk="0" h="434975" w="268605">
                    <a:moveTo>
                      <a:pt x="251112" y="0"/>
                    </a:moveTo>
                    <a:lnTo>
                      <a:pt x="243133" y="0"/>
                    </a:lnTo>
                    <a:lnTo>
                      <a:pt x="3989" y="138058"/>
                    </a:lnTo>
                    <a:lnTo>
                      <a:pt x="0" y="144969"/>
                    </a:lnTo>
                    <a:lnTo>
                      <a:pt x="0" y="421097"/>
                    </a:lnTo>
                    <a:lnTo>
                      <a:pt x="3989" y="428007"/>
                    </a:lnTo>
                    <a:lnTo>
                      <a:pt x="13706" y="433620"/>
                    </a:lnTo>
                    <a:lnTo>
                      <a:pt x="17329" y="434552"/>
                    </a:lnTo>
                    <a:lnTo>
                      <a:pt x="24554" y="434552"/>
                    </a:lnTo>
                    <a:lnTo>
                      <a:pt x="28177" y="433620"/>
                    </a:lnTo>
                    <a:lnTo>
                      <a:pt x="125655" y="377339"/>
                    </a:lnTo>
                    <a:lnTo>
                      <a:pt x="41883" y="377339"/>
                    </a:lnTo>
                    <a:lnTo>
                      <a:pt x="41883" y="164539"/>
                    </a:lnTo>
                    <a:lnTo>
                      <a:pt x="226181" y="58144"/>
                    </a:lnTo>
                    <a:lnTo>
                      <a:pt x="268065" y="58144"/>
                    </a:lnTo>
                    <a:lnTo>
                      <a:pt x="268065" y="14386"/>
                    </a:lnTo>
                    <a:lnTo>
                      <a:pt x="264065" y="7476"/>
                    </a:lnTo>
                    <a:lnTo>
                      <a:pt x="251112" y="0"/>
                    </a:lnTo>
                    <a:close/>
                  </a:path>
                  <a:path extrusionOk="0" h="434975" w="268605">
                    <a:moveTo>
                      <a:pt x="268065" y="58144"/>
                    </a:moveTo>
                    <a:lnTo>
                      <a:pt x="226181" y="58144"/>
                    </a:lnTo>
                    <a:lnTo>
                      <a:pt x="226181" y="270944"/>
                    </a:lnTo>
                    <a:lnTo>
                      <a:pt x="41883" y="377339"/>
                    </a:lnTo>
                    <a:lnTo>
                      <a:pt x="125655" y="377339"/>
                    </a:lnTo>
                    <a:lnTo>
                      <a:pt x="264065" y="297425"/>
                    </a:lnTo>
                    <a:lnTo>
                      <a:pt x="268065" y="290514"/>
                    </a:lnTo>
                    <a:lnTo>
                      <a:pt x="268065" y="58144"/>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1162" name="Google Shape;1162;p39"/>
              <p:cNvSpPr/>
              <p:nvPr/>
            </p:nvSpPr>
            <p:spPr>
              <a:xfrm>
                <a:off x="15361920" y="9950926"/>
                <a:ext cx="678815" cy="653415"/>
              </a:xfrm>
              <a:custGeom>
                <a:rect b="b" l="l" r="r" t="t"/>
                <a:pathLst>
                  <a:path extrusionOk="0" h="653415" w="678815">
                    <a:moveTo>
                      <a:pt x="0" y="0"/>
                    </a:moveTo>
                    <a:lnTo>
                      <a:pt x="0" y="261164"/>
                    </a:lnTo>
                    <a:lnTo>
                      <a:pt x="678513" y="652901"/>
                    </a:lnTo>
                    <a:lnTo>
                      <a:pt x="678513" y="391736"/>
                    </a:lnTo>
                    <a:lnTo>
                      <a:pt x="0" y="0"/>
                    </a:lnTo>
                    <a:close/>
                  </a:path>
                </a:pathLst>
              </a:custGeom>
              <a:solidFill>
                <a:srgbClr val="901F7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1163" name="Google Shape;1163;p39"/>
              <p:cNvSpPr/>
              <p:nvPr/>
            </p:nvSpPr>
            <p:spPr>
              <a:xfrm>
                <a:off x="15340980" y="9929047"/>
                <a:ext cx="720725" cy="695959"/>
              </a:xfrm>
              <a:custGeom>
                <a:rect b="b" l="l" r="r" t="t"/>
                <a:pathLst>
                  <a:path extrusionOk="0" h="695959" w="720725">
                    <a:moveTo>
                      <a:pt x="24931" y="0"/>
                    </a:moveTo>
                    <a:lnTo>
                      <a:pt x="16952" y="0"/>
                    </a:lnTo>
                    <a:lnTo>
                      <a:pt x="3989" y="7486"/>
                    </a:lnTo>
                    <a:lnTo>
                      <a:pt x="0" y="14397"/>
                    </a:lnTo>
                    <a:lnTo>
                      <a:pt x="0" y="290525"/>
                    </a:lnTo>
                    <a:lnTo>
                      <a:pt x="3989" y="297435"/>
                    </a:lnTo>
                    <a:lnTo>
                      <a:pt x="692219" y="694795"/>
                    </a:lnTo>
                    <a:lnTo>
                      <a:pt x="695842" y="695717"/>
                    </a:lnTo>
                    <a:lnTo>
                      <a:pt x="703067" y="695717"/>
                    </a:lnTo>
                    <a:lnTo>
                      <a:pt x="706690" y="694795"/>
                    </a:lnTo>
                    <a:lnTo>
                      <a:pt x="716407" y="689172"/>
                    </a:lnTo>
                    <a:lnTo>
                      <a:pt x="720396" y="682261"/>
                    </a:lnTo>
                    <a:lnTo>
                      <a:pt x="720396" y="638514"/>
                    </a:lnTo>
                    <a:lnTo>
                      <a:pt x="678513" y="638514"/>
                    </a:lnTo>
                    <a:lnTo>
                      <a:pt x="41883" y="270955"/>
                    </a:lnTo>
                    <a:lnTo>
                      <a:pt x="41883" y="58155"/>
                    </a:lnTo>
                    <a:lnTo>
                      <a:pt x="125659" y="58155"/>
                    </a:lnTo>
                    <a:lnTo>
                      <a:pt x="24931" y="0"/>
                    </a:lnTo>
                    <a:close/>
                  </a:path>
                  <a:path extrusionOk="0" h="695959" w="720725">
                    <a:moveTo>
                      <a:pt x="125659" y="58155"/>
                    </a:moveTo>
                    <a:lnTo>
                      <a:pt x="41883" y="58155"/>
                    </a:lnTo>
                    <a:lnTo>
                      <a:pt x="678513" y="425704"/>
                    </a:lnTo>
                    <a:lnTo>
                      <a:pt x="678513" y="638514"/>
                    </a:lnTo>
                    <a:lnTo>
                      <a:pt x="720396" y="638514"/>
                    </a:lnTo>
                    <a:lnTo>
                      <a:pt x="720396" y="406134"/>
                    </a:lnTo>
                    <a:lnTo>
                      <a:pt x="716407" y="399223"/>
                    </a:lnTo>
                    <a:lnTo>
                      <a:pt x="125659" y="58155"/>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1164" name="Google Shape;1164;p39"/>
              <p:cNvSpPr/>
              <p:nvPr/>
            </p:nvSpPr>
            <p:spPr>
              <a:xfrm>
                <a:off x="15361919" y="9820344"/>
                <a:ext cx="904875" cy="522604"/>
              </a:xfrm>
              <a:custGeom>
                <a:rect b="b" l="l" r="r" t="t"/>
                <a:pathLst>
                  <a:path extrusionOk="0" h="522604" w="904875">
                    <a:moveTo>
                      <a:pt x="226171" y="0"/>
                    </a:moveTo>
                    <a:lnTo>
                      <a:pt x="0" y="130582"/>
                    </a:lnTo>
                    <a:lnTo>
                      <a:pt x="678513" y="522319"/>
                    </a:lnTo>
                    <a:lnTo>
                      <a:pt x="904694" y="391747"/>
                    </a:lnTo>
                    <a:lnTo>
                      <a:pt x="226171"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1165" name="Google Shape;1165;p39"/>
              <p:cNvSpPr/>
              <p:nvPr/>
            </p:nvSpPr>
            <p:spPr>
              <a:xfrm>
                <a:off x="15340980" y="9798453"/>
                <a:ext cx="946784" cy="565150"/>
              </a:xfrm>
              <a:custGeom>
                <a:rect b="b" l="l" r="r" t="t"/>
                <a:pathLst>
                  <a:path extrusionOk="0" h="565150" w="946784">
                    <a:moveTo>
                      <a:pt x="251102" y="0"/>
                    </a:moveTo>
                    <a:lnTo>
                      <a:pt x="243123" y="0"/>
                    </a:lnTo>
                    <a:lnTo>
                      <a:pt x="3989" y="138079"/>
                    </a:lnTo>
                    <a:lnTo>
                      <a:pt x="0" y="144990"/>
                    </a:lnTo>
                    <a:lnTo>
                      <a:pt x="0" y="159963"/>
                    </a:lnTo>
                    <a:lnTo>
                      <a:pt x="3989" y="166874"/>
                    </a:lnTo>
                    <a:lnTo>
                      <a:pt x="692219" y="564223"/>
                    </a:lnTo>
                    <a:lnTo>
                      <a:pt x="695842" y="565155"/>
                    </a:lnTo>
                    <a:lnTo>
                      <a:pt x="703067" y="565155"/>
                    </a:lnTo>
                    <a:lnTo>
                      <a:pt x="706690" y="564223"/>
                    </a:lnTo>
                    <a:lnTo>
                      <a:pt x="783225" y="520036"/>
                    </a:lnTo>
                    <a:lnTo>
                      <a:pt x="699455" y="520036"/>
                    </a:lnTo>
                    <a:lnTo>
                      <a:pt x="62825" y="152477"/>
                    </a:lnTo>
                    <a:lnTo>
                      <a:pt x="247112" y="46071"/>
                    </a:lnTo>
                    <a:lnTo>
                      <a:pt x="330900" y="46071"/>
                    </a:lnTo>
                    <a:lnTo>
                      <a:pt x="251102" y="0"/>
                    </a:lnTo>
                    <a:close/>
                  </a:path>
                  <a:path extrusionOk="0" h="565150" w="946784">
                    <a:moveTo>
                      <a:pt x="330900" y="46071"/>
                    </a:moveTo>
                    <a:lnTo>
                      <a:pt x="247112" y="46071"/>
                    </a:lnTo>
                    <a:lnTo>
                      <a:pt x="883753" y="413631"/>
                    </a:lnTo>
                    <a:lnTo>
                      <a:pt x="699455" y="520036"/>
                    </a:lnTo>
                    <a:lnTo>
                      <a:pt x="783225" y="520036"/>
                    </a:lnTo>
                    <a:lnTo>
                      <a:pt x="942589" y="428028"/>
                    </a:lnTo>
                    <a:lnTo>
                      <a:pt x="946578" y="421118"/>
                    </a:lnTo>
                    <a:lnTo>
                      <a:pt x="946578" y="406155"/>
                    </a:lnTo>
                    <a:lnTo>
                      <a:pt x="942589" y="399233"/>
                    </a:lnTo>
                    <a:lnTo>
                      <a:pt x="330900" y="46071"/>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1166" name="Google Shape;1166;p39"/>
              <p:cNvSpPr/>
              <p:nvPr/>
            </p:nvSpPr>
            <p:spPr>
              <a:xfrm>
                <a:off x="16040434" y="10212091"/>
                <a:ext cx="904875" cy="522604"/>
              </a:xfrm>
              <a:custGeom>
                <a:rect b="b" l="l" r="r" t="t"/>
                <a:pathLst>
                  <a:path extrusionOk="0" h="522604" w="904875">
                    <a:moveTo>
                      <a:pt x="678513" y="0"/>
                    </a:moveTo>
                    <a:lnTo>
                      <a:pt x="0" y="391736"/>
                    </a:lnTo>
                    <a:lnTo>
                      <a:pt x="226171" y="522319"/>
                    </a:lnTo>
                    <a:lnTo>
                      <a:pt x="904684" y="130571"/>
                    </a:lnTo>
                    <a:lnTo>
                      <a:pt x="678513"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1167" name="Google Shape;1167;p39"/>
              <p:cNvSpPr/>
              <p:nvPr/>
            </p:nvSpPr>
            <p:spPr>
              <a:xfrm>
                <a:off x="16019494" y="10190206"/>
                <a:ext cx="946784" cy="565150"/>
              </a:xfrm>
              <a:custGeom>
                <a:rect b="b" l="l" r="r" t="t"/>
                <a:pathLst>
                  <a:path extrusionOk="0" h="565150" w="946784">
                    <a:moveTo>
                      <a:pt x="703444" y="0"/>
                    </a:moveTo>
                    <a:lnTo>
                      <a:pt x="695465" y="0"/>
                    </a:lnTo>
                    <a:lnTo>
                      <a:pt x="3989" y="399223"/>
                    </a:lnTo>
                    <a:lnTo>
                      <a:pt x="0" y="406134"/>
                    </a:lnTo>
                    <a:lnTo>
                      <a:pt x="0" y="421107"/>
                    </a:lnTo>
                    <a:lnTo>
                      <a:pt x="3989" y="428018"/>
                    </a:lnTo>
                    <a:lnTo>
                      <a:pt x="239877" y="564223"/>
                    </a:lnTo>
                    <a:lnTo>
                      <a:pt x="243500" y="565155"/>
                    </a:lnTo>
                    <a:lnTo>
                      <a:pt x="250725" y="565155"/>
                    </a:lnTo>
                    <a:lnTo>
                      <a:pt x="254348" y="564223"/>
                    </a:lnTo>
                    <a:lnTo>
                      <a:pt x="330898" y="520026"/>
                    </a:lnTo>
                    <a:lnTo>
                      <a:pt x="247112" y="520026"/>
                    </a:lnTo>
                    <a:lnTo>
                      <a:pt x="62825" y="413620"/>
                    </a:lnTo>
                    <a:lnTo>
                      <a:pt x="699455" y="46061"/>
                    </a:lnTo>
                    <a:lnTo>
                      <a:pt x="783222" y="46061"/>
                    </a:lnTo>
                    <a:lnTo>
                      <a:pt x="703444" y="0"/>
                    </a:lnTo>
                    <a:close/>
                  </a:path>
                  <a:path extrusionOk="0" h="565150" w="946784">
                    <a:moveTo>
                      <a:pt x="783222" y="46061"/>
                    </a:moveTo>
                    <a:lnTo>
                      <a:pt x="699455" y="46061"/>
                    </a:lnTo>
                    <a:lnTo>
                      <a:pt x="883742" y="152466"/>
                    </a:lnTo>
                    <a:lnTo>
                      <a:pt x="247112" y="520026"/>
                    </a:lnTo>
                    <a:lnTo>
                      <a:pt x="330898" y="520026"/>
                    </a:lnTo>
                    <a:lnTo>
                      <a:pt x="942578" y="166864"/>
                    </a:lnTo>
                    <a:lnTo>
                      <a:pt x="946568" y="159942"/>
                    </a:lnTo>
                    <a:lnTo>
                      <a:pt x="946568" y="144979"/>
                    </a:lnTo>
                    <a:lnTo>
                      <a:pt x="942578" y="138069"/>
                    </a:lnTo>
                    <a:lnTo>
                      <a:pt x="783222" y="46061"/>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1168" name="Google Shape;1168;p39"/>
              <p:cNvSpPr/>
              <p:nvPr/>
            </p:nvSpPr>
            <p:spPr>
              <a:xfrm>
                <a:off x="16040434" y="9950926"/>
                <a:ext cx="678815" cy="653415"/>
              </a:xfrm>
              <a:custGeom>
                <a:rect b="b" l="l" r="r" t="t"/>
                <a:pathLst>
                  <a:path extrusionOk="0" h="653415" w="678815">
                    <a:moveTo>
                      <a:pt x="678513" y="0"/>
                    </a:moveTo>
                    <a:lnTo>
                      <a:pt x="0" y="391736"/>
                    </a:lnTo>
                    <a:lnTo>
                      <a:pt x="0" y="652901"/>
                    </a:lnTo>
                    <a:lnTo>
                      <a:pt x="678513" y="261164"/>
                    </a:lnTo>
                    <a:lnTo>
                      <a:pt x="678513" y="0"/>
                    </a:lnTo>
                    <a:close/>
                  </a:path>
                </a:pathLst>
              </a:custGeom>
              <a:solidFill>
                <a:srgbClr val="CC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1169" name="Google Shape;1169;p39"/>
              <p:cNvSpPr/>
              <p:nvPr/>
            </p:nvSpPr>
            <p:spPr>
              <a:xfrm>
                <a:off x="16019494" y="9929050"/>
                <a:ext cx="720725" cy="695959"/>
              </a:xfrm>
              <a:custGeom>
                <a:rect b="b" l="l" r="r" t="t"/>
                <a:pathLst>
                  <a:path extrusionOk="0" h="695959" w="720725">
                    <a:moveTo>
                      <a:pt x="703444" y="0"/>
                    </a:moveTo>
                    <a:lnTo>
                      <a:pt x="695465" y="0"/>
                    </a:lnTo>
                    <a:lnTo>
                      <a:pt x="3989" y="399223"/>
                    </a:lnTo>
                    <a:lnTo>
                      <a:pt x="0" y="406134"/>
                    </a:lnTo>
                    <a:lnTo>
                      <a:pt x="0" y="682261"/>
                    </a:lnTo>
                    <a:lnTo>
                      <a:pt x="3989" y="689172"/>
                    </a:lnTo>
                    <a:lnTo>
                      <a:pt x="13706" y="694785"/>
                    </a:lnTo>
                    <a:lnTo>
                      <a:pt x="17329" y="695717"/>
                    </a:lnTo>
                    <a:lnTo>
                      <a:pt x="24554" y="695717"/>
                    </a:lnTo>
                    <a:lnTo>
                      <a:pt x="28177" y="694785"/>
                    </a:lnTo>
                    <a:lnTo>
                      <a:pt x="125658" y="638504"/>
                    </a:lnTo>
                    <a:lnTo>
                      <a:pt x="41883" y="638504"/>
                    </a:lnTo>
                    <a:lnTo>
                      <a:pt x="41883" y="425704"/>
                    </a:lnTo>
                    <a:lnTo>
                      <a:pt x="678513" y="58144"/>
                    </a:lnTo>
                    <a:lnTo>
                      <a:pt x="720396" y="58144"/>
                    </a:lnTo>
                    <a:lnTo>
                      <a:pt x="720396" y="14397"/>
                    </a:lnTo>
                    <a:lnTo>
                      <a:pt x="716407" y="7486"/>
                    </a:lnTo>
                    <a:lnTo>
                      <a:pt x="703444" y="0"/>
                    </a:lnTo>
                    <a:close/>
                  </a:path>
                  <a:path extrusionOk="0" h="695959" w="720725">
                    <a:moveTo>
                      <a:pt x="720396" y="58144"/>
                    </a:moveTo>
                    <a:lnTo>
                      <a:pt x="678513" y="58144"/>
                    </a:lnTo>
                    <a:lnTo>
                      <a:pt x="678513" y="270955"/>
                    </a:lnTo>
                    <a:lnTo>
                      <a:pt x="41883" y="638504"/>
                    </a:lnTo>
                    <a:lnTo>
                      <a:pt x="125658" y="638504"/>
                    </a:lnTo>
                    <a:lnTo>
                      <a:pt x="716407" y="297435"/>
                    </a:lnTo>
                    <a:lnTo>
                      <a:pt x="720396" y="290525"/>
                    </a:lnTo>
                    <a:lnTo>
                      <a:pt x="720396" y="58144"/>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1170" name="Google Shape;1170;p39"/>
              <p:cNvSpPr/>
              <p:nvPr/>
            </p:nvSpPr>
            <p:spPr>
              <a:xfrm>
                <a:off x="16718948" y="9950922"/>
                <a:ext cx="226694" cy="391795"/>
              </a:xfrm>
              <a:custGeom>
                <a:rect b="b" l="l" r="r" t="t"/>
                <a:pathLst>
                  <a:path extrusionOk="0" h="391795" w="226694">
                    <a:moveTo>
                      <a:pt x="0" y="0"/>
                    </a:moveTo>
                    <a:lnTo>
                      <a:pt x="0" y="261164"/>
                    </a:lnTo>
                    <a:lnTo>
                      <a:pt x="226171" y="391747"/>
                    </a:lnTo>
                    <a:lnTo>
                      <a:pt x="226171" y="130582"/>
                    </a:lnTo>
                    <a:lnTo>
                      <a:pt x="0"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1171" name="Google Shape;1171;p39"/>
              <p:cNvSpPr/>
              <p:nvPr/>
            </p:nvSpPr>
            <p:spPr>
              <a:xfrm>
                <a:off x="16698006" y="9929047"/>
                <a:ext cx="268605" cy="434975"/>
              </a:xfrm>
              <a:custGeom>
                <a:rect b="b" l="l" r="r" t="t"/>
                <a:pathLst>
                  <a:path extrusionOk="0" h="434975" w="268605">
                    <a:moveTo>
                      <a:pt x="24931" y="0"/>
                    </a:moveTo>
                    <a:lnTo>
                      <a:pt x="16952" y="0"/>
                    </a:lnTo>
                    <a:lnTo>
                      <a:pt x="3989" y="7486"/>
                    </a:lnTo>
                    <a:lnTo>
                      <a:pt x="0" y="14397"/>
                    </a:lnTo>
                    <a:lnTo>
                      <a:pt x="0" y="290525"/>
                    </a:lnTo>
                    <a:lnTo>
                      <a:pt x="3989" y="297435"/>
                    </a:lnTo>
                    <a:lnTo>
                      <a:pt x="239877" y="433630"/>
                    </a:lnTo>
                    <a:lnTo>
                      <a:pt x="243500" y="434562"/>
                    </a:lnTo>
                    <a:lnTo>
                      <a:pt x="250725" y="434562"/>
                    </a:lnTo>
                    <a:lnTo>
                      <a:pt x="254348" y="433630"/>
                    </a:lnTo>
                    <a:lnTo>
                      <a:pt x="264065" y="428018"/>
                    </a:lnTo>
                    <a:lnTo>
                      <a:pt x="268054" y="421107"/>
                    </a:lnTo>
                    <a:lnTo>
                      <a:pt x="268054" y="377349"/>
                    </a:lnTo>
                    <a:lnTo>
                      <a:pt x="226171" y="377349"/>
                    </a:lnTo>
                    <a:lnTo>
                      <a:pt x="41883" y="270955"/>
                    </a:lnTo>
                    <a:lnTo>
                      <a:pt x="41883" y="58155"/>
                    </a:lnTo>
                    <a:lnTo>
                      <a:pt x="125655" y="58155"/>
                    </a:lnTo>
                    <a:lnTo>
                      <a:pt x="24931" y="0"/>
                    </a:lnTo>
                    <a:close/>
                  </a:path>
                  <a:path extrusionOk="0" h="434975" w="268605">
                    <a:moveTo>
                      <a:pt x="125655" y="58155"/>
                    </a:moveTo>
                    <a:lnTo>
                      <a:pt x="41883" y="58155"/>
                    </a:lnTo>
                    <a:lnTo>
                      <a:pt x="226171" y="164549"/>
                    </a:lnTo>
                    <a:lnTo>
                      <a:pt x="226171" y="377349"/>
                    </a:lnTo>
                    <a:lnTo>
                      <a:pt x="268054" y="377349"/>
                    </a:lnTo>
                    <a:lnTo>
                      <a:pt x="268054" y="144979"/>
                    </a:lnTo>
                    <a:lnTo>
                      <a:pt x="264065" y="138069"/>
                    </a:lnTo>
                    <a:lnTo>
                      <a:pt x="125655" y="58155"/>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grpSp>
        <p:grpSp>
          <p:nvGrpSpPr>
            <p:cNvPr id="1172" name="Google Shape;1172;p39"/>
            <p:cNvGrpSpPr/>
            <p:nvPr/>
          </p:nvGrpSpPr>
          <p:grpSpPr>
            <a:xfrm>
              <a:off x="15340980" y="6306640"/>
              <a:ext cx="494777" cy="1087528"/>
              <a:chOff x="15340980" y="9014977"/>
              <a:chExt cx="494777" cy="1087528"/>
            </a:xfrm>
          </p:grpSpPr>
          <p:sp>
            <p:nvSpPr>
              <p:cNvPr id="1173" name="Google Shape;1173;p39"/>
              <p:cNvSpPr/>
              <p:nvPr/>
            </p:nvSpPr>
            <p:spPr>
              <a:xfrm>
                <a:off x="15588091" y="9167438"/>
                <a:ext cx="226694" cy="914400"/>
              </a:xfrm>
              <a:custGeom>
                <a:rect b="b" l="l" r="r" t="t"/>
                <a:pathLst>
                  <a:path extrusionOk="0" h="914400" w="226694">
                    <a:moveTo>
                      <a:pt x="226171" y="0"/>
                    </a:moveTo>
                    <a:lnTo>
                      <a:pt x="0" y="130582"/>
                    </a:lnTo>
                    <a:lnTo>
                      <a:pt x="0" y="914066"/>
                    </a:lnTo>
                    <a:lnTo>
                      <a:pt x="226171" y="783483"/>
                    </a:lnTo>
                    <a:lnTo>
                      <a:pt x="226171"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1174" name="Google Shape;1174;p39"/>
              <p:cNvSpPr/>
              <p:nvPr/>
            </p:nvSpPr>
            <p:spPr>
              <a:xfrm>
                <a:off x="15567152" y="9145560"/>
                <a:ext cx="268605" cy="956945"/>
              </a:xfrm>
              <a:custGeom>
                <a:rect b="b" l="l" r="r" t="t"/>
                <a:pathLst>
                  <a:path extrusionOk="0" h="956945" w="268605">
                    <a:moveTo>
                      <a:pt x="251102" y="0"/>
                    </a:moveTo>
                    <a:lnTo>
                      <a:pt x="243123" y="0"/>
                    </a:lnTo>
                    <a:lnTo>
                      <a:pt x="3989" y="138069"/>
                    </a:lnTo>
                    <a:lnTo>
                      <a:pt x="0" y="144979"/>
                    </a:lnTo>
                    <a:lnTo>
                      <a:pt x="0" y="943426"/>
                    </a:lnTo>
                    <a:lnTo>
                      <a:pt x="3989" y="950337"/>
                    </a:lnTo>
                    <a:lnTo>
                      <a:pt x="13706" y="955949"/>
                    </a:lnTo>
                    <a:lnTo>
                      <a:pt x="17329" y="956881"/>
                    </a:lnTo>
                    <a:lnTo>
                      <a:pt x="24554" y="956881"/>
                    </a:lnTo>
                    <a:lnTo>
                      <a:pt x="28177" y="955949"/>
                    </a:lnTo>
                    <a:lnTo>
                      <a:pt x="125655" y="899668"/>
                    </a:lnTo>
                    <a:lnTo>
                      <a:pt x="41883" y="899668"/>
                    </a:lnTo>
                    <a:lnTo>
                      <a:pt x="41883" y="164549"/>
                    </a:lnTo>
                    <a:lnTo>
                      <a:pt x="226171" y="58155"/>
                    </a:lnTo>
                    <a:lnTo>
                      <a:pt x="268054" y="58155"/>
                    </a:lnTo>
                    <a:lnTo>
                      <a:pt x="268054" y="14397"/>
                    </a:lnTo>
                    <a:lnTo>
                      <a:pt x="264065" y="7486"/>
                    </a:lnTo>
                    <a:lnTo>
                      <a:pt x="251102" y="0"/>
                    </a:lnTo>
                    <a:close/>
                  </a:path>
                  <a:path extrusionOk="0" h="956945" w="268605">
                    <a:moveTo>
                      <a:pt x="268054" y="58155"/>
                    </a:moveTo>
                    <a:lnTo>
                      <a:pt x="226171" y="58155"/>
                    </a:lnTo>
                    <a:lnTo>
                      <a:pt x="226171" y="793274"/>
                    </a:lnTo>
                    <a:lnTo>
                      <a:pt x="41883" y="899668"/>
                    </a:lnTo>
                    <a:lnTo>
                      <a:pt x="125655" y="899668"/>
                    </a:lnTo>
                    <a:lnTo>
                      <a:pt x="264065" y="819755"/>
                    </a:lnTo>
                    <a:lnTo>
                      <a:pt x="268054" y="812844"/>
                    </a:lnTo>
                    <a:lnTo>
                      <a:pt x="268054" y="58155"/>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1175" name="Google Shape;1175;p39"/>
              <p:cNvSpPr/>
              <p:nvPr/>
            </p:nvSpPr>
            <p:spPr>
              <a:xfrm>
                <a:off x="15361919" y="9167441"/>
                <a:ext cx="226694" cy="914400"/>
              </a:xfrm>
              <a:custGeom>
                <a:rect b="b" l="l" r="r" t="t"/>
                <a:pathLst>
                  <a:path extrusionOk="0" h="914400" w="226694">
                    <a:moveTo>
                      <a:pt x="0" y="0"/>
                    </a:moveTo>
                    <a:lnTo>
                      <a:pt x="0" y="783483"/>
                    </a:lnTo>
                    <a:lnTo>
                      <a:pt x="226171" y="914066"/>
                    </a:lnTo>
                    <a:lnTo>
                      <a:pt x="226171" y="130582"/>
                    </a:lnTo>
                    <a:lnTo>
                      <a:pt x="0" y="0"/>
                    </a:lnTo>
                    <a:close/>
                  </a:path>
                </a:pathLst>
              </a:custGeom>
              <a:solidFill>
                <a:srgbClr val="1D59A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1176" name="Google Shape;1176;p39"/>
              <p:cNvSpPr/>
              <p:nvPr/>
            </p:nvSpPr>
            <p:spPr>
              <a:xfrm>
                <a:off x="15340980" y="9145559"/>
                <a:ext cx="268605" cy="956945"/>
              </a:xfrm>
              <a:custGeom>
                <a:rect b="b" l="l" r="r" t="t"/>
                <a:pathLst>
                  <a:path extrusionOk="0" h="956945" w="268605">
                    <a:moveTo>
                      <a:pt x="24931" y="0"/>
                    </a:moveTo>
                    <a:lnTo>
                      <a:pt x="16952" y="0"/>
                    </a:lnTo>
                    <a:lnTo>
                      <a:pt x="3989" y="7486"/>
                    </a:lnTo>
                    <a:lnTo>
                      <a:pt x="0" y="14397"/>
                    </a:lnTo>
                    <a:lnTo>
                      <a:pt x="0" y="812844"/>
                    </a:lnTo>
                    <a:lnTo>
                      <a:pt x="3989" y="819755"/>
                    </a:lnTo>
                    <a:lnTo>
                      <a:pt x="239877" y="955949"/>
                    </a:lnTo>
                    <a:lnTo>
                      <a:pt x="243500" y="956881"/>
                    </a:lnTo>
                    <a:lnTo>
                      <a:pt x="250725" y="956881"/>
                    </a:lnTo>
                    <a:lnTo>
                      <a:pt x="254348" y="955949"/>
                    </a:lnTo>
                    <a:lnTo>
                      <a:pt x="264065" y="950337"/>
                    </a:lnTo>
                    <a:lnTo>
                      <a:pt x="268054" y="943426"/>
                    </a:lnTo>
                    <a:lnTo>
                      <a:pt x="268054" y="899668"/>
                    </a:lnTo>
                    <a:lnTo>
                      <a:pt x="226171" y="899668"/>
                    </a:lnTo>
                    <a:lnTo>
                      <a:pt x="41883" y="793274"/>
                    </a:lnTo>
                    <a:lnTo>
                      <a:pt x="41883" y="58155"/>
                    </a:lnTo>
                    <a:lnTo>
                      <a:pt x="125655" y="58155"/>
                    </a:lnTo>
                    <a:lnTo>
                      <a:pt x="24931" y="0"/>
                    </a:lnTo>
                    <a:close/>
                  </a:path>
                  <a:path extrusionOk="0" h="956945" w="268605">
                    <a:moveTo>
                      <a:pt x="125655" y="58155"/>
                    </a:moveTo>
                    <a:lnTo>
                      <a:pt x="41883" y="58155"/>
                    </a:lnTo>
                    <a:lnTo>
                      <a:pt x="226171" y="164549"/>
                    </a:lnTo>
                    <a:lnTo>
                      <a:pt x="226171" y="899668"/>
                    </a:lnTo>
                    <a:lnTo>
                      <a:pt x="268054" y="899668"/>
                    </a:lnTo>
                    <a:lnTo>
                      <a:pt x="268054" y="144979"/>
                    </a:lnTo>
                    <a:lnTo>
                      <a:pt x="264065" y="138069"/>
                    </a:lnTo>
                    <a:lnTo>
                      <a:pt x="125655" y="58155"/>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1177" name="Google Shape;1177;p39"/>
              <p:cNvSpPr/>
              <p:nvPr/>
            </p:nvSpPr>
            <p:spPr>
              <a:xfrm>
                <a:off x="15361920" y="9036859"/>
                <a:ext cx="452755" cy="261620"/>
              </a:xfrm>
              <a:custGeom>
                <a:rect b="b" l="l" r="r" t="t"/>
                <a:pathLst>
                  <a:path extrusionOk="0" h="261620" w="452755">
                    <a:moveTo>
                      <a:pt x="226171" y="0"/>
                    </a:moveTo>
                    <a:lnTo>
                      <a:pt x="0" y="130582"/>
                    </a:lnTo>
                    <a:lnTo>
                      <a:pt x="226171" y="261164"/>
                    </a:lnTo>
                    <a:lnTo>
                      <a:pt x="452342" y="130582"/>
                    </a:lnTo>
                    <a:lnTo>
                      <a:pt x="226171"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1178" name="Google Shape;1178;p39"/>
              <p:cNvSpPr/>
              <p:nvPr/>
            </p:nvSpPr>
            <p:spPr>
              <a:xfrm>
                <a:off x="15340980" y="9014977"/>
                <a:ext cx="494665" cy="304165"/>
              </a:xfrm>
              <a:custGeom>
                <a:rect b="b" l="l" r="r" t="t"/>
                <a:pathLst>
                  <a:path extrusionOk="0" h="304165" w="494665">
                    <a:moveTo>
                      <a:pt x="251102" y="0"/>
                    </a:moveTo>
                    <a:lnTo>
                      <a:pt x="243123" y="0"/>
                    </a:lnTo>
                    <a:lnTo>
                      <a:pt x="3989" y="138069"/>
                    </a:lnTo>
                    <a:lnTo>
                      <a:pt x="0" y="144979"/>
                    </a:lnTo>
                    <a:lnTo>
                      <a:pt x="0" y="159953"/>
                    </a:lnTo>
                    <a:lnTo>
                      <a:pt x="3989" y="166864"/>
                    </a:lnTo>
                    <a:lnTo>
                      <a:pt x="239877" y="303058"/>
                    </a:lnTo>
                    <a:lnTo>
                      <a:pt x="243500" y="303990"/>
                    </a:lnTo>
                    <a:lnTo>
                      <a:pt x="250725" y="303990"/>
                    </a:lnTo>
                    <a:lnTo>
                      <a:pt x="254348" y="303058"/>
                    </a:lnTo>
                    <a:lnTo>
                      <a:pt x="330898" y="258861"/>
                    </a:lnTo>
                    <a:lnTo>
                      <a:pt x="247112" y="258861"/>
                    </a:lnTo>
                    <a:lnTo>
                      <a:pt x="62825" y="152466"/>
                    </a:lnTo>
                    <a:lnTo>
                      <a:pt x="247112" y="46071"/>
                    </a:lnTo>
                    <a:lnTo>
                      <a:pt x="330898" y="46071"/>
                    </a:lnTo>
                    <a:lnTo>
                      <a:pt x="251102" y="0"/>
                    </a:lnTo>
                    <a:close/>
                  </a:path>
                  <a:path extrusionOk="0" h="304165" w="494665">
                    <a:moveTo>
                      <a:pt x="330898" y="46071"/>
                    </a:moveTo>
                    <a:lnTo>
                      <a:pt x="247112" y="46071"/>
                    </a:lnTo>
                    <a:lnTo>
                      <a:pt x="431400" y="152466"/>
                    </a:lnTo>
                    <a:lnTo>
                      <a:pt x="247112" y="258861"/>
                    </a:lnTo>
                    <a:lnTo>
                      <a:pt x="330898" y="258861"/>
                    </a:lnTo>
                    <a:lnTo>
                      <a:pt x="490236" y="166864"/>
                    </a:lnTo>
                    <a:lnTo>
                      <a:pt x="494225" y="159953"/>
                    </a:lnTo>
                    <a:lnTo>
                      <a:pt x="494225" y="144979"/>
                    </a:lnTo>
                    <a:lnTo>
                      <a:pt x="490236" y="138069"/>
                    </a:lnTo>
                    <a:lnTo>
                      <a:pt x="330898" y="46071"/>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grpSp>
      </p:grpSp>
      <p:grpSp>
        <p:nvGrpSpPr>
          <p:cNvPr id="1179" name="Google Shape;1179;p39"/>
          <p:cNvGrpSpPr/>
          <p:nvPr/>
        </p:nvGrpSpPr>
        <p:grpSpPr>
          <a:xfrm>
            <a:off x="8401830" y="275487"/>
            <a:ext cx="465057" cy="405373"/>
            <a:chOff x="17846550" y="487291"/>
            <a:chExt cx="1420021" cy="1238537"/>
          </a:xfrm>
        </p:grpSpPr>
        <p:sp>
          <p:nvSpPr>
            <p:cNvPr id="1180" name="Google Shape;1180;p39"/>
            <p:cNvSpPr/>
            <p:nvPr/>
          </p:nvSpPr>
          <p:spPr>
            <a:xfrm>
              <a:off x="17877963" y="518702"/>
              <a:ext cx="1357630" cy="783590"/>
            </a:xfrm>
            <a:custGeom>
              <a:rect b="b" l="l" r="r" t="t"/>
              <a:pathLst>
                <a:path extrusionOk="0" h="783590" w="1357630">
                  <a:moveTo>
                    <a:pt x="1017770" y="0"/>
                  </a:moveTo>
                  <a:lnTo>
                    <a:pt x="0" y="587605"/>
                  </a:lnTo>
                  <a:lnTo>
                    <a:pt x="339256" y="783483"/>
                  </a:lnTo>
                  <a:lnTo>
                    <a:pt x="1357026" y="195868"/>
                  </a:lnTo>
                  <a:lnTo>
                    <a:pt x="1017770" y="0"/>
                  </a:lnTo>
                  <a:close/>
                </a:path>
              </a:pathLst>
            </a:custGeom>
            <a:solidFill>
              <a:srgbClr val="F9C80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1181" name="Google Shape;1181;p39"/>
            <p:cNvSpPr/>
            <p:nvPr/>
          </p:nvSpPr>
          <p:spPr>
            <a:xfrm>
              <a:off x="17846550" y="487291"/>
              <a:ext cx="1419859" cy="846455"/>
            </a:xfrm>
            <a:custGeom>
              <a:rect b="b" l="l" r="r" t="t"/>
              <a:pathLst>
                <a:path extrusionOk="0" h="846455" w="1419859">
                  <a:moveTo>
                    <a:pt x="1049182" y="0"/>
                  </a:moveTo>
                  <a:lnTo>
                    <a:pt x="15706" y="591817"/>
                  </a:lnTo>
                  <a:lnTo>
                    <a:pt x="0" y="619020"/>
                  </a:lnTo>
                  <a:lnTo>
                    <a:pt x="1087" y="627217"/>
                  </a:lnTo>
                  <a:lnTo>
                    <a:pt x="359821" y="844908"/>
                  </a:lnTo>
                  <a:lnTo>
                    <a:pt x="365255" y="846311"/>
                  </a:lnTo>
                  <a:lnTo>
                    <a:pt x="376093" y="846311"/>
                  </a:lnTo>
                  <a:lnTo>
                    <a:pt x="381527" y="844908"/>
                  </a:lnTo>
                  <a:lnTo>
                    <a:pt x="496344" y="778617"/>
                  </a:lnTo>
                  <a:lnTo>
                    <a:pt x="370669" y="778617"/>
                  </a:lnTo>
                  <a:lnTo>
                    <a:pt x="94237" y="619020"/>
                  </a:lnTo>
                  <a:lnTo>
                    <a:pt x="1049182" y="67686"/>
                  </a:lnTo>
                  <a:lnTo>
                    <a:pt x="1174843" y="67686"/>
                  </a:lnTo>
                  <a:lnTo>
                    <a:pt x="1064889" y="4201"/>
                  </a:lnTo>
                  <a:lnTo>
                    <a:pt x="1057247" y="1050"/>
                  </a:lnTo>
                  <a:lnTo>
                    <a:pt x="1049182" y="0"/>
                  </a:lnTo>
                  <a:close/>
                </a:path>
                <a:path extrusionOk="0" h="846455" w="1419859">
                  <a:moveTo>
                    <a:pt x="1174843" y="67686"/>
                  </a:moveTo>
                  <a:lnTo>
                    <a:pt x="1049182" y="67686"/>
                  </a:lnTo>
                  <a:lnTo>
                    <a:pt x="1325614" y="227283"/>
                  </a:lnTo>
                  <a:lnTo>
                    <a:pt x="370669" y="778617"/>
                  </a:lnTo>
                  <a:lnTo>
                    <a:pt x="496344" y="778617"/>
                  </a:lnTo>
                  <a:lnTo>
                    <a:pt x="1404145" y="254487"/>
                  </a:lnTo>
                  <a:lnTo>
                    <a:pt x="1410694" y="249445"/>
                  </a:lnTo>
                  <a:lnTo>
                    <a:pt x="1415638" y="242986"/>
                  </a:lnTo>
                  <a:lnTo>
                    <a:pt x="1418762" y="235475"/>
                  </a:lnTo>
                  <a:lnTo>
                    <a:pt x="1419852" y="227283"/>
                  </a:lnTo>
                  <a:lnTo>
                    <a:pt x="1418762" y="219085"/>
                  </a:lnTo>
                  <a:lnTo>
                    <a:pt x="1415638" y="211573"/>
                  </a:lnTo>
                  <a:lnTo>
                    <a:pt x="1410694" y="205115"/>
                  </a:lnTo>
                  <a:lnTo>
                    <a:pt x="1404145" y="200080"/>
                  </a:lnTo>
                  <a:lnTo>
                    <a:pt x="1174843" y="67686"/>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1182" name="Google Shape;1182;p39"/>
            <p:cNvSpPr/>
            <p:nvPr/>
          </p:nvSpPr>
          <p:spPr>
            <a:xfrm>
              <a:off x="18217219" y="714568"/>
              <a:ext cx="1017905" cy="979805"/>
            </a:xfrm>
            <a:custGeom>
              <a:rect b="b" l="l" r="r" t="t"/>
              <a:pathLst>
                <a:path extrusionOk="0" h="979805" w="1017905">
                  <a:moveTo>
                    <a:pt x="1017770" y="0"/>
                  </a:moveTo>
                  <a:lnTo>
                    <a:pt x="0" y="587615"/>
                  </a:lnTo>
                  <a:lnTo>
                    <a:pt x="0" y="979352"/>
                  </a:lnTo>
                  <a:lnTo>
                    <a:pt x="1017770" y="391747"/>
                  </a:lnTo>
                  <a:lnTo>
                    <a:pt x="1017770"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1183" name="Google Shape;1183;p39"/>
            <p:cNvSpPr/>
            <p:nvPr/>
          </p:nvSpPr>
          <p:spPr>
            <a:xfrm>
              <a:off x="18185802" y="683159"/>
              <a:ext cx="1080769" cy="1042669"/>
            </a:xfrm>
            <a:custGeom>
              <a:rect b="b" l="l" r="r" t="t"/>
              <a:pathLst>
                <a:path extrusionOk="0" h="1042669" w="1080769">
                  <a:moveTo>
                    <a:pt x="1049182" y="0"/>
                  </a:moveTo>
                  <a:lnTo>
                    <a:pt x="15716" y="591824"/>
                  </a:lnTo>
                  <a:lnTo>
                    <a:pt x="0" y="1010765"/>
                  </a:lnTo>
                  <a:lnTo>
                    <a:pt x="1086" y="1018961"/>
                  </a:lnTo>
                  <a:lnTo>
                    <a:pt x="25988" y="1042177"/>
                  </a:lnTo>
                  <a:lnTo>
                    <a:pt x="36836" y="1042177"/>
                  </a:lnTo>
                  <a:lnTo>
                    <a:pt x="42260" y="1040774"/>
                  </a:lnTo>
                  <a:lnTo>
                    <a:pt x="188472" y="956358"/>
                  </a:lnTo>
                  <a:lnTo>
                    <a:pt x="62825" y="956358"/>
                  </a:lnTo>
                  <a:lnTo>
                    <a:pt x="62835" y="637163"/>
                  </a:lnTo>
                  <a:lnTo>
                    <a:pt x="1017770" y="85819"/>
                  </a:lnTo>
                  <a:lnTo>
                    <a:pt x="1080595" y="85819"/>
                  </a:lnTo>
                  <a:lnTo>
                    <a:pt x="1080595" y="31412"/>
                  </a:lnTo>
                  <a:lnTo>
                    <a:pt x="1057247" y="1052"/>
                  </a:lnTo>
                  <a:lnTo>
                    <a:pt x="1049182" y="0"/>
                  </a:lnTo>
                  <a:close/>
                </a:path>
                <a:path extrusionOk="0" h="1042669" w="1080769">
                  <a:moveTo>
                    <a:pt x="1080595" y="85819"/>
                  </a:moveTo>
                  <a:lnTo>
                    <a:pt x="1017770" y="85819"/>
                  </a:lnTo>
                  <a:lnTo>
                    <a:pt x="1017770" y="405013"/>
                  </a:lnTo>
                  <a:lnTo>
                    <a:pt x="62825" y="956358"/>
                  </a:lnTo>
                  <a:lnTo>
                    <a:pt x="188472" y="956358"/>
                  </a:lnTo>
                  <a:lnTo>
                    <a:pt x="1064889" y="450352"/>
                  </a:lnTo>
                  <a:lnTo>
                    <a:pt x="1080595" y="423149"/>
                  </a:lnTo>
                  <a:lnTo>
                    <a:pt x="1080595" y="85819"/>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1184" name="Google Shape;1184;p39"/>
            <p:cNvSpPr/>
            <p:nvPr/>
          </p:nvSpPr>
          <p:spPr>
            <a:xfrm>
              <a:off x="17877961" y="1106312"/>
              <a:ext cx="339725" cy="588010"/>
            </a:xfrm>
            <a:custGeom>
              <a:rect b="b" l="l" r="r" t="t"/>
              <a:pathLst>
                <a:path extrusionOk="0" h="588010" w="339725">
                  <a:moveTo>
                    <a:pt x="0" y="0"/>
                  </a:moveTo>
                  <a:lnTo>
                    <a:pt x="0" y="391747"/>
                  </a:lnTo>
                  <a:lnTo>
                    <a:pt x="339256" y="587615"/>
                  </a:lnTo>
                  <a:lnTo>
                    <a:pt x="339256" y="195868"/>
                  </a:lnTo>
                  <a:lnTo>
                    <a:pt x="0"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1185" name="Google Shape;1185;p39"/>
            <p:cNvSpPr/>
            <p:nvPr/>
          </p:nvSpPr>
          <p:spPr>
            <a:xfrm>
              <a:off x="17846550" y="1074903"/>
              <a:ext cx="402590" cy="650875"/>
            </a:xfrm>
            <a:custGeom>
              <a:rect b="b" l="l" r="r" t="t"/>
              <a:pathLst>
                <a:path extrusionOk="0" h="650875" w="402590">
                  <a:moveTo>
                    <a:pt x="31412" y="0"/>
                  </a:moveTo>
                  <a:lnTo>
                    <a:pt x="1087" y="23212"/>
                  </a:lnTo>
                  <a:lnTo>
                    <a:pt x="0" y="31404"/>
                  </a:lnTo>
                  <a:lnTo>
                    <a:pt x="0" y="423152"/>
                  </a:lnTo>
                  <a:lnTo>
                    <a:pt x="359811" y="649029"/>
                  </a:lnTo>
                  <a:lnTo>
                    <a:pt x="365245" y="650433"/>
                  </a:lnTo>
                  <a:lnTo>
                    <a:pt x="376082" y="650433"/>
                  </a:lnTo>
                  <a:lnTo>
                    <a:pt x="402071" y="619020"/>
                  </a:lnTo>
                  <a:lnTo>
                    <a:pt x="402072" y="564613"/>
                  </a:lnTo>
                  <a:lnTo>
                    <a:pt x="339246" y="564613"/>
                  </a:lnTo>
                  <a:lnTo>
                    <a:pt x="62825" y="405016"/>
                  </a:lnTo>
                  <a:lnTo>
                    <a:pt x="62825" y="85821"/>
                  </a:lnTo>
                  <a:lnTo>
                    <a:pt x="188483" y="85821"/>
                  </a:lnTo>
                  <a:lnTo>
                    <a:pt x="47118" y="4201"/>
                  </a:lnTo>
                  <a:lnTo>
                    <a:pt x="39477" y="1050"/>
                  </a:lnTo>
                  <a:lnTo>
                    <a:pt x="31412" y="0"/>
                  </a:lnTo>
                  <a:close/>
                </a:path>
                <a:path extrusionOk="0" h="650875" w="402590">
                  <a:moveTo>
                    <a:pt x="188483" y="85821"/>
                  </a:moveTo>
                  <a:lnTo>
                    <a:pt x="62825" y="85821"/>
                  </a:lnTo>
                  <a:lnTo>
                    <a:pt x="339256" y="245419"/>
                  </a:lnTo>
                  <a:lnTo>
                    <a:pt x="339246" y="564613"/>
                  </a:lnTo>
                  <a:lnTo>
                    <a:pt x="402072" y="564613"/>
                  </a:lnTo>
                  <a:lnTo>
                    <a:pt x="402081" y="227283"/>
                  </a:lnTo>
                  <a:lnTo>
                    <a:pt x="400995" y="219086"/>
                  </a:lnTo>
                  <a:lnTo>
                    <a:pt x="397876" y="211577"/>
                  </a:lnTo>
                  <a:lnTo>
                    <a:pt x="392933" y="205120"/>
                  </a:lnTo>
                  <a:lnTo>
                    <a:pt x="386375" y="200080"/>
                  </a:lnTo>
                  <a:lnTo>
                    <a:pt x="188483" y="85821"/>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grpSp>
      <p:grpSp>
        <p:nvGrpSpPr>
          <p:cNvPr id="1186" name="Google Shape;1186;p39"/>
          <p:cNvGrpSpPr/>
          <p:nvPr/>
        </p:nvGrpSpPr>
        <p:grpSpPr>
          <a:xfrm>
            <a:off x="7821798" y="545909"/>
            <a:ext cx="465168" cy="405377"/>
            <a:chOff x="16075438" y="1313513"/>
            <a:chExt cx="1420361" cy="1238550"/>
          </a:xfrm>
        </p:grpSpPr>
        <p:sp>
          <p:nvSpPr>
            <p:cNvPr id="1187" name="Google Shape;1187;p39"/>
            <p:cNvSpPr/>
            <p:nvPr/>
          </p:nvSpPr>
          <p:spPr>
            <a:xfrm>
              <a:off x="16106852" y="1344924"/>
              <a:ext cx="1357630" cy="783589"/>
            </a:xfrm>
            <a:custGeom>
              <a:rect b="b" l="l" r="r" t="t"/>
              <a:pathLst>
                <a:path extrusionOk="0" h="783589" w="1357630">
                  <a:moveTo>
                    <a:pt x="339256" y="0"/>
                  </a:moveTo>
                  <a:lnTo>
                    <a:pt x="0" y="195878"/>
                  </a:lnTo>
                  <a:lnTo>
                    <a:pt x="1017770" y="783494"/>
                  </a:lnTo>
                  <a:lnTo>
                    <a:pt x="1357026" y="587615"/>
                  </a:lnTo>
                  <a:lnTo>
                    <a:pt x="339256" y="0"/>
                  </a:lnTo>
                  <a:close/>
                </a:path>
              </a:pathLst>
            </a:custGeom>
            <a:solidFill>
              <a:srgbClr val="1D59A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1188" name="Google Shape;1188;p39"/>
            <p:cNvSpPr/>
            <p:nvPr/>
          </p:nvSpPr>
          <p:spPr>
            <a:xfrm>
              <a:off x="16075438" y="1313513"/>
              <a:ext cx="1419859" cy="846455"/>
            </a:xfrm>
            <a:custGeom>
              <a:rect b="b" l="l" r="r" t="t"/>
              <a:pathLst>
                <a:path extrusionOk="0" h="846455" w="1419859">
                  <a:moveTo>
                    <a:pt x="370673" y="0"/>
                  </a:moveTo>
                  <a:lnTo>
                    <a:pt x="15706" y="200088"/>
                  </a:lnTo>
                  <a:lnTo>
                    <a:pt x="0" y="227291"/>
                  </a:lnTo>
                  <a:lnTo>
                    <a:pt x="1087" y="235488"/>
                  </a:lnTo>
                  <a:lnTo>
                    <a:pt x="1038334" y="844906"/>
                  </a:lnTo>
                  <a:lnTo>
                    <a:pt x="1043769" y="846309"/>
                  </a:lnTo>
                  <a:lnTo>
                    <a:pt x="1054606" y="846309"/>
                  </a:lnTo>
                  <a:lnTo>
                    <a:pt x="1060030" y="844906"/>
                  </a:lnTo>
                  <a:lnTo>
                    <a:pt x="1174835" y="778625"/>
                  </a:lnTo>
                  <a:lnTo>
                    <a:pt x="1049182" y="778625"/>
                  </a:lnTo>
                  <a:lnTo>
                    <a:pt x="94237" y="227291"/>
                  </a:lnTo>
                  <a:lnTo>
                    <a:pt x="370669" y="67683"/>
                  </a:lnTo>
                  <a:lnTo>
                    <a:pt x="496316" y="67683"/>
                  </a:lnTo>
                  <a:lnTo>
                    <a:pt x="386375" y="4209"/>
                  </a:lnTo>
                  <a:lnTo>
                    <a:pt x="378738" y="1052"/>
                  </a:lnTo>
                  <a:lnTo>
                    <a:pt x="370673" y="0"/>
                  </a:lnTo>
                  <a:close/>
                </a:path>
                <a:path extrusionOk="0" h="846455" w="1419859">
                  <a:moveTo>
                    <a:pt x="496316" y="67683"/>
                  </a:moveTo>
                  <a:lnTo>
                    <a:pt x="370669" y="67683"/>
                  </a:lnTo>
                  <a:lnTo>
                    <a:pt x="1325624" y="619028"/>
                  </a:lnTo>
                  <a:lnTo>
                    <a:pt x="1049182" y="778625"/>
                  </a:lnTo>
                  <a:lnTo>
                    <a:pt x="1174835" y="778625"/>
                  </a:lnTo>
                  <a:lnTo>
                    <a:pt x="1404156" y="646231"/>
                  </a:lnTo>
                  <a:lnTo>
                    <a:pt x="1410705" y="641191"/>
                  </a:lnTo>
                  <a:lnTo>
                    <a:pt x="1415649" y="634734"/>
                  </a:lnTo>
                  <a:lnTo>
                    <a:pt x="1418773" y="627225"/>
                  </a:lnTo>
                  <a:lnTo>
                    <a:pt x="1419862" y="619028"/>
                  </a:lnTo>
                  <a:lnTo>
                    <a:pt x="1418773" y="610831"/>
                  </a:lnTo>
                  <a:lnTo>
                    <a:pt x="1415649" y="603321"/>
                  </a:lnTo>
                  <a:lnTo>
                    <a:pt x="1410705" y="596864"/>
                  </a:lnTo>
                  <a:lnTo>
                    <a:pt x="1404156" y="591824"/>
                  </a:lnTo>
                  <a:lnTo>
                    <a:pt x="496316" y="67683"/>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1189" name="Google Shape;1189;p39"/>
            <p:cNvSpPr/>
            <p:nvPr/>
          </p:nvSpPr>
          <p:spPr>
            <a:xfrm>
              <a:off x="16106852" y="1540803"/>
              <a:ext cx="1017905" cy="979805"/>
            </a:xfrm>
            <a:custGeom>
              <a:rect b="b" l="l" r="r" t="t"/>
              <a:pathLst>
                <a:path extrusionOk="0" h="979805" w="1017905">
                  <a:moveTo>
                    <a:pt x="0" y="0"/>
                  </a:moveTo>
                  <a:lnTo>
                    <a:pt x="0" y="391736"/>
                  </a:lnTo>
                  <a:lnTo>
                    <a:pt x="1017770" y="979352"/>
                  </a:lnTo>
                  <a:lnTo>
                    <a:pt x="1017770" y="587615"/>
                  </a:lnTo>
                  <a:lnTo>
                    <a:pt x="0"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1190" name="Google Shape;1190;p39"/>
            <p:cNvSpPr/>
            <p:nvPr/>
          </p:nvSpPr>
          <p:spPr>
            <a:xfrm>
              <a:off x="16075438" y="1509394"/>
              <a:ext cx="1080769" cy="1042669"/>
            </a:xfrm>
            <a:custGeom>
              <a:rect b="b" l="l" r="r" t="t"/>
              <a:pathLst>
                <a:path extrusionOk="0" h="1042669" w="1080769">
                  <a:moveTo>
                    <a:pt x="31412" y="0"/>
                  </a:moveTo>
                  <a:lnTo>
                    <a:pt x="1087" y="23216"/>
                  </a:lnTo>
                  <a:lnTo>
                    <a:pt x="0" y="31415"/>
                  </a:lnTo>
                  <a:lnTo>
                    <a:pt x="0" y="423152"/>
                  </a:lnTo>
                  <a:lnTo>
                    <a:pt x="1038334" y="1040777"/>
                  </a:lnTo>
                  <a:lnTo>
                    <a:pt x="1043769" y="1042169"/>
                  </a:lnTo>
                  <a:lnTo>
                    <a:pt x="1054606" y="1042169"/>
                  </a:lnTo>
                  <a:lnTo>
                    <a:pt x="1080595" y="1010757"/>
                  </a:lnTo>
                  <a:lnTo>
                    <a:pt x="1080595" y="956350"/>
                  </a:lnTo>
                  <a:lnTo>
                    <a:pt x="1017770" y="956350"/>
                  </a:lnTo>
                  <a:lnTo>
                    <a:pt x="62825" y="405016"/>
                  </a:lnTo>
                  <a:lnTo>
                    <a:pt x="62825" y="85821"/>
                  </a:lnTo>
                  <a:lnTo>
                    <a:pt x="188488" y="85821"/>
                  </a:lnTo>
                  <a:lnTo>
                    <a:pt x="47118" y="4201"/>
                  </a:lnTo>
                  <a:lnTo>
                    <a:pt x="39477" y="1050"/>
                  </a:lnTo>
                  <a:lnTo>
                    <a:pt x="31412" y="0"/>
                  </a:lnTo>
                  <a:close/>
                </a:path>
                <a:path extrusionOk="0" h="1042669" w="1080769">
                  <a:moveTo>
                    <a:pt x="188488" y="85821"/>
                  </a:moveTo>
                  <a:lnTo>
                    <a:pt x="62825" y="85821"/>
                  </a:lnTo>
                  <a:lnTo>
                    <a:pt x="1017770" y="637155"/>
                  </a:lnTo>
                  <a:lnTo>
                    <a:pt x="1017770" y="956350"/>
                  </a:lnTo>
                  <a:lnTo>
                    <a:pt x="1080595" y="956350"/>
                  </a:lnTo>
                  <a:lnTo>
                    <a:pt x="1080595" y="619020"/>
                  </a:lnTo>
                  <a:lnTo>
                    <a:pt x="1079507" y="610823"/>
                  </a:lnTo>
                  <a:lnTo>
                    <a:pt x="1076386" y="603314"/>
                  </a:lnTo>
                  <a:lnTo>
                    <a:pt x="1071442" y="596856"/>
                  </a:lnTo>
                  <a:lnTo>
                    <a:pt x="1064889" y="591817"/>
                  </a:lnTo>
                  <a:lnTo>
                    <a:pt x="188488" y="85821"/>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1191" name="Google Shape;1191;p39"/>
            <p:cNvSpPr/>
            <p:nvPr/>
          </p:nvSpPr>
          <p:spPr>
            <a:xfrm>
              <a:off x="17124623" y="1932546"/>
              <a:ext cx="339725" cy="588010"/>
            </a:xfrm>
            <a:custGeom>
              <a:rect b="b" l="l" r="r" t="t"/>
              <a:pathLst>
                <a:path extrusionOk="0" h="588010" w="339725">
                  <a:moveTo>
                    <a:pt x="339256" y="0"/>
                  </a:moveTo>
                  <a:lnTo>
                    <a:pt x="0" y="195868"/>
                  </a:lnTo>
                  <a:lnTo>
                    <a:pt x="0" y="587605"/>
                  </a:lnTo>
                  <a:lnTo>
                    <a:pt x="339256" y="391736"/>
                  </a:lnTo>
                  <a:lnTo>
                    <a:pt x="339256"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1192" name="Google Shape;1192;p39"/>
            <p:cNvSpPr/>
            <p:nvPr/>
          </p:nvSpPr>
          <p:spPr>
            <a:xfrm>
              <a:off x="17093209" y="1901133"/>
              <a:ext cx="402590" cy="650875"/>
            </a:xfrm>
            <a:custGeom>
              <a:rect b="b" l="l" r="r" t="t"/>
              <a:pathLst>
                <a:path extrusionOk="0" h="650875" w="402590">
                  <a:moveTo>
                    <a:pt x="370673" y="0"/>
                  </a:moveTo>
                  <a:lnTo>
                    <a:pt x="15706" y="200080"/>
                  </a:lnTo>
                  <a:lnTo>
                    <a:pt x="0" y="227283"/>
                  </a:lnTo>
                  <a:lnTo>
                    <a:pt x="0" y="619020"/>
                  </a:lnTo>
                  <a:lnTo>
                    <a:pt x="25988" y="650433"/>
                  </a:lnTo>
                  <a:lnTo>
                    <a:pt x="36836" y="650433"/>
                  </a:lnTo>
                  <a:lnTo>
                    <a:pt x="42260" y="649029"/>
                  </a:lnTo>
                  <a:lnTo>
                    <a:pt x="188474" y="564613"/>
                  </a:lnTo>
                  <a:lnTo>
                    <a:pt x="62825" y="564613"/>
                  </a:lnTo>
                  <a:lnTo>
                    <a:pt x="62825" y="245419"/>
                  </a:lnTo>
                  <a:lnTo>
                    <a:pt x="339256" y="85821"/>
                  </a:lnTo>
                  <a:lnTo>
                    <a:pt x="402081" y="85821"/>
                  </a:lnTo>
                  <a:lnTo>
                    <a:pt x="402081" y="31415"/>
                  </a:lnTo>
                  <a:lnTo>
                    <a:pt x="378738" y="1050"/>
                  </a:lnTo>
                  <a:lnTo>
                    <a:pt x="370673" y="0"/>
                  </a:lnTo>
                  <a:close/>
                </a:path>
                <a:path extrusionOk="0" h="650875" w="402590">
                  <a:moveTo>
                    <a:pt x="402081" y="85821"/>
                  </a:moveTo>
                  <a:lnTo>
                    <a:pt x="339256" y="85821"/>
                  </a:lnTo>
                  <a:lnTo>
                    <a:pt x="339256" y="405016"/>
                  </a:lnTo>
                  <a:lnTo>
                    <a:pt x="62825" y="564613"/>
                  </a:lnTo>
                  <a:lnTo>
                    <a:pt x="188474" y="564613"/>
                  </a:lnTo>
                  <a:lnTo>
                    <a:pt x="386375" y="450355"/>
                  </a:lnTo>
                  <a:lnTo>
                    <a:pt x="392929" y="445315"/>
                  </a:lnTo>
                  <a:lnTo>
                    <a:pt x="397872" y="438858"/>
                  </a:lnTo>
                  <a:lnTo>
                    <a:pt x="400994" y="431348"/>
                  </a:lnTo>
                  <a:lnTo>
                    <a:pt x="402081" y="423152"/>
                  </a:lnTo>
                  <a:lnTo>
                    <a:pt x="402081" y="85821"/>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grpSp>
      <p:grpSp>
        <p:nvGrpSpPr>
          <p:cNvPr id="1193" name="Google Shape;1193;p39"/>
          <p:cNvGrpSpPr/>
          <p:nvPr/>
        </p:nvGrpSpPr>
        <p:grpSpPr>
          <a:xfrm>
            <a:off x="8568510" y="862377"/>
            <a:ext cx="242956" cy="277142"/>
            <a:chOff x="18355431" y="2280417"/>
            <a:chExt cx="741851" cy="846752"/>
          </a:xfrm>
        </p:grpSpPr>
        <p:sp>
          <p:nvSpPr>
            <p:cNvPr id="1194" name="Google Shape;1194;p39"/>
            <p:cNvSpPr/>
            <p:nvPr/>
          </p:nvSpPr>
          <p:spPr>
            <a:xfrm>
              <a:off x="18386848" y="2311830"/>
              <a:ext cx="678815" cy="783589"/>
            </a:xfrm>
            <a:custGeom>
              <a:rect b="b" l="l" r="r" t="t"/>
              <a:pathLst>
                <a:path extrusionOk="0" h="783589" w="678815">
                  <a:moveTo>
                    <a:pt x="339256" y="0"/>
                  </a:moveTo>
                  <a:lnTo>
                    <a:pt x="0" y="195878"/>
                  </a:lnTo>
                  <a:lnTo>
                    <a:pt x="0" y="587615"/>
                  </a:lnTo>
                  <a:lnTo>
                    <a:pt x="339256" y="783483"/>
                  </a:lnTo>
                  <a:lnTo>
                    <a:pt x="678513" y="587615"/>
                  </a:lnTo>
                  <a:lnTo>
                    <a:pt x="678513" y="195878"/>
                  </a:lnTo>
                  <a:lnTo>
                    <a:pt x="339256" y="0"/>
                  </a:lnTo>
                  <a:close/>
                </a:path>
              </a:pathLst>
            </a:custGeom>
            <a:solidFill>
              <a:srgbClr val="901F7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1195" name="Google Shape;1195;p39"/>
            <p:cNvSpPr/>
            <p:nvPr/>
          </p:nvSpPr>
          <p:spPr>
            <a:xfrm>
              <a:off x="18355431" y="2280417"/>
              <a:ext cx="741680" cy="846455"/>
            </a:xfrm>
            <a:custGeom>
              <a:rect b="b" l="l" r="r" t="t"/>
              <a:pathLst>
                <a:path extrusionOk="0" h="846455" w="741680">
                  <a:moveTo>
                    <a:pt x="370673" y="0"/>
                  </a:moveTo>
                  <a:lnTo>
                    <a:pt x="15706" y="200085"/>
                  </a:lnTo>
                  <a:lnTo>
                    <a:pt x="0" y="227288"/>
                  </a:lnTo>
                  <a:lnTo>
                    <a:pt x="0" y="619025"/>
                  </a:lnTo>
                  <a:lnTo>
                    <a:pt x="359821" y="844914"/>
                  </a:lnTo>
                  <a:lnTo>
                    <a:pt x="365255" y="846306"/>
                  </a:lnTo>
                  <a:lnTo>
                    <a:pt x="376093" y="846306"/>
                  </a:lnTo>
                  <a:lnTo>
                    <a:pt x="381527" y="844914"/>
                  </a:lnTo>
                  <a:lnTo>
                    <a:pt x="496323" y="778633"/>
                  </a:lnTo>
                  <a:lnTo>
                    <a:pt x="370669" y="778633"/>
                  </a:lnTo>
                  <a:lnTo>
                    <a:pt x="62825" y="600890"/>
                  </a:lnTo>
                  <a:lnTo>
                    <a:pt x="62825" y="245424"/>
                  </a:lnTo>
                  <a:lnTo>
                    <a:pt x="370669" y="67691"/>
                  </a:lnTo>
                  <a:lnTo>
                    <a:pt x="496321" y="67691"/>
                  </a:lnTo>
                  <a:lnTo>
                    <a:pt x="386375" y="4217"/>
                  </a:lnTo>
                  <a:lnTo>
                    <a:pt x="378738" y="1054"/>
                  </a:lnTo>
                  <a:lnTo>
                    <a:pt x="370673" y="0"/>
                  </a:lnTo>
                  <a:close/>
                </a:path>
                <a:path extrusionOk="0" h="846455" w="741680">
                  <a:moveTo>
                    <a:pt x="496321" y="67691"/>
                  </a:moveTo>
                  <a:lnTo>
                    <a:pt x="370669" y="67691"/>
                  </a:lnTo>
                  <a:lnTo>
                    <a:pt x="678523" y="245424"/>
                  </a:lnTo>
                  <a:lnTo>
                    <a:pt x="678523" y="600890"/>
                  </a:lnTo>
                  <a:lnTo>
                    <a:pt x="370669" y="778633"/>
                  </a:lnTo>
                  <a:lnTo>
                    <a:pt x="496323" y="778633"/>
                  </a:lnTo>
                  <a:lnTo>
                    <a:pt x="725642" y="646229"/>
                  </a:lnTo>
                  <a:lnTo>
                    <a:pt x="741349" y="619025"/>
                  </a:lnTo>
                  <a:lnTo>
                    <a:pt x="741349" y="227288"/>
                  </a:lnTo>
                  <a:lnTo>
                    <a:pt x="740261" y="219092"/>
                  </a:lnTo>
                  <a:lnTo>
                    <a:pt x="737139" y="211582"/>
                  </a:lnTo>
                  <a:lnTo>
                    <a:pt x="732196" y="205125"/>
                  </a:lnTo>
                  <a:lnTo>
                    <a:pt x="725642" y="200085"/>
                  </a:lnTo>
                  <a:lnTo>
                    <a:pt x="496321" y="67691"/>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1196" name="Google Shape;1196;p39"/>
            <p:cNvSpPr/>
            <p:nvPr/>
          </p:nvSpPr>
          <p:spPr>
            <a:xfrm>
              <a:off x="18386847" y="2507703"/>
              <a:ext cx="339725" cy="588010"/>
            </a:xfrm>
            <a:custGeom>
              <a:rect b="b" l="l" r="r" t="t"/>
              <a:pathLst>
                <a:path extrusionOk="0" h="588010" w="339725">
                  <a:moveTo>
                    <a:pt x="0" y="0"/>
                  </a:moveTo>
                  <a:lnTo>
                    <a:pt x="0" y="391736"/>
                  </a:lnTo>
                  <a:lnTo>
                    <a:pt x="339256" y="587615"/>
                  </a:lnTo>
                  <a:lnTo>
                    <a:pt x="339256" y="195868"/>
                  </a:lnTo>
                  <a:lnTo>
                    <a:pt x="0"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1197" name="Google Shape;1197;p39"/>
            <p:cNvSpPr/>
            <p:nvPr/>
          </p:nvSpPr>
          <p:spPr>
            <a:xfrm>
              <a:off x="18355431" y="2476294"/>
              <a:ext cx="402590" cy="650875"/>
            </a:xfrm>
            <a:custGeom>
              <a:rect b="b" l="l" r="r" t="t"/>
              <a:pathLst>
                <a:path extrusionOk="0" h="650875" w="402590">
                  <a:moveTo>
                    <a:pt x="31412" y="0"/>
                  </a:moveTo>
                  <a:lnTo>
                    <a:pt x="1087" y="23215"/>
                  </a:lnTo>
                  <a:lnTo>
                    <a:pt x="0" y="31412"/>
                  </a:lnTo>
                  <a:lnTo>
                    <a:pt x="0" y="423149"/>
                  </a:lnTo>
                  <a:lnTo>
                    <a:pt x="359821" y="649037"/>
                  </a:lnTo>
                  <a:lnTo>
                    <a:pt x="365255" y="650430"/>
                  </a:lnTo>
                  <a:lnTo>
                    <a:pt x="376093" y="650430"/>
                  </a:lnTo>
                  <a:lnTo>
                    <a:pt x="402081" y="619017"/>
                  </a:lnTo>
                  <a:lnTo>
                    <a:pt x="402081" y="564611"/>
                  </a:lnTo>
                  <a:lnTo>
                    <a:pt x="339256" y="564611"/>
                  </a:lnTo>
                  <a:lnTo>
                    <a:pt x="62825" y="405013"/>
                  </a:lnTo>
                  <a:lnTo>
                    <a:pt x="62825" y="85819"/>
                  </a:lnTo>
                  <a:lnTo>
                    <a:pt x="188472" y="85819"/>
                  </a:lnTo>
                  <a:lnTo>
                    <a:pt x="47118" y="4209"/>
                  </a:lnTo>
                  <a:lnTo>
                    <a:pt x="39477" y="1052"/>
                  </a:lnTo>
                  <a:lnTo>
                    <a:pt x="31412" y="0"/>
                  </a:lnTo>
                  <a:close/>
                </a:path>
                <a:path extrusionOk="0" h="650875" w="402590">
                  <a:moveTo>
                    <a:pt x="188472" y="85819"/>
                  </a:moveTo>
                  <a:lnTo>
                    <a:pt x="62825" y="85819"/>
                  </a:lnTo>
                  <a:lnTo>
                    <a:pt x="339256" y="245416"/>
                  </a:lnTo>
                  <a:lnTo>
                    <a:pt x="339256" y="564611"/>
                  </a:lnTo>
                  <a:lnTo>
                    <a:pt x="402081" y="564611"/>
                  </a:lnTo>
                  <a:lnTo>
                    <a:pt x="402081" y="227281"/>
                  </a:lnTo>
                  <a:lnTo>
                    <a:pt x="400994" y="219084"/>
                  </a:lnTo>
                  <a:lnTo>
                    <a:pt x="397872" y="211574"/>
                  </a:lnTo>
                  <a:lnTo>
                    <a:pt x="392929" y="205117"/>
                  </a:lnTo>
                  <a:lnTo>
                    <a:pt x="386375" y="200077"/>
                  </a:lnTo>
                  <a:lnTo>
                    <a:pt x="188472" y="85819"/>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1198" name="Google Shape;1198;p39"/>
            <p:cNvSpPr/>
            <p:nvPr/>
          </p:nvSpPr>
          <p:spPr>
            <a:xfrm>
              <a:off x="18726105" y="2507707"/>
              <a:ext cx="339725" cy="588010"/>
            </a:xfrm>
            <a:custGeom>
              <a:rect b="b" l="l" r="r" t="t"/>
              <a:pathLst>
                <a:path extrusionOk="0" h="588010" w="339725">
                  <a:moveTo>
                    <a:pt x="339256" y="0"/>
                  </a:moveTo>
                  <a:lnTo>
                    <a:pt x="0" y="195868"/>
                  </a:lnTo>
                  <a:lnTo>
                    <a:pt x="0" y="587605"/>
                  </a:lnTo>
                  <a:lnTo>
                    <a:pt x="339256" y="391736"/>
                  </a:lnTo>
                  <a:lnTo>
                    <a:pt x="339256"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sp>
          <p:nvSpPr>
            <p:cNvPr id="1199" name="Google Shape;1199;p39"/>
            <p:cNvSpPr/>
            <p:nvPr/>
          </p:nvSpPr>
          <p:spPr>
            <a:xfrm>
              <a:off x="18694692" y="2476293"/>
              <a:ext cx="402590" cy="650875"/>
            </a:xfrm>
            <a:custGeom>
              <a:rect b="b" l="l" r="r" t="t"/>
              <a:pathLst>
                <a:path extrusionOk="0" h="650875" w="402590">
                  <a:moveTo>
                    <a:pt x="370673" y="0"/>
                  </a:moveTo>
                  <a:lnTo>
                    <a:pt x="15706" y="200077"/>
                  </a:lnTo>
                  <a:lnTo>
                    <a:pt x="0" y="227281"/>
                  </a:lnTo>
                  <a:lnTo>
                    <a:pt x="0" y="619028"/>
                  </a:lnTo>
                  <a:lnTo>
                    <a:pt x="25988" y="650440"/>
                  </a:lnTo>
                  <a:lnTo>
                    <a:pt x="36836" y="650440"/>
                  </a:lnTo>
                  <a:lnTo>
                    <a:pt x="42260" y="649037"/>
                  </a:lnTo>
                  <a:lnTo>
                    <a:pt x="188484" y="564611"/>
                  </a:lnTo>
                  <a:lnTo>
                    <a:pt x="62825" y="564611"/>
                  </a:lnTo>
                  <a:lnTo>
                    <a:pt x="62825" y="245416"/>
                  </a:lnTo>
                  <a:lnTo>
                    <a:pt x="339256" y="85819"/>
                  </a:lnTo>
                  <a:lnTo>
                    <a:pt x="402081" y="85819"/>
                  </a:lnTo>
                  <a:lnTo>
                    <a:pt x="402081" y="31412"/>
                  </a:lnTo>
                  <a:lnTo>
                    <a:pt x="378738" y="1052"/>
                  </a:lnTo>
                  <a:lnTo>
                    <a:pt x="370673" y="0"/>
                  </a:lnTo>
                  <a:close/>
                </a:path>
                <a:path extrusionOk="0" h="650875" w="402590">
                  <a:moveTo>
                    <a:pt x="402081" y="85819"/>
                  </a:moveTo>
                  <a:lnTo>
                    <a:pt x="339256" y="85819"/>
                  </a:lnTo>
                  <a:lnTo>
                    <a:pt x="339256" y="405013"/>
                  </a:lnTo>
                  <a:lnTo>
                    <a:pt x="62825" y="564611"/>
                  </a:lnTo>
                  <a:lnTo>
                    <a:pt x="188484" y="564611"/>
                  </a:lnTo>
                  <a:lnTo>
                    <a:pt x="386375" y="450352"/>
                  </a:lnTo>
                  <a:lnTo>
                    <a:pt x="392929" y="445313"/>
                  </a:lnTo>
                  <a:lnTo>
                    <a:pt x="397872" y="438855"/>
                  </a:lnTo>
                  <a:lnTo>
                    <a:pt x="400994" y="431346"/>
                  </a:lnTo>
                  <a:lnTo>
                    <a:pt x="402081" y="423149"/>
                  </a:lnTo>
                  <a:lnTo>
                    <a:pt x="402081" y="85819"/>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rgbClr val="000000"/>
                </a:solidFill>
                <a:latin typeface="Calibri"/>
                <a:ea typeface="Calibri"/>
                <a:cs typeface="Calibri"/>
                <a:sym typeface="Calibri"/>
              </a:endParaRPr>
            </a:p>
          </p:txBody>
        </p:sp>
      </p:gr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type="tx">
  <p:cSld name="TITLE_AND_BODY">
    <p:spTree>
      <p:nvGrpSpPr>
        <p:cNvPr id="1200" name="Shape 1200"/>
        <p:cNvGrpSpPr/>
        <p:nvPr/>
      </p:nvGrpSpPr>
      <p:grpSpPr>
        <a:xfrm>
          <a:off x="0" y="0"/>
          <a:ext cx="0" cy="0"/>
          <a:chOff x="0" y="0"/>
          <a:chExt cx="0" cy="0"/>
        </a:xfrm>
      </p:grpSpPr>
      <p:sp>
        <p:nvSpPr>
          <p:cNvPr id="1201" name="Google Shape;1201;p40"/>
          <p:cNvSpPr txBox="1"/>
          <p:nvPr>
            <p:ph type="title"/>
          </p:nvPr>
        </p:nvSpPr>
        <p:spPr>
          <a:xfrm>
            <a:off x="450850" y="350837"/>
            <a:ext cx="6778500" cy="3444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SzPts val="1400"/>
              <a:buNone/>
              <a:defRPr/>
            </a:lvl1pPr>
            <a:lvl2pPr lvl="1" rtl="0" algn="l">
              <a:lnSpc>
                <a:spcPct val="100000"/>
              </a:lnSpc>
              <a:spcBef>
                <a:spcPts val="0"/>
              </a:spcBef>
              <a:spcAft>
                <a:spcPts val="0"/>
              </a:spcAft>
              <a:buSzPts val="1400"/>
              <a:buNone/>
              <a:defRPr/>
            </a:lvl2pPr>
            <a:lvl3pPr lvl="2" rtl="0" algn="l">
              <a:lnSpc>
                <a:spcPct val="100000"/>
              </a:lnSpc>
              <a:spcBef>
                <a:spcPts val="0"/>
              </a:spcBef>
              <a:spcAft>
                <a:spcPts val="0"/>
              </a:spcAft>
              <a:buSzPts val="1400"/>
              <a:buNone/>
              <a:defRPr/>
            </a:lvl3pPr>
            <a:lvl4pPr lvl="3" rtl="0" algn="l">
              <a:lnSpc>
                <a:spcPct val="100000"/>
              </a:lnSpc>
              <a:spcBef>
                <a:spcPts val="0"/>
              </a:spcBef>
              <a:spcAft>
                <a:spcPts val="0"/>
              </a:spcAft>
              <a:buSzPts val="1400"/>
              <a:buNone/>
              <a:defRPr/>
            </a:lvl4pPr>
            <a:lvl5pPr lvl="4" rtl="0" algn="l">
              <a:lnSpc>
                <a:spcPct val="100000"/>
              </a:lnSpc>
              <a:spcBef>
                <a:spcPts val="0"/>
              </a:spcBef>
              <a:spcAft>
                <a:spcPts val="0"/>
              </a:spcAft>
              <a:buSzPts val="1400"/>
              <a:buNone/>
              <a:defRPr/>
            </a:lvl5pPr>
            <a:lvl6pPr lvl="5" rtl="0" algn="l">
              <a:lnSpc>
                <a:spcPct val="100000"/>
              </a:lnSpc>
              <a:spcBef>
                <a:spcPts val="0"/>
              </a:spcBef>
              <a:spcAft>
                <a:spcPts val="0"/>
              </a:spcAft>
              <a:buSzPts val="1400"/>
              <a:buNone/>
              <a:defRPr/>
            </a:lvl6pPr>
            <a:lvl7pPr lvl="6" rtl="0" algn="l">
              <a:lnSpc>
                <a:spcPct val="100000"/>
              </a:lnSpc>
              <a:spcBef>
                <a:spcPts val="0"/>
              </a:spcBef>
              <a:spcAft>
                <a:spcPts val="0"/>
              </a:spcAft>
              <a:buSzPts val="1400"/>
              <a:buNone/>
              <a:defRPr/>
            </a:lvl7pPr>
            <a:lvl8pPr lvl="7" rtl="0" algn="l">
              <a:lnSpc>
                <a:spcPct val="100000"/>
              </a:lnSpc>
              <a:spcBef>
                <a:spcPts val="0"/>
              </a:spcBef>
              <a:spcAft>
                <a:spcPts val="0"/>
              </a:spcAft>
              <a:buSzPts val="1400"/>
              <a:buNone/>
              <a:defRPr/>
            </a:lvl8pPr>
            <a:lvl9pPr lvl="8" rtl="0" algn="l">
              <a:lnSpc>
                <a:spcPct val="100000"/>
              </a:lnSpc>
              <a:spcBef>
                <a:spcPts val="0"/>
              </a:spcBef>
              <a:spcAft>
                <a:spcPts val="0"/>
              </a:spcAft>
              <a:buSzPts val="1400"/>
              <a:buNone/>
              <a:defRPr/>
            </a:lvl9pPr>
          </a:lstStyle>
          <a:p/>
        </p:txBody>
      </p:sp>
      <p:sp>
        <p:nvSpPr>
          <p:cNvPr id="1202" name="Google Shape;1202;p40"/>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lvl1pPr indent="-241300" lvl="0" marL="457200" marR="0" rtl="0" algn="l">
              <a:lnSpc>
                <a:spcPct val="115000"/>
              </a:lnSpc>
              <a:spcBef>
                <a:spcPts val="0"/>
              </a:spcBef>
              <a:spcAft>
                <a:spcPts val="0"/>
              </a:spcAft>
              <a:buClr>
                <a:srgbClr val="595959"/>
              </a:buClr>
              <a:buSzPts val="200"/>
              <a:buFont typeface="Arial"/>
              <a:buChar char="●"/>
              <a:defRPr b="0" i="0" sz="1800" u="none" cap="none" strike="noStrike">
                <a:solidFill>
                  <a:srgbClr val="595959"/>
                </a:solidFill>
                <a:latin typeface="Arial"/>
                <a:ea typeface="Arial"/>
                <a:cs typeface="Arial"/>
                <a:sym typeface="Arial"/>
              </a:defRPr>
            </a:lvl1pPr>
            <a:lvl2pPr indent="-241300" lvl="1" marL="914400" marR="0" rtl="0" algn="l">
              <a:lnSpc>
                <a:spcPct val="115000"/>
              </a:lnSpc>
              <a:spcBef>
                <a:spcPts val="0"/>
              </a:spcBef>
              <a:spcAft>
                <a:spcPts val="0"/>
              </a:spcAft>
              <a:buClr>
                <a:srgbClr val="595959"/>
              </a:buClr>
              <a:buSzPts val="200"/>
              <a:buFont typeface="Arial"/>
              <a:buChar char="○"/>
              <a:defRPr b="0" i="0" sz="1800" u="none" cap="none" strike="noStrike">
                <a:solidFill>
                  <a:srgbClr val="595959"/>
                </a:solidFill>
                <a:latin typeface="Arial"/>
                <a:ea typeface="Arial"/>
                <a:cs typeface="Arial"/>
                <a:sym typeface="Arial"/>
              </a:defRPr>
            </a:lvl2pPr>
            <a:lvl3pPr indent="-241300" lvl="2" marL="1371600" marR="0" rtl="0" algn="l">
              <a:lnSpc>
                <a:spcPct val="115000"/>
              </a:lnSpc>
              <a:spcBef>
                <a:spcPts val="0"/>
              </a:spcBef>
              <a:spcAft>
                <a:spcPts val="0"/>
              </a:spcAft>
              <a:buClr>
                <a:srgbClr val="595959"/>
              </a:buClr>
              <a:buSzPts val="200"/>
              <a:buFont typeface="Arial"/>
              <a:buChar char="■"/>
              <a:defRPr b="0" i="0" sz="1800" u="none" cap="none" strike="noStrike">
                <a:solidFill>
                  <a:srgbClr val="595959"/>
                </a:solidFill>
                <a:latin typeface="Arial"/>
                <a:ea typeface="Arial"/>
                <a:cs typeface="Arial"/>
                <a:sym typeface="Arial"/>
              </a:defRPr>
            </a:lvl3pPr>
            <a:lvl4pPr indent="-241300" lvl="3" marL="1828800" marR="0" rtl="0" algn="l">
              <a:lnSpc>
                <a:spcPct val="115000"/>
              </a:lnSpc>
              <a:spcBef>
                <a:spcPts val="0"/>
              </a:spcBef>
              <a:spcAft>
                <a:spcPts val="0"/>
              </a:spcAft>
              <a:buClr>
                <a:srgbClr val="595959"/>
              </a:buClr>
              <a:buSzPts val="200"/>
              <a:buFont typeface="Arial"/>
              <a:buChar char="●"/>
              <a:defRPr b="0" i="0" sz="1800" u="none" cap="none" strike="noStrike">
                <a:solidFill>
                  <a:srgbClr val="595959"/>
                </a:solidFill>
                <a:latin typeface="Arial"/>
                <a:ea typeface="Arial"/>
                <a:cs typeface="Arial"/>
                <a:sym typeface="Arial"/>
              </a:defRPr>
            </a:lvl4pPr>
            <a:lvl5pPr indent="-241300" lvl="4" marL="2286000" marR="0" rtl="0" algn="l">
              <a:lnSpc>
                <a:spcPct val="115000"/>
              </a:lnSpc>
              <a:spcBef>
                <a:spcPts val="0"/>
              </a:spcBef>
              <a:spcAft>
                <a:spcPts val="0"/>
              </a:spcAft>
              <a:buClr>
                <a:srgbClr val="595959"/>
              </a:buClr>
              <a:buSzPts val="200"/>
              <a:buFont typeface="Arial"/>
              <a:buChar char="○"/>
              <a:defRPr b="0" i="0" sz="1800" u="none" cap="none" strike="noStrike">
                <a:solidFill>
                  <a:srgbClr val="595959"/>
                </a:solidFill>
                <a:latin typeface="Arial"/>
                <a:ea typeface="Arial"/>
                <a:cs typeface="Arial"/>
                <a:sym typeface="Arial"/>
              </a:defRPr>
            </a:lvl5pPr>
            <a:lvl6pPr indent="-241300" lvl="5" marL="2743200" marR="0" rtl="0" algn="l">
              <a:lnSpc>
                <a:spcPct val="115000"/>
              </a:lnSpc>
              <a:spcBef>
                <a:spcPts val="0"/>
              </a:spcBef>
              <a:spcAft>
                <a:spcPts val="0"/>
              </a:spcAft>
              <a:buClr>
                <a:srgbClr val="595959"/>
              </a:buClr>
              <a:buSzPts val="200"/>
              <a:buFont typeface="Arial"/>
              <a:buChar char="○"/>
              <a:defRPr b="0" i="0" sz="1800" u="none" cap="none" strike="noStrike">
                <a:solidFill>
                  <a:srgbClr val="595959"/>
                </a:solidFill>
                <a:latin typeface="Arial"/>
                <a:ea typeface="Arial"/>
                <a:cs typeface="Arial"/>
                <a:sym typeface="Arial"/>
              </a:defRPr>
            </a:lvl6pPr>
            <a:lvl7pPr indent="-241300" lvl="6" marL="3200400" marR="0" rtl="0" algn="l">
              <a:lnSpc>
                <a:spcPct val="115000"/>
              </a:lnSpc>
              <a:spcBef>
                <a:spcPts val="0"/>
              </a:spcBef>
              <a:spcAft>
                <a:spcPts val="0"/>
              </a:spcAft>
              <a:buClr>
                <a:srgbClr val="595959"/>
              </a:buClr>
              <a:buSzPts val="200"/>
              <a:buFont typeface="Arial"/>
              <a:buChar char="○"/>
              <a:defRPr b="0" i="0" sz="1800" u="none" cap="none" strike="noStrike">
                <a:solidFill>
                  <a:srgbClr val="595959"/>
                </a:solidFill>
                <a:latin typeface="Arial"/>
                <a:ea typeface="Arial"/>
                <a:cs typeface="Arial"/>
                <a:sym typeface="Arial"/>
              </a:defRPr>
            </a:lvl7pPr>
            <a:lvl8pPr indent="-241300" lvl="7" marL="3657600" marR="0" rtl="0" algn="l">
              <a:lnSpc>
                <a:spcPct val="115000"/>
              </a:lnSpc>
              <a:spcBef>
                <a:spcPts val="0"/>
              </a:spcBef>
              <a:spcAft>
                <a:spcPts val="0"/>
              </a:spcAft>
              <a:buClr>
                <a:srgbClr val="595959"/>
              </a:buClr>
              <a:buSzPts val="200"/>
              <a:buFont typeface="Arial"/>
              <a:buChar char="○"/>
              <a:defRPr b="0" i="0" sz="1800" u="none" cap="none" strike="noStrike">
                <a:solidFill>
                  <a:srgbClr val="595959"/>
                </a:solidFill>
                <a:latin typeface="Arial"/>
                <a:ea typeface="Arial"/>
                <a:cs typeface="Arial"/>
                <a:sym typeface="Arial"/>
              </a:defRPr>
            </a:lvl8pPr>
            <a:lvl9pPr indent="-241300" lvl="8" marL="4114800" marR="0" rtl="0" algn="l">
              <a:lnSpc>
                <a:spcPct val="115000"/>
              </a:lnSpc>
              <a:spcBef>
                <a:spcPts val="0"/>
              </a:spcBef>
              <a:spcAft>
                <a:spcPts val="0"/>
              </a:spcAft>
              <a:buClr>
                <a:srgbClr val="595959"/>
              </a:buClr>
              <a:buSzPts val="200"/>
              <a:buFont typeface="Arial"/>
              <a:buChar char="○"/>
              <a:defRPr b="0" i="0" sz="1800" u="none" cap="none" strike="noStrike">
                <a:solidFill>
                  <a:srgbClr val="595959"/>
                </a:solidFill>
                <a:latin typeface="Arial"/>
                <a:ea typeface="Arial"/>
                <a:cs typeface="Arial"/>
                <a:sym typeface="Arial"/>
              </a:defRPr>
            </a:lvl9pPr>
          </a:lstStyle>
          <a:p/>
        </p:txBody>
      </p:sp>
      <p:sp>
        <p:nvSpPr>
          <p:cNvPr id="1203" name="Google Shape;1203;p40"/>
          <p:cNvSpPr txBox="1"/>
          <p:nvPr>
            <p:ph idx="10" type="dt"/>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400" u="non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
        <p:nvSpPr>
          <p:cNvPr id="1204" name="Google Shape;1204;p40"/>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400" u="non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
        <p:nvSpPr>
          <p:cNvPr id="1205" name="Google Shape;1205;p40"/>
          <p:cNvSpPr txBox="1"/>
          <p:nvPr>
            <p:ph idx="12" type="sldNum"/>
          </p:nvPr>
        </p:nvSpPr>
        <p:spPr>
          <a:xfrm>
            <a:off x="4419600" y="4606925"/>
            <a:ext cx="2133600" cy="319200"/>
          </a:xfrm>
          <a:prstGeom prst="rect">
            <a:avLst/>
          </a:prstGeom>
          <a:noFill/>
          <a:ln>
            <a:noFill/>
          </a:ln>
        </p:spPr>
        <p:txBody>
          <a:bodyPr anchorCtr="0" anchor="ctr" bIns="91425" lIns="91425" spcFirstLastPara="1" rIns="91425" wrap="square" tIns="91425">
            <a:noAutofit/>
          </a:bodyPr>
          <a:lstStyle>
            <a:lvl1pPr indent="0" lvl="0" marL="0" rtl="0" algn="r">
              <a:lnSpc>
                <a:spcPct val="100000"/>
              </a:lnSpc>
              <a:spcBef>
                <a:spcPts val="0"/>
              </a:spcBef>
              <a:spcAft>
                <a:spcPts val="0"/>
              </a:spcAft>
              <a:buNone/>
              <a:defRPr sz="1000">
                <a:solidFill>
                  <a:srgbClr val="595959"/>
                </a:solidFill>
              </a:defRPr>
            </a:lvl1pPr>
            <a:lvl2pPr indent="0" lvl="1" marL="0" rtl="0" algn="r">
              <a:lnSpc>
                <a:spcPct val="100000"/>
              </a:lnSpc>
              <a:spcBef>
                <a:spcPts val="0"/>
              </a:spcBef>
              <a:spcAft>
                <a:spcPts val="0"/>
              </a:spcAft>
              <a:buNone/>
              <a:defRPr sz="1000">
                <a:solidFill>
                  <a:srgbClr val="595959"/>
                </a:solidFill>
              </a:defRPr>
            </a:lvl2pPr>
            <a:lvl3pPr indent="0" lvl="2" marL="0" rtl="0" algn="r">
              <a:lnSpc>
                <a:spcPct val="100000"/>
              </a:lnSpc>
              <a:spcBef>
                <a:spcPts val="0"/>
              </a:spcBef>
              <a:spcAft>
                <a:spcPts val="0"/>
              </a:spcAft>
              <a:buNone/>
              <a:defRPr sz="1000">
                <a:solidFill>
                  <a:srgbClr val="595959"/>
                </a:solidFill>
              </a:defRPr>
            </a:lvl3pPr>
            <a:lvl4pPr indent="0" lvl="3" marL="0" rtl="0" algn="r">
              <a:lnSpc>
                <a:spcPct val="100000"/>
              </a:lnSpc>
              <a:spcBef>
                <a:spcPts val="0"/>
              </a:spcBef>
              <a:spcAft>
                <a:spcPts val="0"/>
              </a:spcAft>
              <a:buNone/>
              <a:defRPr sz="1000">
                <a:solidFill>
                  <a:srgbClr val="595959"/>
                </a:solidFill>
              </a:defRPr>
            </a:lvl4pPr>
            <a:lvl5pPr indent="0" lvl="4" marL="0" rtl="0" algn="r">
              <a:lnSpc>
                <a:spcPct val="100000"/>
              </a:lnSpc>
              <a:spcBef>
                <a:spcPts val="0"/>
              </a:spcBef>
              <a:spcAft>
                <a:spcPts val="0"/>
              </a:spcAft>
              <a:buNone/>
              <a:defRPr sz="1000">
                <a:solidFill>
                  <a:srgbClr val="595959"/>
                </a:solidFill>
              </a:defRPr>
            </a:lvl5pPr>
            <a:lvl6pPr indent="0" lvl="5" marL="0" rtl="0" algn="r">
              <a:lnSpc>
                <a:spcPct val="100000"/>
              </a:lnSpc>
              <a:spcBef>
                <a:spcPts val="0"/>
              </a:spcBef>
              <a:spcAft>
                <a:spcPts val="0"/>
              </a:spcAft>
              <a:buNone/>
              <a:defRPr sz="1000">
                <a:solidFill>
                  <a:srgbClr val="595959"/>
                </a:solidFill>
              </a:defRPr>
            </a:lvl6pPr>
            <a:lvl7pPr indent="0" lvl="6" marL="0" rtl="0" algn="r">
              <a:lnSpc>
                <a:spcPct val="100000"/>
              </a:lnSpc>
              <a:spcBef>
                <a:spcPts val="0"/>
              </a:spcBef>
              <a:spcAft>
                <a:spcPts val="0"/>
              </a:spcAft>
              <a:buNone/>
              <a:defRPr sz="1000">
                <a:solidFill>
                  <a:srgbClr val="595959"/>
                </a:solidFill>
              </a:defRPr>
            </a:lvl7pPr>
            <a:lvl8pPr indent="0" lvl="7" marL="0" rtl="0" algn="r">
              <a:lnSpc>
                <a:spcPct val="100000"/>
              </a:lnSpc>
              <a:spcBef>
                <a:spcPts val="0"/>
              </a:spcBef>
              <a:spcAft>
                <a:spcPts val="0"/>
              </a:spcAft>
              <a:buNone/>
              <a:defRPr sz="1000">
                <a:solidFill>
                  <a:srgbClr val="595959"/>
                </a:solidFill>
              </a:defRPr>
            </a:lvl8pPr>
            <a:lvl9pPr indent="0" lvl="8" marL="0" rtl="0" algn="r">
              <a:lnSpc>
                <a:spcPct val="100000"/>
              </a:lnSpc>
              <a:spcBef>
                <a:spcPts val="0"/>
              </a:spcBef>
              <a:spcAft>
                <a:spcPts val="0"/>
              </a:spcAft>
              <a:buNone/>
              <a:defRPr sz="1000">
                <a:solidFill>
                  <a:srgbClr val="595959"/>
                </a:solidFill>
              </a:defRPr>
            </a:lvl9pPr>
          </a:lstStyle>
          <a:p>
            <a:pPr indent="0" lvl="0" marL="0" rtl="0" algn="r">
              <a:spcBef>
                <a:spcPts val="0"/>
              </a:spcBef>
              <a:spcAft>
                <a:spcPts val="0"/>
              </a:spcAft>
              <a:buNone/>
            </a:pPr>
            <a:fld id="{00000000-1234-1234-1234-123412341234}" type="slidenum">
              <a:rPr lang="en-SG"/>
              <a:t>‹#›</a:t>
            </a:fld>
            <a:endParaRPr sz="1400">
              <a:solidFill>
                <a:srgbClr val="000000"/>
              </a:solidFill>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283">
          <p15:clr>
            <a:srgbClr val="EA4335"/>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25.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48.xml"/><Relationship Id="rId3" Type="http://schemas.openxmlformats.org/officeDocument/2006/relationships/image" Target="../media/image19.png"/><Relationship Id="rId4" Type="http://schemas.openxmlformats.org/officeDocument/2006/relationships/image" Target="../media/image147.png"/><Relationship Id="rId5" Type="http://schemas.openxmlformats.org/officeDocument/2006/relationships/image" Target="../media/image146.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51.xml"/><Relationship Id="rId3" Type="http://schemas.openxmlformats.org/officeDocument/2006/relationships/image" Target="../media/image161.png"/><Relationship Id="rId4" Type="http://schemas.openxmlformats.org/officeDocument/2006/relationships/image" Target="../media/image185.png"/><Relationship Id="rId5" Type="http://schemas.openxmlformats.org/officeDocument/2006/relationships/image" Target="../media/image179.png"/><Relationship Id="rId6" Type="http://schemas.openxmlformats.org/officeDocument/2006/relationships/image" Target="../media/image180.png"/><Relationship Id="rId7" Type="http://schemas.openxmlformats.org/officeDocument/2006/relationships/image" Target="../media/image107.png"/><Relationship Id="rId8" Type="http://schemas.openxmlformats.org/officeDocument/2006/relationships/image" Target="../media/image190.png"/><Relationship Id="rId9" Type="http://schemas.openxmlformats.org/officeDocument/2006/relationships/image" Target="../media/image221.png"/><Relationship Id="rId10" Type="http://schemas.openxmlformats.org/officeDocument/2006/relationships/image" Target="../media/image184.png"/><Relationship Id="rId11" Type="http://schemas.openxmlformats.org/officeDocument/2006/relationships/image" Target="../media/image177.png"/><Relationship Id="rId12" Type="http://schemas.openxmlformats.org/officeDocument/2006/relationships/image" Target="../media/image201.png"/><Relationship Id="rId13" Type="http://schemas.openxmlformats.org/officeDocument/2006/relationships/image" Target="../media/image209.png"/><Relationship Id="rId14" Type="http://schemas.openxmlformats.org/officeDocument/2006/relationships/image" Target="../media/image195.png"/><Relationship Id="rId15" Type="http://schemas.openxmlformats.org/officeDocument/2006/relationships/image" Target="../media/image189.png"/><Relationship Id="rId16" Type="http://schemas.openxmlformats.org/officeDocument/2006/relationships/image" Target="../media/image102.png"/><Relationship Id="rId17" Type="http://schemas.openxmlformats.org/officeDocument/2006/relationships/image" Target="../media/image192.png"/><Relationship Id="rId18" Type="http://schemas.openxmlformats.org/officeDocument/2006/relationships/image" Target="../media/image202.png"/><Relationship Id="rId19" Type="http://schemas.openxmlformats.org/officeDocument/2006/relationships/image" Target="../media/image205.png"/><Relationship Id="rId20" Type="http://schemas.openxmlformats.org/officeDocument/2006/relationships/image" Target="../media/image198.png"/><Relationship Id="rId21" Type="http://schemas.openxmlformats.org/officeDocument/2006/relationships/image" Target="../media/image186.png"/><Relationship Id="rId22" Type="http://schemas.openxmlformats.org/officeDocument/2006/relationships/image" Target="../media/image87.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image" Target="../media/image19.png"/><Relationship Id="rId3" Type="http://schemas.openxmlformats.org/officeDocument/2006/relationships/image" Target="../media/image147.png"/><Relationship Id="rId4" Type="http://schemas.openxmlformats.org/officeDocument/2006/relationships/image" Target="../media/image14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9" name="Shape 1209"/>
        <p:cNvGrpSpPr/>
        <p:nvPr/>
      </p:nvGrpSpPr>
      <p:grpSpPr>
        <a:xfrm>
          <a:off x="0" y="0"/>
          <a:ext cx="0" cy="0"/>
          <a:chOff x="0" y="0"/>
          <a:chExt cx="0" cy="0"/>
        </a:xfrm>
      </p:grpSpPr>
      <p:sp>
        <p:nvSpPr>
          <p:cNvPr id="1210" name="Google Shape;1210;p41"/>
          <p:cNvSpPr txBox="1"/>
          <p:nvPr>
            <p:ph type="title"/>
          </p:nvPr>
        </p:nvSpPr>
        <p:spPr>
          <a:xfrm>
            <a:off x="446650" y="2676750"/>
            <a:ext cx="4564800" cy="1034400"/>
          </a:xfrm>
          <a:prstGeom prst="rect">
            <a:avLst/>
          </a:prstGeom>
          <a:noFill/>
          <a:ln>
            <a:noFill/>
          </a:ln>
        </p:spPr>
        <p:txBody>
          <a:bodyPr anchorCtr="0" anchor="t" bIns="0" lIns="0" spcFirstLastPara="1" rIns="0" wrap="square" tIns="0">
            <a:spAutoFit/>
          </a:bodyPr>
          <a:lstStyle/>
          <a:p>
            <a:pPr indent="0" lvl="0" marL="0" rtl="0" algn="l">
              <a:lnSpc>
                <a:spcPct val="80000"/>
              </a:lnSpc>
              <a:spcBef>
                <a:spcPts val="0"/>
              </a:spcBef>
              <a:spcAft>
                <a:spcPts val="0"/>
              </a:spcAft>
              <a:buClr>
                <a:schemeClr val="lt1"/>
              </a:buClr>
              <a:buSzPts val="4200"/>
              <a:buFont typeface="Proxima Nova"/>
              <a:buNone/>
            </a:pPr>
            <a:r>
              <a:rPr lang="en-SG"/>
              <a:t>This is Your Presentation Title</a:t>
            </a:r>
            <a:endParaRPr/>
          </a:p>
        </p:txBody>
      </p:sp>
      <p:sp>
        <p:nvSpPr>
          <p:cNvPr id="1211" name="Google Shape;1211;p41"/>
          <p:cNvSpPr txBox="1"/>
          <p:nvPr>
            <p:ph idx="1" type="subTitle"/>
          </p:nvPr>
        </p:nvSpPr>
        <p:spPr>
          <a:xfrm>
            <a:off x="446650" y="3732650"/>
            <a:ext cx="4564800" cy="376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CCCCCC"/>
              </a:buClr>
              <a:buSzPts val="2400"/>
              <a:buFont typeface="Proxima Nova"/>
              <a:buNone/>
            </a:pPr>
            <a:r>
              <a:rPr lang="en-SG"/>
              <a:t>This is the presentation subtitle</a:t>
            </a:r>
            <a:endParaRPr/>
          </a:p>
        </p:txBody>
      </p:sp>
      <p:sp>
        <p:nvSpPr>
          <p:cNvPr id="1212" name="Google Shape;1212;p41"/>
          <p:cNvSpPr txBox="1"/>
          <p:nvPr>
            <p:ph idx="2" type="body"/>
          </p:nvPr>
        </p:nvSpPr>
        <p:spPr>
          <a:xfrm>
            <a:off x="446650" y="4668712"/>
            <a:ext cx="4578600" cy="2118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None/>
            </a:pPr>
            <a:r>
              <a:rPr lang="en-SG"/>
              <a:t>AUTHOR AND DATE</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2" name="Shape 1262"/>
        <p:cNvGrpSpPr/>
        <p:nvPr/>
      </p:nvGrpSpPr>
      <p:grpSpPr>
        <a:xfrm>
          <a:off x="0" y="0"/>
          <a:ext cx="0" cy="0"/>
          <a:chOff x="0" y="0"/>
          <a:chExt cx="0" cy="0"/>
        </a:xfrm>
      </p:grpSpPr>
      <p:sp>
        <p:nvSpPr>
          <p:cNvPr id="1263" name="Google Shape;1263;p48"/>
          <p:cNvSpPr txBox="1"/>
          <p:nvPr>
            <p:ph type="title"/>
          </p:nvPr>
        </p:nvSpPr>
        <p:spPr>
          <a:xfrm>
            <a:off x="446650" y="2270325"/>
            <a:ext cx="6355500" cy="443400"/>
          </a:xfrm>
          <a:prstGeom prst="rect">
            <a:avLst/>
          </a:prstGeom>
          <a:noFill/>
          <a:ln>
            <a:noFill/>
          </a:ln>
        </p:spPr>
        <p:txBody>
          <a:bodyPr anchorCtr="0" anchor="t" bIns="0" lIns="0" spcFirstLastPara="1" rIns="0" wrap="square" tIns="0">
            <a:noAutofit/>
          </a:bodyPr>
          <a:lstStyle/>
          <a:p>
            <a:pPr indent="0" lvl="0" marL="0" rtl="0" algn="l">
              <a:lnSpc>
                <a:spcPct val="80000"/>
              </a:lnSpc>
              <a:spcBef>
                <a:spcPts val="0"/>
              </a:spcBef>
              <a:spcAft>
                <a:spcPts val="0"/>
              </a:spcAft>
              <a:buClr>
                <a:schemeClr val="lt1"/>
              </a:buClr>
              <a:buSzPts val="3600"/>
              <a:buFont typeface="Proxima Nova"/>
              <a:buNone/>
            </a:pPr>
            <a:r>
              <a:rPr lang="en-SG"/>
              <a:t>This is the Section Title</a:t>
            </a:r>
            <a:endParaRPr/>
          </a:p>
        </p:txBody>
      </p:sp>
      <p:sp>
        <p:nvSpPr>
          <p:cNvPr id="1264" name="Google Shape;1264;p48"/>
          <p:cNvSpPr txBox="1"/>
          <p:nvPr>
            <p:ph idx="1" type="subTitle"/>
          </p:nvPr>
        </p:nvSpPr>
        <p:spPr>
          <a:xfrm>
            <a:off x="446650" y="2754300"/>
            <a:ext cx="6355500" cy="295500"/>
          </a:xfrm>
          <a:prstGeom prst="rect">
            <a:avLst/>
          </a:prstGeom>
          <a:noFill/>
          <a:ln>
            <a:noFill/>
          </a:ln>
        </p:spPr>
        <p:txBody>
          <a:bodyPr anchorCtr="0" anchor="t" bIns="0" lIns="0" spcFirstLastPara="1" rIns="0" wrap="square" tIns="0">
            <a:noAutofit/>
          </a:bodyPr>
          <a:lstStyle/>
          <a:p>
            <a:pPr indent="0" lvl="0" marL="0" rtl="0" algn="l">
              <a:lnSpc>
                <a:spcPct val="80000"/>
              </a:lnSpc>
              <a:spcBef>
                <a:spcPts val="0"/>
              </a:spcBef>
              <a:spcAft>
                <a:spcPts val="0"/>
              </a:spcAft>
              <a:buClr>
                <a:srgbClr val="CCCCCC"/>
              </a:buClr>
              <a:buSzPts val="2400"/>
              <a:buFont typeface="Proxima Nova"/>
              <a:buNone/>
            </a:pPr>
            <a:r>
              <a:rPr lang="en-SG"/>
              <a:t>This is the section subtitle</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8" name="Shape 1268"/>
        <p:cNvGrpSpPr/>
        <p:nvPr/>
      </p:nvGrpSpPr>
      <p:grpSpPr>
        <a:xfrm>
          <a:off x="0" y="0"/>
          <a:ext cx="0" cy="0"/>
          <a:chOff x="0" y="0"/>
          <a:chExt cx="0" cy="0"/>
        </a:xfrm>
      </p:grpSpPr>
      <p:sp>
        <p:nvSpPr>
          <p:cNvPr id="1269" name="Google Shape;1269;p49"/>
          <p:cNvSpPr txBox="1"/>
          <p:nvPr>
            <p:ph type="title"/>
          </p:nvPr>
        </p:nvSpPr>
        <p:spPr>
          <a:xfrm>
            <a:off x="446650" y="2270325"/>
            <a:ext cx="6355500" cy="443400"/>
          </a:xfrm>
          <a:prstGeom prst="rect">
            <a:avLst/>
          </a:prstGeom>
          <a:noFill/>
          <a:ln>
            <a:noFill/>
          </a:ln>
        </p:spPr>
        <p:txBody>
          <a:bodyPr anchorCtr="0" anchor="t" bIns="0" lIns="0" spcFirstLastPara="1" rIns="0" wrap="square" tIns="0">
            <a:noAutofit/>
          </a:bodyPr>
          <a:lstStyle/>
          <a:p>
            <a:pPr indent="0" lvl="0" marL="0" rtl="0" algn="l">
              <a:lnSpc>
                <a:spcPct val="80000"/>
              </a:lnSpc>
              <a:spcBef>
                <a:spcPts val="0"/>
              </a:spcBef>
              <a:spcAft>
                <a:spcPts val="0"/>
              </a:spcAft>
              <a:buClr>
                <a:schemeClr val="lt1"/>
              </a:buClr>
              <a:buSzPts val="3600"/>
              <a:buFont typeface="Proxima Nova"/>
              <a:buNone/>
            </a:pPr>
            <a:r>
              <a:rPr lang="en-SG"/>
              <a:t>This is the Section Title</a:t>
            </a:r>
            <a:endParaRPr/>
          </a:p>
        </p:txBody>
      </p:sp>
      <p:sp>
        <p:nvSpPr>
          <p:cNvPr id="1270" name="Google Shape;1270;p49"/>
          <p:cNvSpPr txBox="1"/>
          <p:nvPr>
            <p:ph idx="1" type="subTitle"/>
          </p:nvPr>
        </p:nvSpPr>
        <p:spPr>
          <a:xfrm>
            <a:off x="446650" y="2754300"/>
            <a:ext cx="6355500" cy="295500"/>
          </a:xfrm>
          <a:prstGeom prst="rect">
            <a:avLst/>
          </a:prstGeom>
          <a:noFill/>
          <a:ln>
            <a:noFill/>
          </a:ln>
        </p:spPr>
        <p:txBody>
          <a:bodyPr anchorCtr="0" anchor="t" bIns="0" lIns="0" spcFirstLastPara="1" rIns="0" wrap="square" tIns="0">
            <a:noAutofit/>
          </a:bodyPr>
          <a:lstStyle/>
          <a:p>
            <a:pPr indent="0" lvl="0" marL="0" rtl="0" algn="l">
              <a:lnSpc>
                <a:spcPct val="80000"/>
              </a:lnSpc>
              <a:spcBef>
                <a:spcPts val="0"/>
              </a:spcBef>
              <a:spcAft>
                <a:spcPts val="0"/>
              </a:spcAft>
              <a:buClr>
                <a:srgbClr val="CCCCCC"/>
              </a:buClr>
              <a:buSzPts val="2400"/>
              <a:buFont typeface="Proxima Nova"/>
              <a:buNone/>
            </a:pPr>
            <a:r>
              <a:rPr lang="en-SG"/>
              <a:t>This is the section subtitle</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4" name="Shape 1274"/>
        <p:cNvGrpSpPr/>
        <p:nvPr/>
      </p:nvGrpSpPr>
      <p:grpSpPr>
        <a:xfrm>
          <a:off x="0" y="0"/>
          <a:ext cx="0" cy="0"/>
          <a:chOff x="0" y="0"/>
          <a:chExt cx="0" cy="0"/>
        </a:xfrm>
      </p:grpSpPr>
      <p:sp>
        <p:nvSpPr>
          <p:cNvPr id="1275" name="Google Shape;1275;p50"/>
          <p:cNvSpPr txBox="1"/>
          <p:nvPr>
            <p:ph type="title"/>
          </p:nvPr>
        </p:nvSpPr>
        <p:spPr>
          <a:xfrm>
            <a:off x="446650" y="2270325"/>
            <a:ext cx="6355500" cy="443400"/>
          </a:xfrm>
          <a:prstGeom prst="rect">
            <a:avLst/>
          </a:prstGeom>
          <a:noFill/>
          <a:ln>
            <a:noFill/>
          </a:ln>
        </p:spPr>
        <p:txBody>
          <a:bodyPr anchorCtr="0" anchor="t" bIns="0" lIns="0" spcFirstLastPara="1" rIns="0" wrap="square" tIns="0">
            <a:noAutofit/>
          </a:bodyPr>
          <a:lstStyle/>
          <a:p>
            <a:pPr indent="0" lvl="0" marL="0" rtl="0" algn="l">
              <a:lnSpc>
                <a:spcPct val="80000"/>
              </a:lnSpc>
              <a:spcBef>
                <a:spcPts val="0"/>
              </a:spcBef>
              <a:spcAft>
                <a:spcPts val="0"/>
              </a:spcAft>
              <a:buClr>
                <a:schemeClr val="lt1"/>
              </a:buClr>
              <a:buSzPts val="3600"/>
              <a:buFont typeface="Proxima Nova"/>
              <a:buNone/>
            </a:pPr>
            <a:r>
              <a:rPr lang="en-SG"/>
              <a:t>This is the Section Title</a:t>
            </a:r>
            <a:endParaRPr/>
          </a:p>
        </p:txBody>
      </p:sp>
      <p:sp>
        <p:nvSpPr>
          <p:cNvPr id="1276" name="Google Shape;1276;p50"/>
          <p:cNvSpPr txBox="1"/>
          <p:nvPr>
            <p:ph idx="1" type="subTitle"/>
          </p:nvPr>
        </p:nvSpPr>
        <p:spPr>
          <a:xfrm>
            <a:off x="446650" y="2754300"/>
            <a:ext cx="6355500" cy="295500"/>
          </a:xfrm>
          <a:prstGeom prst="rect">
            <a:avLst/>
          </a:prstGeom>
          <a:noFill/>
          <a:ln>
            <a:noFill/>
          </a:ln>
        </p:spPr>
        <p:txBody>
          <a:bodyPr anchorCtr="0" anchor="t" bIns="0" lIns="0" spcFirstLastPara="1" rIns="0" wrap="square" tIns="0">
            <a:noAutofit/>
          </a:bodyPr>
          <a:lstStyle/>
          <a:p>
            <a:pPr indent="0" lvl="0" marL="0" rtl="0" algn="l">
              <a:lnSpc>
                <a:spcPct val="80000"/>
              </a:lnSpc>
              <a:spcBef>
                <a:spcPts val="0"/>
              </a:spcBef>
              <a:spcAft>
                <a:spcPts val="0"/>
              </a:spcAft>
              <a:buClr>
                <a:srgbClr val="CCCCCC"/>
              </a:buClr>
              <a:buSzPts val="2400"/>
              <a:buFont typeface="Proxima Nova"/>
              <a:buNone/>
            </a:pPr>
            <a:r>
              <a:rPr lang="en-SG"/>
              <a:t>This is the section subtitle</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1280" name="Shape 1280"/>
        <p:cNvGrpSpPr/>
        <p:nvPr/>
      </p:nvGrpSpPr>
      <p:grpSpPr>
        <a:xfrm>
          <a:off x="0" y="0"/>
          <a:ext cx="0" cy="0"/>
          <a:chOff x="0" y="0"/>
          <a:chExt cx="0" cy="0"/>
        </a:xfrm>
      </p:grpSpPr>
      <p:sp>
        <p:nvSpPr>
          <p:cNvPr id="1281" name="Google Shape;1281;p51"/>
          <p:cNvSpPr txBox="1"/>
          <p:nvPr>
            <p:ph type="title"/>
          </p:nvPr>
        </p:nvSpPr>
        <p:spPr>
          <a:xfrm>
            <a:off x="446650" y="2270325"/>
            <a:ext cx="6355500" cy="443400"/>
          </a:xfrm>
          <a:prstGeom prst="rect">
            <a:avLst/>
          </a:prstGeom>
          <a:noFill/>
          <a:ln>
            <a:noFill/>
          </a:ln>
        </p:spPr>
        <p:txBody>
          <a:bodyPr anchorCtr="0" anchor="t" bIns="0" lIns="0" spcFirstLastPara="1" rIns="0" wrap="square" tIns="0">
            <a:noAutofit/>
          </a:bodyPr>
          <a:lstStyle/>
          <a:p>
            <a:pPr indent="0" lvl="0" marL="0" rtl="0" algn="l">
              <a:lnSpc>
                <a:spcPct val="80000"/>
              </a:lnSpc>
              <a:spcBef>
                <a:spcPts val="0"/>
              </a:spcBef>
              <a:spcAft>
                <a:spcPts val="0"/>
              </a:spcAft>
              <a:buClr>
                <a:schemeClr val="lt1"/>
              </a:buClr>
              <a:buSzPts val="3600"/>
              <a:buFont typeface="Proxima Nova"/>
              <a:buNone/>
            </a:pPr>
            <a:r>
              <a:rPr lang="en-SG"/>
              <a:t>This is the Section Title</a:t>
            </a:r>
            <a:endParaRPr/>
          </a:p>
        </p:txBody>
      </p:sp>
      <p:sp>
        <p:nvSpPr>
          <p:cNvPr id="1282" name="Google Shape;1282;p51"/>
          <p:cNvSpPr txBox="1"/>
          <p:nvPr>
            <p:ph idx="1" type="subTitle"/>
          </p:nvPr>
        </p:nvSpPr>
        <p:spPr>
          <a:xfrm>
            <a:off x="446650" y="2754300"/>
            <a:ext cx="6355500" cy="295500"/>
          </a:xfrm>
          <a:prstGeom prst="rect">
            <a:avLst/>
          </a:prstGeom>
          <a:noFill/>
          <a:ln>
            <a:noFill/>
          </a:ln>
        </p:spPr>
        <p:txBody>
          <a:bodyPr anchorCtr="0" anchor="t" bIns="0" lIns="0" spcFirstLastPara="1" rIns="0" wrap="square" tIns="0">
            <a:noAutofit/>
          </a:bodyPr>
          <a:lstStyle/>
          <a:p>
            <a:pPr indent="0" lvl="0" marL="0" rtl="0" algn="l">
              <a:lnSpc>
                <a:spcPct val="80000"/>
              </a:lnSpc>
              <a:spcBef>
                <a:spcPts val="0"/>
              </a:spcBef>
              <a:spcAft>
                <a:spcPts val="0"/>
              </a:spcAft>
              <a:buClr>
                <a:srgbClr val="CCCCCC"/>
              </a:buClr>
              <a:buSzPts val="2400"/>
              <a:buFont typeface="Proxima Nova"/>
              <a:buNone/>
            </a:pPr>
            <a:r>
              <a:rPr lang="en-SG"/>
              <a:t>This is the section subtitle</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5" name="Shape 1305"/>
        <p:cNvGrpSpPr/>
        <p:nvPr/>
      </p:nvGrpSpPr>
      <p:grpSpPr>
        <a:xfrm>
          <a:off x="0" y="0"/>
          <a:ext cx="0" cy="0"/>
          <a:chOff x="0" y="0"/>
          <a:chExt cx="0" cy="0"/>
        </a:xfrm>
      </p:grpSpPr>
      <p:sp>
        <p:nvSpPr>
          <p:cNvPr id="1306" name="Google Shape;1306;p55"/>
          <p:cNvSpPr txBox="1"/>
          <p:nvPr>
            <p:ph type="title"/>
          </p:nvPr>
        </p:nvSpPr>
        <p:spPr>
          <a:xfrm>
            <a:off x="452424" y="351725"/>
            <a:ext cx="7233471" cy="344700"/>
          </a:xfrm>
          <a:prstGeom prst="rect">
            <a:avLst/>
          </a:prstGeom>
          <a:noFill/>
          <a:ln>
            <a:noFill/>
          </a:ln>
        </p:spPr>
        <p:txBody>
          <a:bodyPr anchorCtr="0" anchor="t" bIns="0" lIns="0" spcFirstLastPara="1" rIns="0" wrap="square" tIns="0">
            <a:noAutofit/>
          </a:bodyPr>
          <a:lstStyle/>
          <a:p>
            <a:pPr indent="0" lvl="0" marL="0" rtl="0" algn="l">
              <a:lnSpc>
                <a:spcPct val="80000"/>
              </a:lnSpc>
              <a:spcBef>
                <a:spcPts val="0"/>
              </a:spcBef>
              <a:spcAft>
                <a:spcPts val="0"/>
              </a:spcAft>
              <a:buSzPts val="2800"/>
              <a:buFont typeface="Proxima Nova"/>
              <a:buNone/>
            </a:pPr>
            <a:r>
              <a:rPr lang="en-SG"/>
              <a:t>This is a Slide Title</a:t>
            </a:r>
            <a:endParaRPr/>
          </a:p>
        </p:txBody>
      </p:sp>
      <p:sp>
        <p:nvSpPr>
          <p:cNvPr id="1307" name="Google Shape;1307;p55"/>
          <p:cNvSpPr txBox="1"/>
          <p:nvPr>
            <p:ph idx="1" type="body"/>
          </p:nvPr>
        </p:nvSpPr>
        <p:spPr>
          <a:xfrm>
            <a:off x="320617" y="1300694"/>
            <a:ext cx="3798299" cy="256260"/>
          </a:xfrm>
          <a:prstGeom prst="rect">
            <a:avLst/>
          </a:prstGeom>
          <a:noFill/>
          <a:ln>
            <a:noFill/>
          </a:ln>
        </p:spPr>
        <p:txBody>
          <a:bodyPr anchorCtr="0" anchor="t" bIns="0" lIns="0" spcFirstLastPara="1" rIns="0" wrap="square" tIns="0">
            <a:noAutofit/>
          </a:bodyPr>
          <a:lstStyle/>
          <a:p>
            <a:pPr indent="0" lvl="0" marL="139700" rtl="0" algn="l">
              <a:lnSpc>
                <a:spcPct val="100000"/>
              </a:lnSpc>
              <a:spcBef>
                <a:spcPts val="0"/>
              </a:spcBef>
              <a:spcAft>
                <a:spcPts val="0"/>
              </a:spcAft>
              <a:buSzPts val="1400"/>
              <a:buFont typeface="Proxima Nova"/>
              <a:buNone/>
            </a:pPr>
            <a:r>
              <a:rPr lang="en-SG"/>
              <a:t>Column 1</a:t>
            </a:r>
            <a:endParaRPr/>
          </a:p>
        </p:txBody>
      </p:sp>
      <p:sp>
        <p:nvSpPr>
          <p:cNvPr id="1308" name="Google Shape;1308;p55"/>
          <p:cNvSpPr txBox="1"/>
          <p:nvPr>
            <p:ph idx="2" type="body"/>
          </p:nvPr>
        </p:nvSpPr>
        <p:spPr>
          <a:xfrm>
            <a:off x="320617" y="1643288"/>
            <a:ext cx="3798299" cy="2516821"/>
          </a:xfrm>
          <a:prstGeom prst="rect">
            <a:avLst/>
          </a:prstGeom>
          <a:noFill/>
          <a:ln>
            <a:noFill/>
          </a:ln>
        </p:spPr>
        <p:txBody>
          <a:bodyPr anchorCtr="0" anchor="t" bIns="0" lIns="0" spcFirstLastPara="1" rIns="0" wrap="square" tIns="0">
            <a:noAutofit/>
          </a:bodyPr>
          <a:lstStyle/>
          <a:p>
            <a:pPr indent="0" lvl="0" marL="139700" rtl="0" algn="l">
              <a:lnSpc>
                <a:spcPct val="100000"/>
              </a:lnSpc>
              <a:spcBef>
                <a:spcPts val="0"/>
              </a:spcBef>
              <a:spcAft>
                <a:spcPts val="0"/>
              </a:spcAft>
              <a:buSzPts val="1400"/>
              <a:buFont typeface="Proxima Nova"/>
              <a:buNone/>
            </a:pPr>
            <a:r>
              <a:rPr lang="en-SG"/>
              <a:t>Lorem ipsum dolor sit amet, consectetuer adipiscing elit, sed diam nonummy nibh euismod tincidunt ut laoreet dolore magna aliquam erat volutpat. </a:t>
            </a:r>
            <a:br>
              <a:rPr lang="en-SG"/>
            </a:br>
            <a:br>
              <a:rPr lang="en-SG"/>
            </a:br>
            <a:r>
              <a:rPr lang="en-SG"/>
              <a:t>Ut wisi enim ad minim veniam, quis  nostrud exerci tation ullamcorper suscipit  lobortis nisl ut aliquip ex ea commodo  consequat. Duis autem vel eum iriure  dolor in hendrerit in vulputate velit esse molestie con. </a:t>
            </a:r>
            <a:br>
              <a:rPr lang="en-SG"/>
            </a:br>
            <a:br>
              <a:rPr lang="en-SG"/>
            </a:br>
            <a:r>
              <a:rPr lang="en-SG"/>
              <a:t>Lorem ipsum dolor sit amet, consectetuer  adipiscing elit, sed diam nonummy nibh euismod tincidunt ut laoreet dolore magna aliquam erat volutpat.</a:t>
            </a:r>
            <a:endParaRPr/>
          </a:p>
          <a:p>
            <a:pPr indent="0" lvl="0" marL="139700" rtl="0" algn="l">
              <a:lnSpc>
                <a:spcPct val="100000"/>
              </a:lnSpc>
              <a:spcBef>
                <a:spcPts val="0"/>
              </a:spcBef>
              <a:spcAft>
                <a:spcPts val="0"/>
              </a:spcAft>
              <a:buSzPts val="1400"/>
              <a:buFont typeface="Proxima Nova"/>
              <a:buNone/>
            </a:pPr>
            <a:r>
              <a:t/>
            </a:r>
            <a:endParaRPr/>
          </a:p>
          <a:p>
            <a:pPr indent="0" lvl="0" marL="139700" rtl="0" algn="l">
              <a:lnSpc>
                <a:spcPct val="100000"/>
              </a:lnSpc>
              <a:spcBef>
                <a:spcPts val="0"/>
              </a:spcBef>
              <a:spcAft>
                <a:spcPts val="0"/>
              </a:spcAft>
              <a:buSzPts val="1400"/>
              <a:buFont typeface="Proxima Nova"/>
              <a:buNone/>
            </a:pPr>
            <a:r>
              <a:t/>
            </a:r>
            <a:endParaRPr/>
          </a:p>
        </p:txBody>
      </p:sp>
      <p:sp>
        <p:nvSpPr>
          <p:cNvPr id="1309" name="Google Shape;1309;p55"/>
          <p:cNvSpPr txBox="1"/>
          <p:nvPr>
            <p:ph idx="3" type="body"/>
          </p:nvPr>
        </p:nvSpPr>
        <p:spPr>
          <a:xfrm>
            <a:off x="4532513" y="1298446"/>
            <a:ext cx="3798299" cy="256260"/>
          </a:xfrm>
          <a:prstGeom prst="rect">
            <a:avLst/>
          </a:prstGeom>
          <a:noFill/>
          <a:ln>
            <a:noFill/>
          </a:ln>
        </p:spPr>
        <p:txBody>
          <a:bodyPr anchorCtr="0" anchor="t" bIns="0" lIns="0" spcFirstLastPara="1" rIns="0" wrap="square" tIns="0">
            <a:noAutofit/>
          </a:bodyPr>
          <a:lstStyle/>
          <a:p>
            <a:pPr indent="0" lvl="0" marL="139700" rtl="0" algn="l">
              <a:lnSpc>
                <a:spcPct val="100000"/>
              </a:lnSpc>
              <a:spcBef>
                <a:spcPts val="0"/>
              </a:spcBef>
              <a:spcAft>
                <a:spcPts val="0"/>
              </a:spcAft>
              <a:buSzPts val="1400"/>
              <a:buFont typeface="Proxima Nova"/>
              <a:buNone/>
            </a:pPr>
            <a:r>
              <a:rPr lang="en-SG"/>
              <a:t>Column 2</a:t>
            </a:r>
            <a:endParaRPr/>
          </a:p>
        </p:txBody>
      </p:sp>
      <p:sp>
        <p:nvSpPr>
          <p:cNvPr id="1310" name="Google Shape;1310;p55"/>
          <p:cNvSpPr txBox="1"/>
          <p:nvPr>
            <p:ph idx="4" type="body"/>
          </p:nvPr>
        </p:nvSpPr>
        <p:spPr>
          <a:xfrm>
            <a:off x="4532513" y="1641040"/>
            <a:ext cx="3798299" cy="2516821"/>
          </a:xfrm>
          <a:prstGeom prst="rect">
            <a:avLst/>
          </a:prstGeom>
          <a:noFill/>
          <a:ln>
            <a:noFill/>
          </a:ln>
        </p:spPr>
        <p:txBody>
          <a:bodyPr anchorCtr="0" anchor="t" bIns="0" lIns="0" spcFirstLastPara="1" rIns="0" wrap="square" tIns="0">
            <a:noAutofit/>
          </a:bodyPr>
          <a:lstStyle/>
          <a:p>
            <a:pPr indent="0" lvl="0" marL="139700" rtl="0" algn="l">
              <a:lnSpc>
                <a:spcPct val="100000"/>
              </a:lnSpc>
              <a:spcBef>
                <a:spcPts val="0"/>
              </a:spcBef>
              <a:spcAft>
                <a:spcPts val="0"/>
              </a:spcAft>
              <a:buSzPts val="1400"/>
              <a:buFont typeface="Proxima Nova"/>
              <a:buNone/>
            </a:pPr>
            <a:r>
              <a:rPr lang="en-SG"/>
              <a:t>Lorem ipsum dolor sit amet, consectetuer adipiscing elit, sed diam nonummy nibh euismod tincidunt ut laoreet dolore magna aliquam erat volutpat. </a:t>
            </a:r>
            <a:br>
              <a:rPr lang="en-SG"/>
            </a:br>
            <a:br>
              <a:rPr lang="en-SG"/>
            </a:br>
            <a:r>
              <a:rPr lang="en-SG"/>
              <a:t>Ut wisi enim ad minim veniam, quis  nostrud exerci tation ullamcorper suscipit  lobortis nisl ut aliquip ex ea commodo  consequat. Duis autem vel eum iriure  dolor in hendrerit in vulputate velit esse molestie con. </a:t>
            </a:r>
            <a:br>
              <a:rPr lang="en-SG"/>
            </a:br>
            <a:br>
              <a:rPr lang="en-SG"/>
            </a:br>
            <a:r>
              <a:rPr lang="en-SG"/>
              <a:t>Lorem ipsum dolor sit amet, consectetuer  adipiscing elit, sed diam nonummy nibh euismod tincidunt ut laoreet dolore magna aliquam erat volutpat.</a:t>
            </a:r>
            <a:endParaRPr/>
          </a:p>
          <a:p>
            <a:pPr indent="0" lvl="0" marL="139700" rtl="0" algn="l">
              <a:lnSpc>
                <a:spcPct val="100000"/>
              </a:lnSpc>
              <a:spcBef>
                <a:spcPts val="0"/>
              </a:spcBef>
              <a:spcAft>
                <a:spcPts val="0"/>
              </a:spcAft>
              <a:buSzPts val="1400"/>
              <a:buFont typeface="Proxima Nova"/>
              <a:buNone/>
            </a:pPr>
            <a:r>
              <a:t/>
            </a:r>
            <a:endParaRPr/>
          </a:p>
          <a:p>
            <a:pPr indent="0" lvl="0" marL="139700" rtl="0" algn="l">
              <a:lnSpc>
                <a:spcPct val="100000"/>
              </a:lnSpc>
              <a:spcBef>
                <a:spcPts val="0"/>
              </a:spcBef>
              <a:spcAft>
                <a:spcPts val="0"/>
              </a:spcAft>
              <a:buSzPts val="1400"/>
              <a:buFont typeface="Proxima Nova"/>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4" name="Shape 1314"/>
        <p:cNvGrpSpPr/>
        <p:nvPr/>
      </p:nvGrpSpPr>
      <p:grpSpPr>
        <a:xfrm>
          <a:off x="0" y="0"/>
          <a:ext cx="0" cy="0"/>
          <a:chOff x="0" y="0"/>
          <a:chExt cx="0" cy="0"/>
        </a:xfrm>
      </p:grpSpPr>
      <p:sp>
        <p:nvSpPr>
          <p:cNvPr id="1315" name="Google Shape;1315;p56"/>
          <p:cNvSpPr txBox="1"/>
          <p:nvPr>
            <p:ph type="title"/>
          </p:nvPr>
        </p:nvSpPr>
        <p:spPr>
          <a:xfrm>
            <a:off x="452425" y="351725"/>
            <a:ext cx="7199928" cy="344700"/>
          </a:xfrm>
          <a:prstGeom prst="rect">
            <a:avLst/>
          </a:prstGeom>
          <a:noFill/>
          <a:ln>
            <a:noFill/>
          </a:ln>
        </p:spPr>
        <p:txBody>
          <a:bodyPr anchorCtr="0" anchor="t" bIns="0" lIns="0" spcFirstLastPara="1" rIns="0" wrap="square" tIns="0">
            <a:noAutofit/>
          </a:bodyPr>
          <a:lstStyle/>
          <a:p>
            <a:pPr indent="0" lvl="0" marL="0" rtl="0" algn="l">
              <a:lnSpc>
                <a:spcPct val="80000"/>
              </a:lnSpc>
              <a:spcBef>
                <a:spcPts val="0"/>
              </a:spcBef>
              <a:spcAft>
                <a:spcPts val="0"/>
              </a:spcAft>
              <a:buSzPts val="2800"/>
              <a:buFont typeface="Proxima Nova"/>
              <a:buNone/>
            </a:pPr>
            <a:r>
              <a:rPr lang="en-SG"/>
              <a:t>This is a Slide Title</a:t>
            </a:r>
            <a:endParaRPr/>
          </a:p>
        </p:txBody>
      </p:sp>
      <p:sp>
        <p:nvSpPr>
          <p:cNvPr id="1316" name="Google Shape;1316;p56"/>
          <p:cNvSpPr txBox="1"/>
          <p:nvPr/>
        </p:nvSpPr>
        <p:spPr>
          <a:xfrm>
            <a:off x="446661" y="3268222"/>
            <a:ext cx="6818400" cy="617700"/>
          </a:xfrm>
          <a:prstGeom prst="rect">
            <a:avLst/>
          </a:prstGeom>
          <a:noFill/>
          <a:ln>
            <a:noFill/>
          </a:ln>
        </p:spPr>
        <p:txBody>
          <a:bodyPr anchorCtr="0" anchor="t" bIns="0" lIns="0" spcFirstLastPara="1" rIns="0" wrap="square" tIns="0">
            <a:spAutoFit/>
          </a:bodyPr>
          <a:lstStyle/>
          <a:p>
            <a:pPr indent="0" lvl="0" marL="0" marR="393700" rtl="0" algn="l">
              <a:lnSpc>
                <a:spcPct val="100699"/>
              </a:lnSpc>
              <a:spcBef>
                <a:spcPts val="3500"/>
              </a:spcBef>
              <a:spcAft>
                <a:spcPts val="0"/>
              </a:spcAft>
              <a:buClr>
                <a:srgbClr val="000000"/>
              </a:buClr>
              <a:buSzPts val="2100"/>
              <a:buFont typeface="Arial"/>
              <a:buNone/>
            </a:pPr>
            <a:r>
              <a:rPr b="1" i="0" lang="en-SG" sz="2000" u="none" cap="none" strike="noStrike">
                <a:solidFill>
                  <a:srgbClr val="000000"/>
                </a:solidFill>
                <a:latin typeface="Proxima Nova"/>
                <a:ea typeface="Proxima Nova"/>
                <a:cs typeface="Proxima Nova"/>
                <a:sym typeface="Proxima Nova"/>
              </a:rPr>
              <a:t>Your audience will listen to you or read the content,  but won’t do both.</a:t>
            </a:r>
            <a:endParaRPr b="0" i="0" sz="2000" u="none" cap="none" strike="noStrike">
              <a:solidFill>
                <a:srgbClr val="000000"/>
              </a:solidFill>
              <a:latin typeface="Proxima Nova"/>
              <a:ea typeface="Proxima Nova"/>
              <a:cs typeface="Proxima Nova"/>
              <a:sym typeface="Proxima Nova"/>
            </a:endParaRPr>
          </a:p>
        </p:txBody>
      </p:sp>
      <p:sp>
        <p:nvSpPr>
          <p:cNvPr id="1317" name="Google Shape;1317;p56"/>
          <p:cNvSpPr txBox="1"/>
          <p:nvPr/>
        </p:nvSpPr>
        <p:spPr>
          <a:xfrm>
            <a:off x="446650" y="1570450"/>
            <a:ext cx="7105800" cy="1015800"/>
          </a:xfrm>
          <a:prstGeom prst="rect">
            <a:avLst/>
          </a:prstGeom>
          <a:noFill/>
          <a:ln>
            <a:noFill/>
          </a:ln>
        </p:spPr>
        <p:txBody>
          <a:bodyPr anchorCtr="0" anchor="t" bIns="0" lIns="0" spcFirstLastPara="1" rIns="0" wrap="square" tIns="0">
            <a:spAutoFit/>
          </a:bodyPr>
          <a:lstStyle/>
          <a:p>
            <a:pPr indent="-231140" lvl="0" marL="457200" marR="0" rtl="0" algn="l">
              <a:lnSpc>
                <a:spcPct val="100000"/>
              </a:lnSpc>
              <a:spcBef>
                <a:spcPts val="0"/>
              </a:spcBef>
              <a:spcAft>
                <a:spcPts val="0"/>
              </a:spcAft>
              <a:buClr>
                <a:srgbClr val="901F75"/>
              </a:buClr>
              <a:buSzPts val="2200"/>
              <a:buFont typeface="Proxima Nova Extrabold"/>
              <a:buChar char="•"/>
            </a:pPr>
            <a:r>
              <a:rPr b="0" i="0" lang="en-SG" sz="1800" u="none" cap="none" strike="noStrike">
                <a:solidFill>
                  <a:srgbClr val="000000"/>
                </a:solidFill>
                <a:latin typeface="Proxima Nova"/>
                <a:ea typeface="Proxima Nova"/>
                <a:cs typeface="Proxima Nova"/>
                <a:sym typeface="Proxima Nova"/>
              </a:rPr>
              <a:t>Here you have a list of items</a:t>
            </a:r>
            <a:endParaRPr b="0" i="0" sz="1800" u="none" cap="none" strike="noStrike">
              <a:solidFill>
                <a:srgbClr val="000000"/>
              </a:solidFill>
              <a:latin typeface="Proxima Nova"/>
              <a:ea typeface="Proxima Nova"/>
              <a:cs typeface="Proxima Nova"/>
              <a:sym typeface="Proxima Nova"/>
            </a:endParaRPr>
          </a:p>
          <a:p>
            <a:pPr indent="-231140" lvl="0" marL="457200" marR="0" rtl="0" algn="l">
              <a:lnSpc>
                <a:spcPct val="100000"/>
              </a:lnSpc>
              <a:spcBef>
                <a:spcPts val="0"/>
              </a:spcBef>
              <a:spcAft>
                <a:spcPts val="0"/>
              </a:spcAft>
              <a:buClr>
                <a:srgbClr val="901F75"/>
              </a:buClr>
              <a:buSzPts val="2200"/>
              <a:buFont typeface="Proxima Nova Extrabold"/>
              <a:buChar char="•"/>
            </a:pPr>
            <a:r>
              <a:rPr b="0" i="0" lang="en-SG" sz="1800" u="none" cap="none" strike="noStrike">
                <a:solidFill>
                  <a:srgbClr val="000000"/>
                </a:solidFill>
                <a:latin typeface="Proxima Nova"/>
                <a:ea typeface="Proxima Nova"/>
                <a:cs typeface="Proxima Nova"/>
                <a:sym typeface="Proxima Nova"/>
              </a:rPr>
              <a:t>And some text</a:t>
            </a:r>
            <a:endParaRPr b="0" i="0" sz="1800" u="none" cap="none" strike="noStrike">
              <a:solidFill>
                <a:srgbClr val="000000"/>
              </a:solidFill>
              <a:latin typeface="Proxima Nova"/>
              <a:ea typeface="Proxima Nova"/>
              <a:cs typeface="Proxima Nova"/>
              <a:sym typeface="Proxima Nova"/>
            </a:endParaRPr>
          </a:p>
          <a:p>
            <a:pPr indent="-231140" lvl="0" marL="457200" marR="0" rtl="0" algn="l">
              <a:lnSpc>
                <a:spcPct val="100000"/>
              </a:lnSpc>
              <a:spcBef>
                <a:spcPts val="0"/>
              </a:spcBef>
              <a:spcAft>
                <a:spcPts val="0"/>
              </a:spcAft>
              <a:buClr>
                <a:srgbClr val="901F75"/>
              </a:buClr>
              <a:buSzPts val="2200"/>
              <a:buFont typeface="Proxima Nova Extrabold"/>
              <a:buChar char="•"/>
            </a:pPr>
            <a:r>
              <a:rPr b="0" i="0" lang="en-SG" sz="1800" u="none" cap="none" strike="noStrike">
                <a:solidFill>
                  <a:srgbClr val="000000"/>
                </a:solidFill>
                <a:latin typeface="Proxima Nova"/>
                <a:ea typeface="Proxima Nova"/>
                <a:cs typeface="Proxima Nova"/>
                <a:sym typeface="Proxima Nova"/>
              </a:rPr>
              <a:t>But remember not to overload each slide with too much content</a:t>
            </a:r>
            <a:endParaRPr b="0" i="0" sz="1800" u="none" cap="none" strike="noStrike">
              <a:solidFill>
                <a:srgbClr val="000000"/>
              </a:solidFill>
              <a:latin typeface="Proxima Nova"/>
              <a:ea typeface="Proxima Nova"/>
              <a:cs typeface="Proxima Nova"/>
              <a:sym typeface="Proxima Nova"/>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2" name="Shape 1402"/>
        <p:cNvGrpSpPr/>
        <p:nvPr/>
      </p:nvGrpSpPr>
      <p:grpSpPr>
        <a:xfrm>
          <a:off x="0" y="0"/>
          <a:ext cx="0" cy="0"/>
          <a:chOff x="0" y="0"/>
          <a:chExt cx="0" cy="0"/>
        </a:xfrm>
      </p:grpSpPr>
      <p:sp>
        <p:nvSpPr>
          <p:cNvPr id="1403" name="Google Shape;1403;p65"/>
          <p:cNvSpPr txBox="1"/>
          <p:nvPr>
            <p:ph type="title"/>
          </p:nvPr>
        </p:nvSpPr>
        <p:spPr>
          <a:xfrm>
            <a:off x="461320" y="1711488"/>
            <a:ext cx="5531480" cy="1138773"/>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None/>
            </a:pPr>
            <a:r>
              <a:rPr lang="en-SG"/>
              <a:t>$12,562,124</a:t>
            </a:r>
            <a:endParaRPr/>
          </a:p>
        </p:txBody>
      </p:sp>
      <p:sp>
        <p:nvSpPr>
          <p:cNvPr id="1404" name="Google Shape;1404;p65"/>
          <p:cNvSpPr txBox="1"/>
          <p:nvPr>
            <p:ph idx="1" type="body"/>
          </p:nvPr>
        </p:nvSpPr>
        <p:spPr>
          <a:xfrm>
            <a:off x="338940" y="2744694"/>
            <a:ext cx="5653860" cy="366736"/>
          </a:xfrm>
          <a:prstGeom prst="rect">
            <a:avLst/>
          </a:prstGeom>
          <a:noFill/>
          <a:ln>
            <a:noFill/>
          </a:ln>
        </p:spPr>
        <p:txBody>
          <a:bodyPr anchorCtr="0" anchor="t" bIns="0" lIns="0" spcFirstLastPara="1" rIns="0" wrap="square" tIns="0">
            <a:noAutofit/>
          </a:bodyPr>
          <a:lstStyle/>
          <a:p>
            <a:pPr indent="0" lvl="0" marL="139700" rtl="0" algn="l">
              <a:lnSpc>
                <a:spcPct val="100000"/>
              </a:lnSpc>
              <a:spcBef>
                <a:spcPts val="0"/>
              </a:spcBef>
              <a:spcAft>
                <a:spcPts val="0"/>
              </a:spcAft>
              <a:buSzPts val="1400"/>
              <a:buFont typeface="Proxima Nova"/>
              <a:buNone/>
            </a:pPr>
            <a:r>
              <a:rPr lang="en-SG"/>
              <a:t>Whoa! That’s a big number, aren’t you proud?</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solidFill>
          <a:srgbClr val="901F75"/>
        </a:solidFill>
      </p:bgPr>
    </p:bg>
    <p:spTree>
      <p:nvGrpSpPr>
        <p:cNvPr id="1937" name="Shape 1937"/>
        <p:cNvGrpSpPr/>
        <p:nvPr/>
      </p:nvGrpSpPr>
      <p:grpSpPr>
        <a:xfrm>
          <a:off x="0" y="0"/>
          <a:ext cx="0" cy="0"/>
          <a:chOff x="0" y="0"/>
          <a:chExt cx="0" cy="0"/>
        </a:xfrm>
      </p:grpSpPr>
      <p:pic>
        <p:nvPicPr>
          <p:cNvPr id="1938" name="Google Shape;1938;p88"/>
          <p:cNvPicPr preferRelativeResize="0"/>
          <p:nvPr/>
        </p:nvPicPr>
        <p:blipFill rotWithShape="1">
          <a:blip r:embed="rId3">
            <a:alphaModFix/>
          </a:blip>
          <a:srcRect b="0" l="0" r="0" t="0"/>
          <a:stretch/>
        </p:blipFill>
        <p:spPr>
          <a:xfrm>
            <a:off x="722915" y="1947049"/>
            <a:ext cx="952435" cy="1249039"/>
          </a:xfrm>
          <a:prstGeom prst="rect">
            <a:avLst/>
          </a:prstGeom>
          <a:noFill/>
          <a:ln>
            <a:noFill/>
          </a:ln>
        </p:spPr>
      </p:pic>
      <p:grpSp>
        <p:nvGrpSpPr>
          <p:cNvPr id="1939" name="Google Shape;1939;p88"/>
          <p:cNvGrpSpPr/>
          <p:nvPr/>
        </p:nvGrpSpPr>
        <p:grpSpPr>
          <a:xfrm>
            <a:off x="2873898" y="1947046"/>
            <a:ext cx="3006029" cy="1249038"/>
            <a:chOff x="6319037" y="4281104"/>
            <a:chExt cx="6609563" cy="2746345"/>
          </a:xfrm>
        </p:grpSpPr>
        <p:grpSp>
          <p:nvGrpSpPr>
            <p:cNvPr id="1940" name="Google Shape;1940;p88"/>
            <p:cNvGrpSpPr/>
            <p:nvPr/>
          </p:nvGrpSpPr>
          <p:grpSpPr>
            <a:xfrm>
              <a:off x="8851214" y="5080949"/>
              <a:ext cx="4077386" cy="1146789"/>
              <a:chOff x="8851214" y="5080949"/>
              <a:chExt cx="4077386" cy="1146789"/>
            </a:xfrm>
          </p:grpSpPr>
          <p:sp>
            <p:nvSpPr>
              <p:cNvPr id="1941" name="Google Shape;1941;p88"/>
              <p:cNvSpPr/>
              <p:nvPr/>
            </p:nvSpPr>
            <p:spPr>
              <a:xfrm>
                <a:off x="8851214" y="5080958"/>
                <a:ext cx="954404" cy="476885"/>
              </a:xfrm>
              <a:custGeom>
                <a:rect b="b" l="l" r="r" t="t"/>
                <a:pathLst>
                  <a:path extrusionOk="0" h="476885" w="954404">
                    <a:moveTo>
                      <a:pt x="438010" y="112610"/>
                    </a:moveTo>
                    <a:lnTo>
                      <a:pt x="415213" y="78879"/>
                    </a:lnTo>
                    <a:lnTo>
                      <a:pt x="385165" y="48196"/>
                    </a:lnTo>
                    <a:lnTo>
                      <a:pt x="346887" y="23126"/>
                    </a:lnTo>
                    <a:lnTo>
                      <a:pt x="299415" y="6210"/>
                    </a:lnTo>
                    <a:lnTo>
                      <a:pt x="241808" y="0"/>
                    </a:lnTo>
                    <a:lnTo>
                      <a:pt x="192735" y="4432"/>
                    </a:lnTo>
                    <a:lnTo>
                      <a:pt x="147193" y="17322"/>
                    </a:lnTo>
                    <a:lnTo>
                      <a:pt x="106095" y="38074"/>
                    </a:lnTo>
                    <a:lnTo>
                      <a:pt x="70383" y="66065"/>
                    </a:lnTo>
                    <a:lnTo>
                      <a:pt x="40995" y="100685"/>
                    </a:lnTo>
                    <a:lnTo>
                      <a:pt x="18846" y="141351"/>
                    </a:lnTo>
                    <a:lnTo>
                      <a:pt x="4864" y="187439"/>
                    </a:lnTo>
                    <a:lnTo>
                      <a:pt x="0" y="238340"/>
                    </a:lnTo>
                    <a:lnTo>
                      <a:pt x="4864" y="289255"/>
                    </a:lnTo>
                    <a:lnTo>
                      <a:pt x="18846" y="335343"/>
                    </a:lnTo>
                    <a:lnTo>
                      <a:pt x="40995" y="375996"/>
                    </a:lnTo>
                    <a:lnTo>
                      <a:pt x="70383" y="410629"/>
                    </a:lnTo>
                    <a:lnTo>
                      <a:pt x="106095" y="438619"/>
                    </a:lnTo>
                    <a:lnTo>
                      <a:pt x="147193" y="459371"/>
                    </a:lnTo>
                    <a:lnTo>
                      <a:pt x="192735" y="472262"/>
                    </a:lnTo>
                    <a:lnTo>
                      <a:pt x="241808" y="476694"/>
                    </a:lnTo>
                    <a:lnTo>
                      <a:pt x="299351" y="470420"/>
                    </a:lnTo>
                    <a:lnTo>
                      <a:pt x="346684" y="453326"/>
                    </a:lnTo>
                    <a:lnTo>
                      <a:pt x="384860" y="428053"/>
                    </a:lnTo>
                    <a:lnTo>
                      <a:pt x="414959" y="397192"/>
                    </a:lnTo>
                    <a:lnTo>
                      <a:pt x="438010" y="363385"/>
                    </a:lnTo>
                    <a:lnTo>
                      <a:pt x="353720" y="322630"/>
                    </a:lnTo>
                    <a:lnTo>
                      <a:pt x="335267" y="349135"/>
                    </a:lnTo>
                    <a:lnTo>
                      <a:pt x="309676" y="370382"/>
                    </a:lnTo>
                    <a:lnTo>
                      <a:pt x="278142" y="384517"/>
                    </a:lnTo>
                    <a:lnTo>
                      <a:pt x="241808" y="389636"/>
                    </a:lnTo>
                    <a:lnTo>
                      <a:pt x="196380" y="382257"/>
                    </a:lnTo>
                    <a:lnTo>
                      <a:pt x="157581" y="361454"/>
                    </a:lnTo>
                    <a:lnTo>
                      <a:pt x="127393" y="329209"/>
                    </a:lnTo>
                    <a:lnTo>
                      <a:pt x="107835" y="287502"/>
                    </a:lnTo>
                    <a:lnTo>
                      <a:pt x="100876" y="238340"/>
                    </a:lnTo>
                    <a:lnTo>
                      <a:pt x="107835" y="189191"/>
                    </a:lnTo>
                    <a:lnTo>
                      <a:pt x="127393" y="147485"/>
                    </a:lnTo>
                    <a:lnTo>
                      <a:pt x="157581" y="115239"/>
                    </a:lnTo>
                    <a:lnTo>
                      <a:pt x="196380" y="94424"/>
                    </a:lnTo>
                    <a:lnTo>
                      <a:pt x="241808" y="87058"/>
                    </a:lnTo>
                    <a:lnTo>
                      <a:pt x="278142" y="92278"/>
                    </a:lnTo>
                    <a:lnTo>
                      <a:pt x="309676" y="106565"/>
                    </a:lnTo>
                    <a:lnTo>
                      <a:pt x="335267" y="127850"/>
                    </a:lnTo>
                    <a:lnTo>
                      <a:pt x="353720" y="154063"/>
                    </a:lnTo>
                    <a:lnTo>
                      <a:pt x="438010" y="112610"/>
                    </a:lnTo>
                    <a:close/>
                  </a:path>
                  <a:path extrusionOk="0" h="476885" w="954404">
                    <a:moveTo>
                      <a:pt x="954074" y="238340"/>
                    </a:moveTo>
                    <a:lnTo>
                      <a:pt x="949439" y="188239"/>
                    </a:lnTo>
                    <a:lnTo>
                      <a:pt x="936028" y="142519"/>
                    </a:lnTo>
                    <a:lnTo>
                      <a:pt x="914590" y="101904"/>
                    </a:lnTo>
                    <a:lnTo>
                      <a:pt x="902322" y="87045"/>
                    </a:lnTo>
                    <a:lnTo>
                      <a:pt x="885863" y="67106"/>
                    </a:lnTo>
                    <a:lnTo>
                      <a:pt x="853211" y="40919"/>
                    </a:lnTo>
                    <a:lnTo>
                      <a:pt x="853211" y="238340"/>
                    </a:lnTo>
                    <a:lnTo>
                      <a:pt x="846785" y="286981"/>
                    </a:lnTo>
                    <a:lnTo>
                      <a:pt x="828319" y="328612"/>
                    </a:lnTo>
                    <a:lnTo>
                      <a:pt x="799045" y="361061"/>
                    </a:lnTo>
                    <a:lnTo>
                      <a:pt x="760183" y="382130"/>
                    </a:lnTo>
                    <a:lnTo>
                      <a:pt x="712965" y="389648"/>
                    </a:lnTo>
                    <a:lnTo>
                      <a:pt x="665822" y="382130"/>
                    </a:lnTo>
                    <a:lnTo>
                      <a:pt x="627138" y="361061"/>
                    </a:lnTo>
                    <a:lnTo>
                      <a:pt x="598068" y="328612"/>
                    </a:lnTo>
                    <a:lnTo>
                      <a:pt x="579767" y="286981"/>
                    </a:lnTo>
                    <a:lnTo>
                      <a:pt x="573405" y="238340"/>
                    </a:lnTo>
                    <a:lnTo>
                      <a:pt x="579767" y="189445"/>
                    </a:lnTo>
                    <a:lnTo>
                      <a:pt x="598068" y="147777"/>
                    </a:lnTo>
                    <a:lnTo>
                      <a:pt x="627138" y="115430"/>
                    </a:lnTo>
                    <a:lnTo>
                      <a:pt x="665822" y="94488"/>
                    </a:lnTo>
                    <a:lnTo>
                      <a:pt x="712965" y="87045"/>
                    </a:lnTo>
                    <a:lnTo>
                      <a:pt x="760183" y="94488"/>
                    </a:lnTo>
                    <a:lnTo>
                      <a:pt x="799045" y="115430"/>
                    </a:lnTo>
                    <a:lnTo>
                      <a:pt x="828319" y="147777"/>
                    </a:lnTo>
                    <a:lnTo>
                      <a:pt x="846785" y="189445"/>
                    </a:lnTo>
                    <a:lnTo>
                      <a:pt x="853211" y="238340"/>
                    </a:lnTo>
                    <a:lnTo>
                      <a:pt x="853211" y="40919"/>
                    </a:lnTo>
                    <a:lnTo>
                      <a:pt x="850582" y="38798"/>
                    </a:lnTo>
                    <a:lnTo>
                      <a:pt x="809510" y="17716"/>
                    </a:lnTo>
                    <a:lnTo>
                      <a:pt x="763397" y="4546"/>
                    </a:lnTo>
                    <a:lnTo>
                      <a:pt x="712965" y="0"/>
                    </a:lnTo>
                    <a:lnTo>
                      <a:pt x="662762" y="4546"/>
                    </a:lnTo>
                    <a:lnTo>
                      <a:pt x="616813" y="17716"/>
                    </a:lnTo>
                    <a:lnTo>
                      <a:pt x="575868" y="38798"/>
                    </a:lnTo>
                    <a:lnTo>
                      <a:pt x="540677" y="67106"/>
                    </a:lnTo>
                    <a:lnTo>
                      <a:pt x="512000" y="101904"/>
                    </a:lnTo>
                    <a:lnTo>
                      <a:pt x="490588" y="142519"/>
                    </a:lnTo>
                    <a:lnTo>
                      <a:pt x="477177" y="188239"/>
                    </a:lnTo>
                    <a:lnTo>
                      <a:pt x="472541" y="238340"/>
                    </a:lnTo>
                    <a:lnTo>
                      <a:pt x="477177" y="288455"/>
                    </a:lnTo>
                    <a:lnTo>
                      <a:pt x="490588" y="334162"/>
                    </a:lnTo>
                    <a:lnTo>
                      <a:pt x="512000" y="374777"/>
                    </a:lnTo>
                    <a:lnTo>
                      <a:pt x="540677" y="409587"/>
                    </a:lnTo>
                    <a:lnTo>
                      <a:pt x="575868" y="437896"/>
                    </a:lnTo>
                    <a:lnTo>
                      <a:pt x="616813" y="458978"/>
                    </a:lnTo>
                    <a:lnTo>
                      <a:pt x="662762" y="472147"/>
                    </a:lnTo>
                    <a:lnTo>
                      <a:pt x="712965" y="476694"/>
                    </a:lnTo>
                    <a:lnTo>
                      <a:pt x="763397" y="472147"/>
                    </a:lnTo>
                    <a:lnTo>
                      <a:pt x="809510" y="458978"/>
                    </a:lnTo>
                    <a:lnTo>
                      <a:pt x="850582" y="437896"/>
                    </a:lnTo>
                    <a:lnTo>
                      <a:pt x="885863" y="409587"/>
                    </a:lnTo>
                    <a:lnTo>
                      <a:pt x="914590" y="374777"/>
                    </a:lnTo>
                    <a:lnTo>
                      <a:pt x="936028" y="334162"/>
                    </a:lnTo>
                    <a:lnTo>
                      <a:pt x="949439" y="288455"/>
                    </a:lnTo>
                    <a:lnTo>
                      <a:pt x="954074" y="23834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1942" name="Google Shape;1942;p88"/>
              <p:cNvSpPr/>
              <p:nvPr/>
            </p:nvSpPr>
            <p:spPr>
              <a:xfrm>
                <a:off x="9869545" y="5088557"/>
                <a:ext cx="412750" cy="461010"/>
              </a:xfrm>
              <a:custGeom>
                <a:rect b="b" l="l" r="r" t="t"/>
                <a:pathLst>
                  <a:path extrusionOk="0" h="461010" w="412750">
                    <a:moveTo>
                      <a:pt x="412437" y="0"/>
                    </a:moveTo>
                    <a:lnTo>
                      <a:pt x="314335" y="0"/>
                    </a:lnTo>
                    <a:lnTo>
                      <a:pt x="314335" y="298441"/>
                    </a:lnTo>
                    <a:lnTo>
                      <a:pt x="100866" y="0"/>
                    </a:lnTo>
                    <a:lnTo>
                      <a:pt x="0" y="0"/>
                    </a:lnTo>
                    <a:lnTo>
                      <a:pt x="0" y="460802"/>
                    </a:lnTo>
                    <a:lnTo>
                      <a:pt x="98101" y="460802"/>
                    </a:lnTo>
                    <a:lnTo>
                      <a:pt x="98101" y="151293"/>
                    </a:lnTo>
                    <a:lnTo>
                      <a:pt x="317791" y="460802"/>
                    </a:lnTo>
                    <a:lnTo>
                      <a:pt x="412437" y="460802"/>
                    </a:lnTo>
                    <a:lnTo>
                      <a:pt x="412437"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1943" name="Google Shape;1943;p88"/>
              <p:cNvSpPr/>
              <p:nvPr/>
            </p:nvSpPr>
            <p:spPr>
              <a:xfrm>
                <a:off x="10345123" y="5081645"/>
                <a:ext cx="380365" cy="476250"/>
              </a:xfrm>
              <a:custGeom>
                <a:rect b="b" l="l" r="r" t="t"/>
                <a:pathLst>
                  <a:path extrusionOk="0" h="476250" w="380365">
                    <a:moveTo>
                      <a:pt x="189983" y="0"/>
                    </a:moveTo>
                    <a:lnTo>
                      <a:pt x="130153" y="7079"/>
                    </a:lnTo>
                    <a:lnTo>
                      <a:pt x="81599" y="26794"/>
                    </a:lnTo>
                    <a:lnTo>
                      <a:pt x="45480" y="56854"/>
                    </a:lnTo>
                    <a:lnTo>
                      <a:pt x="22958" y="94974"/>
                    </a:lnTo>
                    <a:lnTo>
                      <a:pt x="15193" y="138864"/>
                    </a:lnTo>
                    <a:lnTo>
                      <a:pt x="25854" y="191392"/>
                    </a:lnTo>
                    <a:lnTo>
                      <a:pt x="54058" y="227968"/>
                    </a:lnTo>
                    <a:lnTo>
                      <a:pt x="94133" y="252373"/>
                    </a:lnTo>
                    <a:lnTo>
                      <a:pt x="140410" y="268387"/>
                    </a:lnTo>
                    <a:lnTo>
                      <a:pt x="187219" y="279792"/>
                    </a:lnTo>
                    <a:lnTo>
                      <a:pt x="224232" y="289359"/>
                    </a:lnTo>
                    <a:lnTo>
                      <a:pt x="253798" y="300869"/>
                    </a:lnTo>
                    <a:lnTo>
                      <a:pt x="273391" y="316523"/>
                    </a:lnTo>
                    <a:lnTo>
                      <a:pt x="280483" y="338523"/>
                    </a:lnTo>
                    <a:lnTo>
                      <a:pt x="275539" y="357693"/>
                    </a:lnTo>
                    <a:lnTo>
                      <a:pt x="260621" y="374272"/>
                    </a:lnTo>
                    <a:lnTo>
                      <a:pt x="235598" y="385929"/>
                    </a:lnTo>
                    <a:lnTo>
                      <a:pt x="200339" y="390333"/>
                    </a:lnTo>
                    <a:lnTo>
                      <a:pt x="155208" y="385379"/>
                    </a:lnTo>
                    <a:lnTo>
                      <a:pt x="115453" y="371940"/>
                    </a:lnTo>
                    <a:lnTo>
                      <a:pt x="81527" y="352154"/>
                    </a:lnTo>
                    <a:lnTo>
                      <a:pt x="53883" y="328157"/>
                    </a:lnTo>
                    <a:lnTo>
                      <a:pt x="0" y="402773"/>
                    </a:lnTo>
                    <a:lnTo>
                      <a:pt x="36472" y="432574"/>
                    </a:lnTo>
                    <a:lnTo>
                      <a:pt x="80915" y="455708"/>
                    </a:lnTo>
                    <a:lnTo>
                      <a:pt x="133778" y="470683"/>
                    </a:lnTo>
                    <a:lnTo>
                      <a:pt x="195512" y="476006"/>
                    </a:lnTo>
                    <a:lnTo>
                      <a:pt x="252353" y="470907"/>
                    </a:lnTo>
                    <a:lnTo>
                      <a:pt x="298601" y="456404"/>
                    </a:lnTo>
                    <a:lnTo>
                      <a:pt x="334372" y="433687"/>
                    </a:lnTo>
                    <a:lnTo>
                      <a:pt x="359779" y="403946"/>
                    </a:lnTo>
                    <a:lnTo>
                      <a:pt x="374939" y="368373"/>
                    </a:lnTo>
                    <a:lnTo>
                      <a:pt x="379967" y="328157"/>
                    </a:lnTo>
                    <a:lnTo>
                      <a:pt x="372451" y="283312"/>
                    </a:lnTo>
                    <a:lnTo>
                      <a:pt x="352077" y="249655"/>
                    </a:lnTo>
                    <a:lnTo>
                      <a:pt x="322107" y="225133"/>
                    </a:lnTo>
                    <a:lnTo>
                      <a:pt x="285805" y="207691"/>
                    </a:lnTo>
                    <a:lnTo>
                      <a:pt x="246432" y="195277"/>
                    </a:lnTo>
                    <a:lnTo>
                      <a:pt x="207250" y="185837"/>
                    </a:lnTo>
                    <a:lnTo>
                      <a:pt x="170453" y="176654"/>
                    </a:lnTo>
                    <a:lnTo>
                      <a:pt x="141362" y="166238"/>
                    </a:lnTo>
                    <a:lnTo>
                      <a:pt x="122244" y="152323"/>
                    </a:lnTo>
                    <a:lnTo>
                      <a:pt x="115368" y="132645"/>
                    </a:lnTo>
                    <a:lnTo>
                      <a:pt x="119730" y="113646"/>
                    </a:lnTo>
                    <a:lnTo>
                      <a:pt x="132642" y="98791"/>
                    </a:lnTo>
                    <a:lnTo>
                      <a:pt x="153843" y="89117"/>
                    </a:lnTo>
                    <a:lnTo>
                      <a:pt x="183072" y="85662"/>
                    </a:lnTo>
                    <a:lnTo>
                      <a:pt x="217390" y="88685"/>
                    </a:lnTo>
                    <a:lnTo>
                      <a:pt x="251900" y="97927"/>
                    </a:lnTo>
                    <a:lnTo>
                      <a:pt x="284985" y="113646"/>
                    </a:lnTo>
                    <a:lnTo>
                      <a:pt x="315027" y="136100"/>
                    </a:lnTo>
                    <a:lnTo>
                      <a:pt x="369601" y="64249"/>
                    </a:lnTo>
                    <a:lnTo>
                      <a:pt x="332599" y="36430"/>
                    </a:lnTo>
                    <a:lnTo>
                      <a:pt x="290154" y="16320"/>
                    </a:lnTo>
                    <a:lnTo>
                      <a:pt x="242528" y="4112"/>
                    </a:lnTo>
                    <a:lnTo>
                      <a:pt x="189983"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1944" name="Google Shape;1944;p88"/>
              <p:cNvSpPr/>
              <p:nvPr/>
            </p:nvSpPr>
            <p:spPr>
              <a:xfrm>
                <a:off x="10761066" y="5088552"/>
                <a:ext cx="367665" cy="461010"/>
              </a:xfrm>
              <a:custGeom>
                <a:rect b="b" l="l" r="r" t="t"/>
                <a:pathLst>
                  <a:path extrusionOk="0" h="461010" w="367665">
                    <a:moveTo>
                      <a:pt x="367538" y="0"/>
                    </a:moveTo>
                    <a:lnTo>
                      <a:pt x="0" y="0"/>
                    </a:lnTo>
                    <a:lnTo>
                      <a:pt x="0" y="86360"/>
                    </a:lnTo>
                    <a:lnTo>
                      <a:pt x="134721" y="86360"/>
                    </a:lnTo>
                    <a:lnTo>
                      <a:pt x="134721" y="461010"/>
                    </a:lnTo>
                    <a:lnTo>
                      <a:pt x="233514" y="461010"/>
                    </a:lnTo>
                    <a:lnTo>
                      <a:pt x="233514" y="86360"/>
                    </a:lnTo>
                    <a:lnTo>
                      <a:pt x="367538" y="86360"/>
                    </a:lnTo>
                    <a:lnTo>
                      <a:pt x="367538"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1945" name="Google Shape;1945;p88"/>
              <p:cNvSpPr/>
              <p:nvPr/>
            </p:nvSpPr>
            <p:spPr>
              <a:xfrm>
                <a:off x="11181517" y="5088557"/>
                <a:ext cx="373379" cy="461010"/>
              </a:xfrm>
              <a:custGeom>
                <a:rect b="b" l="l" r="r" t="t"/>
                <a:pathLst>
                  <a:path extrusionOk="0" h="461010" w="373379">
                    <a:moveTo>
                      <a:pt x="215553" y="0"/>
                    </a:moveTo>
                    <a:lnTo>
                      <a:pt x="0" y="0"/>
                    </a:lnTo>
                    <a:lnTo>
                      <a:pt x="0" y="460802"/>
                    </a:lnTo>
                    <a:lnTo>
                      <a:pt x="98112" y="460802"/>
                    </a:lnTo>
                    <a:lnTo>
                      <a:pt x="98112" y="295687"/>
                    </a:lnTo>
                    <a:lnTo>
                      <a:pt x="275558" y="295687"/>
                    </a:lnTo>
                    <a:lnTo>
                      <a:pt x="269436" y="285321"/>
                    </a:lnTo>
                    <a:lnTo>
                      <a:pt x="306184" y="270455"/>
                    </a:lnTo>
                    <a:lnTo>
                      <a:pt x="338525" y="243092"/>
                    </a:lnTo>
                    <a:lnTo>
                      <a:pt x="356558" y="211396"/>
                    </a:lnTo>
                    <a:lnTo>
                      <a:pt x="98112" y="211396"/>
                    </a:lnTo>
                    <a:lnTo>
                      <a:pt x="98112" y="84280"/>
                    </a:lnTo>
                    <a:lnTo>
                      <a:pt x="355680" y="84280"/>
                    </a:lnTo>
                    <a:lnTo>
                      <a:pt x="343487" y="59241"/>
                    </a:lnTo>
                    <a:lnTo>
                      <a:pt x="311509" y="27611"/>
                    </a:lnTo>
                    <a:lnTo>
                      <a:pt x="268522" y="7223"/>
                    </a:lnTo>
                    <a:lnTo>
                      <a:pt x="215553" y="0"/>
                    </a:lnTo>
                    <a:close/>
                  </a:path>
                  <a:path extrusionOk="0" h="461010" w="373379">
                    <a:moveTo>
                      <a:pt x="275558" y="295687"/>
                    </a:moveTo>
                    <a:lnTo>
                      <a:pt x="169952" y="295687"/>
                    </a:lnTo>
                    <a:lnTo>
                      <a:pt x="260452" y="460802"/>
                    </a:lnTo>
                    <a:lnTo>
                      <a:pt x="373067" y="460802"/>
                    </a:lnTo>
                    <a:lnTo>
                      <a:pt x="275558" y="295687"/>
                    </a:lnTo>
                    <a:close/>
                  </a:path>
                  <a:path extrusionOk="0" h="461010" w="373379">
                    <a:moveTo>
                      <a:pt x="355680" y="84280"/>
                    </a:moveTo>
                    <a:lnTo>
                      <a:pt x="201040" y="84280"/>
                    </a:lnTo>
                    <a:lnTo>
                      <a:pt x="228449" y="88770"/>
                    </a:lnTo>
                    <a:lnTo>
                      <a:pt x="250352" y="101550"/>
                    </a:lnTo>
                    <a:lnTo>
                      <a:pt x="264871" y="121585"/>
                    </a:lnTo>
                    <a:lnTo>
                      <a:pt x="270127" y="147838"/>
                    </a:lnTo>
                    <a:lnTo>
                      <a:pt x="264871" y="174091"/>
                    </a:lnTo>
                    <a:lnTo>
                      <a:pt x="250352" y="194126"/>
                    </a:lnTo>
                    <a:lnTo>
                      <a:pt x="228449" y="206906"/>
                    </a:lnTo>
                    <a:lnTo>
                      <a:pt x="201040" y="211396"/>
                    </a:lnTo>
                    <a:lnTo>
                      <a:pt x="356558" y="211396"/>
                    </a:lnTo>
                    <a:lnTo>
                      <a:pt x="361538" y="202645"/>
                    </a:lnTo>
                    <a:lnTo>
                      <a:pt x="370302" y="148529"/>
                    </a:lnTo>
                    <a:lnTo>
                      <a:pt x="363427" y="100188"/>
                    </a:lnTo>
                    <a:lnTo>
                      <a:pt x="355680" y="8428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1946" name="Google Shape;1946;p88"/>
              <p:cNvSpPr/>
              <p:nvPr/>
            </p:nvSpPr>
            <p:spPr>
              <a:xfrm>
                <a:off x="11613989" y="5088552"/>
                <a:ext cx="412115" cy="469264"/>
              </a:xfrm>
              <a:custGeom>
                <a:rect b="b" l="l" r="r" t="t"/>
                <a:pathLst>
                  <a:path extrusionOk="0" h="469264" w="412115">
                    <a:moveTo>
                      <a:pt x="411746" y="0"/>
                    </a:moveTo>
                    <a:lnTo>
                      <a:pt x="312273" y="0"/>
                    </a:lnTo>
                    <a:lnTo>
                      <a:pt x="312273" y="273583"/>
                    </a:lnTo>
                    <a:lnTo>
                      <a:pt x="305665" y="317634"/>
                    </a:lnTo>
                    <a:lnTo>
                      <a:pt x="285843" y="351905"/>
                    </a:lnTo>
                    <a:lnTo>
                      <a:pt x="252810" y="374129"/>
                    </a:lnTo>
                    <a:lnTo>
                      <a:pt x="206569" y="382040"/>
                    </a:lnTo>
                    <a:lnTo>
                      <a:pt x="159525" y="374129"/>
                    </a:lnTo>
                    <a:lnTo>
                      <a:pt x="126082" y="351905"/>
                    </a:lnTo>
                    <a:lnTo>
                      <a:pt x="106111" y="317634"/>
                    </a:lnTo>
                    <a:lnTo>
                      <a:pt x="99483" y="273583"/>
                    </a:lnTo>
                    <a:lnTo>
                      <a:pt x="99483" y="0"/>
                    </a:lnTo>
                    <a:lnTo>
                      <a:pt x="0" y="0"/>
                    </a:lnTo>
                    <a:lnTo>
                      <a:pt x="0" y="277038"/>
                    </a:lnTo>
                    <a:lnTo>
                      <a:pt x="4046" y="323350"/>
                    </a:lnTo>
                    <a:lnTo>
                      <a:pt x="16298" y="364660"/>
                    </a:lnTo>
                    <a:lnTo>
                      <a:pt x="36925" y="400193"/>
                    </a:lnTo>
                    <a:lnTo>
                      <a:pt x="66097" y="429177"/>
                    </a:lnTo>
                    <a:lnTo>
                      <a:pt x="103982" y="450838"/>
                    </a:lnTo>
                    <a:lnTo>
                      <a:pt x="150749" y="464402"/>
                    </a:lnTo>
                    <a:lnTo>
                      <a:pt x="206569" y="469095"/>
                    </a:lnTo>
                    <a:lnTo>
                      <a:pt x="261873" y="464436"/>
                    </a:lnTo>
                    <a:lnTo>
                      <a:pt x="308271" y="450943"/>
                    </a:lnTo>
                    <a:lnTo>
                      <a:pt x="345909" y="429340"/>
                    </a:lnTo>
                    <a:lnTo>
                      <a:pt x="374930" y="400354"/>
                    </a:lnTo>
                    <a:lnTo>
                      <a:pt x="395480" y="364710"/>
                    </a:lnTo>
                    <a:lnTo>
                      <a:pt x="407704" y="323132"/>
                    </a:lnTo>
                    <a:lnTo>
                      <a:pt x="411746" y="276347"/>
                    </a:lnTo>
                    <a:lnTo>
                      <a:pt x="411746"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1947" name="Google Shape;1947;p88"/>
              <p:cNvSpPr/>
              <p:nvPr/>
            </p:nvSpPr>
            <p:spPr>
              <a:xfrm>
                <a:off x="12086529" y="5080949"/>
                <a:ext cx="438150" cy="476885"/>
              </a:xfrm>
              <a:custGeom>
                <a:rect b="b" l="l" r="r" t="t"/>
                <a:pathLst>
                  <a:path extrusionOk="0" h="476885" w="438150">
                    <a:moveTo>
                      <a:pt x="241804" y="0"/>
                    </a:moveTo>
                    <a:lnTo>
                      <a:pt x="192735" y="4432"/>
                    </a:lnTo>
                    <a:lnTo>
                      <a:pt x="147187" y="17325"/>
                    </a:lnTo>
                    <a:lnTo>
                      <a:pt x="106093" y="38071"/>
                    </a:lnTo>
                    <a:lnTo>
                      <a:pt x="70382" y="66063"/>
                    </a:lnTo>
                    <a:lnTo>
                      <a:pt x="40986" y="100694"/>
                    </a:lnTo>
                    <a:lnTo>
                      <a:pt x="18837" y="141356"/>
                    </a:lnTo>
                    <a:lnTo>
                      <a:pt x="4864" y="187444"/>
                    </a:lnTo>
                    <a:lnTo>
                      <a:pt x="0" y="238348"/>
                    </a:lnTo>
                    <a:lnTo>
                      <a:pt x="4864" y="289253"/>
                    </a:lnTo>
                    <a:lnTo>
                      <a:pt x="18837" y="335340"/>
                    </a:lnTo>
                    <a:lnTo>
                      <a:pt x="40986" y="376003"/>
                    </a:lnTo>
                    <a:lnTo>
                      <a:pt x="70382" y="410634"/>
                    </a:lnTo>
                    <a:lnTo>
                      <a:pt x="106093" y="438626"/>
                    </a:lnTo>
                    <a:lnTo>
                      <a:pt x="147187" y="459372"/>
                    </a:lnTo>
                    <a:lnTo>
                      <a:pt x="192735" y="472264"/>
                    </a:lnTo>
                    <a:lnTo>
                      <a:pt x="241804" y="476697"/>
                    </a:lnTo>
                    <a:lnTo>
                      <a:pt x="299346" y="470419"/>
                    </a:lnTo>
                    <a:lnTo>
                      <a:pt x="346678" y="453330"/>
                    </a:lnTo>
                    <a:lnTo>
                      <a:pt x="384858" y="428050"/>
                    </a:lnTo>
                    <a:lnTo>
                      <a:pt x="414948" y="397197"/>
                    </a:lnTo>
                    <a:lnTo>
                      <a:pt x="438007" y="363392"/>
                    </a:lnTo>
                    <a:lnTo>
                      <a:pt x="353716" y="322639"/>
                    </a:lnTo>
                    <a:lnTo>
                      <a:pt x="335260" y="349134"/>
                    </a:lnTo>
                    <a:lnTo>
                      <a:pt x="309677" y="370386"/>
                    </a:lnTo>
                    <a:lnTo>
                      <a:pt x="278136" y="384515"/>
                    </a:lnTo>
                    <a:lnTo>
                      <a:pt x="241804" y="389642"/>
                    </a:lnTo>
                    <a:lnTo>
                      <a:pt x="196371" y="382264"/>
                    </a:lnTo>
                    <a:lnTo>
                      <a:pt x="157571" y="361455"/>
                    </a:lnTo>
                    <a:lnTo>
                      <a:pt x="127394" y="329207"/>
                    </a:lnTo>
                    <a:lnTo>
                      <a:pt x="107829" y="287508"/>
                    </a:lnTo>
                    <a:lnTo>
                      <a:pt x="100866" y="238348"/>
                    </a:lnTo>
                    <a:lnTo>
                      <a:pt x="107829" y="189189"/>
                    </a:lnTo>
                    <a:lnTo>
                      <a:pt x="127394" y="147490"/>
                    </a:lnTo>
                    <a:lnTo>
                      <a:pt x="157571" y="115241"/>
                    </a:lnTo>
                    <a:lnTo>
                      <a:pt x="196371" y="94433"/>
                    </a:lnTo>
                    <a:lnTo>
                      <a:pt x="241804" y="87054"/>
                    </a:lnTo>
                    <a:lnTo>
                      <a:pt x="278136" y="92279"/>
                    </a:lnTo>
                    <a:lnTo>
                      <a:pt x="309677" y="106571"/>
                    </a:lnTo>
                    <a:lnTo>
                      <a:pt x="335260" y="127858"/>
                    </a:lnTo>
                    <a:lnTo>
                      <a:pt x="353716" y="154068"/>
                    </a:lnTo>
                    <a:lnTo>
                      <a:pt x="438007" y="112614"/>
                    </a:lnTo>
                    <a:lnTo>
                      <a:pt x="415214" y="78884"/>
                    </a:lnTo>
                    <a:lnTo>
                      <a:pt x="385157" y="48203"/>
                    </a:lnTo>
                    <a:lnTo>
                      <a:pt x="346877" y="23126"/>
                    </a:lnTo>
                    <a:lnTo>
                      <a:pt x="299412" y="6207"/>
                    </a:lnTo>
                    <a:lnTo>
                      <a:pt x="241804"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1948" name="Google Shape;1948;p88"/>
              <p:cNvSpPr/>
              <p:nvPr/>
            </p:nvSpPr>
            <p:spPr>
              <a:xfrm>
                <a:off x="12560935" y="5088552"/>
                <a:ext cx="367665" cy="461010"/>
              </a:xfrm>
              <a:custGeom>
                <a:rect b="b" l="l" r="r" t="t"/>
                <a:pathLst>
                  <a:path extrusionOk="0" h="461010" w="367665">
                    <a:moveTo>
                      <a:pt x="367538" y="0"/>
                    </a:moveTo>
                    <a:lnTo>
                      <a:pt x="0" y="0"/>
                    </a:lnTo>
                    <a:lnTo>
                      <a:pt x="0" y="86360"/>
                    </a:lnTo>
                    <a:lnTo>
                      <a:pt x="134708" y="86360"/>
                    </a:lnTo>
                    <a:lnTo>
                      <a:pt x="134708" y="461010"/>
                    </a:lnTo>
                    <a:lnTo>
                      <a:pt x="233502" y="461010"/>
                    </a:lnTo>
                    <a:lnTo>
                      <a:pt x="233502" y="86360"/>
                    </a:lnTo>
                    <a:lnTo>
                      <a:pt x="367538" y="86360"/>
                    </a:lnTo>
                    <a:lnTo>
                      <a:pt x="367538"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1949" name="Google Shape;1949;p88"/>
              <p:cNvSpPr/>
              <p:nvPr/>
            </p:nvSpPr>
            <p:spPr>
              <a:xfrm>
                <a:off x="8873331" y="5757813"/>
                <a:ext cx="426720" cy="461010"/>
              </a:xfrm>
              <a:custGeom>
                <a:rect b="b" l="l" r="r" t="t"/>
                <a:pathLst>
                  <a:path extrusionOk="0" h="461010" w="426720">
                    <a:moveTo>
                      <a:pt x="181701" y="0"/>
                    </a:moveTo>
                    <a:lnTo>
                      <a:pt x="0" y="0"/>
                    </a:lnTo>
                    <a:lnTo>
                      <a:pt x="0" y="460802"/>
                    </a:lnTo>
                    <a:lnTo>
                      <a:pt x="181701" y="460802"/>
                    </a:lnTo>
                    <a:lnTo>
                      <a:pt x="233663" y="456613"/>
                    </a:lnTo>
                    <a:lnTo>
                      <a:pt x="280825" y="444384"/>
                    </a:lnTo>
                    <a:lnTo>
                      <a:pt x="322530" y="424626"/>
                    </a:lnTo>
                    <a:lnTo>
                      <a:pt x="358123" y="397849"/>
                    </a:lnTo>
                    <a:lnTo>
                      <a:pt x="378387" y="374449"/>
                    </a:lnTo>
                    <a:lnTo>
                      <a:pt x="98101" y="374449"/>
                    </a:lnTo>
                    <a:lnTo>
                      <a:pt x="98101" y="86363"/>
                    </a:lnTo>
                    <a:lnTo>
                      <a:pt x="378017" y="86363"/>
                    </a:lnTo>
                    <a:lnTo>
                      <a:pt x="358123" y="63303"/>
                    </a:lnTo>
                    <a:lnTo>
                      <a:pt x="322530" y="36397"/>
                    </a:lnTo>
                    <a:lnTo>
                      <a:pt x="280825" y="16527"/>
                    </a:lnTo>
                    <a:lnTo>
                      <a:pt x="233663" y="4219"/>
                    </a:lnTo>
                    <a:lnTo>
                      <a:pt x="181701" y="0"/>
                    </a:lnTo>
                    <a:close/>
                  </a:path>
                  <a:path extrusionOk="0" h="461010" w="426720">
                    <a:moveTo>
                      <a:pt x="378017" y="86363"/>
                    </a:moveTo>
                    <a:lnTo>
                      <a:pt x="181701" y="86363"/>
                    </a:lnTo>
                    <a:lnTo>
                      <a:pt x="233061" y="93554"/>
                    </a:lnTo>
                    <a:lnTo>
                      <a:pt x="273411" y="113710"/>
                    </a:lnTo>
                    <a:lnTo>
                      <a:pt x="302519" y="144709"/>
                    </a:lnTo>
                    <a:lnTo>
                      <a:pt x="320154" y="184428"/>
                    </a:lnTo>
                    <a:lnTo>
                      <a:pt x="326084" y="230746"/>
                    </a:lnTo>
                    <a:lnTo>
                      <a:pt x="319822" y="275671"/>
                    </a:lnTo>
                    <a:lnTo>
                      <a:pt x="301524" y="315056"/>
                    </a:lnTo>
                    <a:lnTo>
                      <a:pt x="271918" y="346350"/>
                    </a:lnTo>
                    <a:lnTo>
                      <a:pt x="231734" y="366999"/>
                    </a:lnTo>
                    <a:lnTo>
                      <a:pt x="181701" y="374449"/>
                    </a:lnTo>
                    <a:lnTo>
                      <a:pt x="378387" y="374449"/>
                    </a:lnTo>
                    <a:lnTo>
                      <a:pt x="386949" y="364562"/>
                    </a:lnTo>
                    <a:lnTo>
                      <a:pt x="408350" y="325276"/>
                    </a:lnTo>
                    <a:lnTo>
                      <a:pt x="421672" y="280501"/>
                    </a:lnTo>
                    <a:lnTo>
                      <a:pt x="426259" y="230746"/>
                    </a:lnTo>
                    <a:lnTo>
                      <a:pt x="421672" y="180965"/>
                    </a:lnTo>
                    <a:lnTo>
                      <a:pt x="408350" y="136113"/>
                    </a:lnTo>
                    <a:lnTo>
                      <a:pt x="386949" y="96717"/>
                    </a:lnTo>
                    <a:lnTo>
                      <a:pt x="378017" y="86363"/>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1950" name="Google Shape;1950;p88"/>
              <p:cNvSpPr/>
              <p:nvPr/>
            </p:nvSpPr>
            <p:spPr>
              <a:xfrm>
                <a:off x="9370741" y="5757814"/>
                <a:ext cx="98425" cy="461010"/>
              </a:xfrm>
              <a:custGeom>
                <a:rect b="b" l="l" r="r" t="t"/>
                <a:pathLst>
                  <a:path extrusionOk="0" h="461010" w="98425">
                    <a:moveTo>
                      <a:pt x="98101" y="0"/>
                    </a:moveTo>
                    <a:lnTo>
                      <a:pt x="0" y="0"/>
                    </a:lnTo>
                    <a:lnTo>
                      <a:pt x="0" y="460802"/>
                    </a:lnTo>
                    <a:lnTo>
                      <a:pt x="98101" y="460802"/>
                    </a:lnTo>
                    <a:lnTo>
                      <a:pt x="98101"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1951" name="Google Shape;1951;p88"/>
              <p:cNvSpPr/>
              <p:nvPr/>
            </p:nvSpPr>
            <p:spPr>
              <a:xfrm>
                <a:off x="9539502" y="5750218"/>
                <a:ext cx="441959" cy="477520"/>
              </a:xfrm>
              <a:custGeom>
                <a:rect b="b" l="l" r="r" t="t"/>
                <a:pathLst>
                  <a:path extrusionOk="0" h="477520" w="441959">
                    <a:moveTo>
                      <a:pt x="245259" y="0"/>
                    </a:moveTo>
                    <a:lnTo>
                      <a:pt x="196042" y="4262"/>
                    </a:lnTo>
                    <a:lnTo>
                      <a:pt x="150103" y="16742"/>
                    </a:lnTo>
                    <a:lnTo>
                      <a:pt x="108455" y="36978"/>
                    </a:lnTo>
                    <a:lnTo>
                      <a:pt x="72110" y="64508"/>
                    </a:lnTo>
                    <a:lnTo>
                      <a:pt x="42080" y="98872"/>
                    </a:lnTo>
                    <a:lnTo>
                      <a:pt x="19377" y="139607"/>
                    </a:lnTo>
                    <a:lnTo>
                      <a:pt x="5012" y="186253"/>
                    </a:lnTo>
                    <a:lnTo>
                      <a:pt x="0" y="238348"/>
                    </a:lnTo>
                    <a:lnTo>
                      <a:pt x="5012" y="290272"/>
                    </a:lnTo>
                    <a:lnTo>
                      <a:pt x="19377" y="336901"/>
                    </a:lnTo>
                    <a:lnTo>
                      <a:pt x="42080" y="377735"/>
                    </a:lnTo>
                    <a:lnTo>
                      <a:pt x="72110" y="412271"/>
                    </a:lnTo>
                    <a:lnTo>
                      <a:pt x="108455" y="440006"/>
                    </a:lnTo>
                    <a:lnTo>
                      <a:pt x="150103" y="460439"/>
                    </a:lnTo>
                    <a:lnTo>
                      <a:pt x="196042" y="473067"/>
                    </a:lnTo>
                    <a:lnTo>
                      <a:pt x="245259" y="477388"/>
                    </a:lnTo>
                    <a:lnTo>
                      <a:pt x="304573" y="471170"/>
                    </a:lnTo>
                    <a:lnTo>
                      <a:pt x="357088" y="453552"/>
                    </a:lnTo>
                    <a:lnTo>
                      <a:pt x="402740" y="426089"/>
                    </a:lnTo>
                    <a:lnTo>
                      <a:pt x="441462" y="390333"/>
                    </a:lnTo>
                    <a:lnTo>
                      <a:pt x="441462" y="214171"/>
                    </a:lnTo>
                    <a:lnTo>
                      <a:pt x="221773" y="214171"/>
                    </a:lnTo>
                    <a:lnTo>
                      <a:pt x="221773" y="298451"/>
                    </a:lnTo>
                    <a:lnTo>
                      <a:pt x="344743" y="298451"/>
                    </a:lnTo>
                    <a:lnTo>
                      <a:pt x="344743" y="354408"/>
                    </a:lnTo>
                    <a:lnTo>
                      <a:pt x="326675" y="367493"/>
                    </a:lnTo>
                    <a:lnTo>
                      <a:pt x="303294" y="378763"/>
                    </a:lnTo>
                    <a:lnTo>
                      <a:pt x="275767" y="386663"/>
                    </a:lnTo>
                    <a:lnTo>
                      <a:pt x="245259" y="389642"/>
                    </a:lnTo>
                    <a:lnTo>
                      <a:pt x="198141" y="382264"/>
                    </a:lnTo>
                    <a:lnTo>
                      <a:pt x="158321" y="361455"/>
                    </a:lnTo>
                    <a:lnTo>
                      <a:pt x="127622" y="329207"/>
                    </a:lnTo>
                    <a:lnTo>
                      <a:pt x="107866" y="287508"/>
                    </a:lnTo>
                    <a:lnTo>
                      <a:pt x="100876" y="238348"/>
                    </a:lnTo>
                    <a:lnTo>
                      <a:pt x="107866" y="189184"/>
                    </a:lnTo>
                    <a:lnTo>
                      <a:pt x="127622" y="147481"/>
                    </a:lnTo>
                    <a:lnTo>
                      <a:pt x="158321" y="115231"/>
                    </a:lnTo>
                    <a:lnTo>
                      <a:pt x="198141" y="94422"/>
                    </a:lnTo>
                    <a:lnTo>
                      <a:pt x="245259" y="87044"/>
                    </a:lnTo>
                    <a:lnTo>
                      <a:pt x="279702" y="91547"/>
                    </a:lnTo>
                    <a:lnTo>
                      <a:pt x="309938" y="103888"/>
                    </a:lnTo>
                    <a:lnTo>
                      <a:pt x="335124" y="122317"/>
                    </a:lnTo>
                    <a:lnTo>
                      <a:pt x="354418" y="145084"/>
                    </a:lnTo>
                    <a:lnTo>
                      <a:pt x="435934" y="100866"/>
                    </a:lnTo>
                    <a:lnTo>
                      <a:pt x="411726" y="69419"/>
                    </a:lnTo>
                    <a:lnTo>
                      <a:pt x="381052" y="41785"/>
                    </a:lnTo>
                    <a:lnTo>
                      <a:pt x="343415" y="19787"/>
                    </a:lnTo>
                    <a:lnTo>
                      <a:pt x="298316" y="5250"/>
                    </a:lnTo>
                    <a:lnTo>
                      <a:pt x="245259"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1952" name="Google Shape;1952;p88"/>
              <p:cNvSpPr/>
              <p:nvPr/>
            </p:nvSpPr>
            <p:spPr>
              <a:xfrm>
                <a:off x="10065923" y="5757814"/>
                <a:ext cx="98425" cy="461010"/>
              </a:xfrm>
              <a:custGeom>
                <a:rect b="b" l="l" r="r" t="t"/>
                <a:pathLst>
                  <a:path extrusionOk="0" h="461010" w="98425">
                    <a:moveTo>
                      <a:pt x="98101" y="0"/>
                    </a:moveTo>
                    <a:lnTo>
                      <a:pt x="0" y="0"/>
                    </a:lnTo>
                    <a:lnTo>
                      <a:pt x="0" y="460802"/>
                    </a:lnTo>
                    <a:lnTo>
                      <a:pt x="98101" y="460802"/>
                    </a:lnTo>
                    <a:lnTo>
                      <a:pt x="98101"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1953" name="Google Shape;1953;p88"/>
              <p:cNvSpPr/>
              <p:nvPr/>
            </p:nvSpPr>
            <p:spPr>
              <a:xfrm>
                <a:off x="10216108" y="5757817"/>
                <a:ext cx="811529" cy="461010"/>
              </a:xfrm>
              <a:custGeom>
                <a:rect b="b" l="l" r="r" t="t"/>
                <a:pathLst>
                  <a:path extrusionOk="0" h="461010" w="811529">
                    <a:moveTo>
                      <a:pt x="367538" y="0"/>
                    </a:moveTo>
                    <a:lnTo>
                      <a:pt x="0" y="0"/>
                    </a:lnTo>
                    <a:lnTo>
                      <a:pt x="0" y="86360"/>
                    </a:lnTo>
                    <a:lnTo>
                      <a:pt x="134708" y="86360"/>
                    </a:lnTo>
                    <a:lnTo>
                      <a:pt x="134708" y="461010"/>
                    </a:lnTo>
                    <a:lnTo>
                      <a:pt x="233502" y="461010"/>
                    </a:lnTo>
                    <a:lnTo>
                      <a:pt x="233502" y="86360"/>
                    </a:lnTo>
                    <a:lnTo>
                      <a:pt x="367538" y="86360"/>
                    </a:lnTo>
                    <a:lnTo>
                      <a:pt x="367538" y="0"/>
                    </a:lnTo>
                    <a:close/>
                  </a:path>
                  <a:path extrusionOk="0" h="461010" w="811529">
                    <a:moveTo>
                      <a:pt x="811047" y="460806"/>
                    </a:moveTo>
                    <a:lnTo>
                      <a:pt x="780440" y="381355"/>
                    </a:lnTo>
                    <a:lnTo>
                      <a:pt x="747699" y="296379"/>
                    </a:lnTo>
                    <a:lnTo>
                      <a:pt x="666242" y="84975"/>
                    </a:lnTo>
                    <a:lnTo>
                      <a:pt x="648004" y="37655"/>
                    </a:lnTo>
                    <a:lnTo>
                      <a:pt x="648004" y="296379"/>
                    </a:lnTo>
                    <a:lnTo>
                      <a:pt x="495325" y="296379"/>
                    </a:lnTo>
                    <a:lnTo>
                      <a:pt x="572020" y="84975"/>
                    </a:lnTo>
                    <a:lnTo>
                      <a:pt x="648004" y="296379"/>
                    </a:lnTo>
                    <a:lnTo>
                      <a:pt x="648004" y="37655"/>
                    </a:lnTo>
                    <a:lnTo>
                      <a:pt x="633501" y="12"/>
                    </a:lnTo>
                    <a:lnTo>
                      <a:pt x="510527" y="12"/>
                    </a:lnTo>
                    <a:lnTo>
                      <a:pt x="332282" y="460806"/>
                    </a:lnTo>
                    <a:lnTo>
                      <a:pt x="440055" y="460806"/>
                    </a:lnTo>
                    <a:lnTo>
                      <a:pt x="469074" y="381355"/>
                    </a:lnTo>
                    <a:lnTo>
                      <a:pt x="674941" y="381355"/>
                    </a:lnTo>
                    <a:lnTo>
                      <a:pt x="703961" y="460806"/>
                    </a:lnTo>
                    <a:lnTo>
                      <a:pt x="811047" y="460806"/>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1954" name="Google Shape;1954;p88"/>
              <p:cNvSpPr/>
              <p:nvPr/>
            </p:nvSpPr>
            <p:spPr>
              <a:xfrm>
                <a:off x="11078274" y="5757830"/>
                <a:ext cx="293370" cy="461010"/>
              </a:xfrm>
              <a:custGeom>
                <a:rect b="b" l="l" r="r" t="t"/>
                <a:pathLst>
                  <a:path extrusionOk="0" h="461010" w="293370">
                    <a:moveTo>
                      <a:pt x="292925" y="374650"/>
                    </a:moveTo>
                    <a:lnTo>
                      <a:pt x="98107" y="374650"/>
                    </a:lnTo>
                    <a:lnTo>
                      <a:pt x="98107" y="0"/>
                    </a:lnTo>
                    <a:lnTo>
                      <a:pt x="0" y="0"/>
                    </a:lnTo>
                    <a:lnTo>
                      <a:pt x="0" y="374650"/>
                    </a:lnTo>
                    <a:lnTo>
                      <a:pt x="0" y="461010"/>
                    </a:lnTo>
                    <a:lnTo>
                      <a:pt x="292925" y="461010"/>
                    </a:lnTo>
                    <a:lnTo>
                      <a:pt x="292925" y="37465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grpSp>
        <p:pic>
          <p:nvPicPr>
            <p:cNvPr id="1955" name="Google Shape;1955;p88"/>
            <p:cNvPicPr preferRelativeResize="0"/>
            <p:nvPr/>
          </p:nvPicPr>
          <p:blipFill rotWithShape="1">
            <a:blip r:embed="rId4">
              <a:alphaModFix/>
            </a:blip>
            <a:srcRect b="0" l="0" r="0" t="0"/>
            <a:stretch/>
          </p:blipFill>
          <p:spPr>
            <a:xfrm>
              <a:off x="6319037" y="4281104"/>
              <a:ext cx="2094183" cy="2746345"/>
            </a:xfrm>
            <a:prstGeom prst="rect">
              <a:avLst/>
            </a:prstGeom>
            <a:noFill/>
            <a:ln>
              <a:noFill/>
            </a:ln>
          </p:spPr>
        </p:pic>
      </p:grpSp>
      <p:grpSp>
        <p:nvGrpSpPr>
          <p:cNvPr id="1956" name="Google Shape;1956;p88"/>
          <p:cNvGrpSpPr/>
          <p:nvPr/>
        </p:nvGrpSpPr>
        <p:grpSpPr>
          <a:xfrm>
            <a:off x="6937009" y="1947046"/>
            <a:ext cx="1483746" cy="1839842"/>
            <a:chOff x="15252878" y="4281104"/>
            <a:chExt cx="3262414" cy="4045387"/>
          </a:xfrm>
        </p:grpSpPr>
        <p:grpSp>
          <p:nvGrpSpPr>
            <p:cNvPr id="1957" name="Google Shape;1957;p88"/>
            <p:cNvGrpSpPr/>
            <p:nvPr/>
          </p:nvGrpSpPr>
          <p:grpSpPr>
            <a:xfrm>
              <a:off x="15252878" y="7408805"/>
              <a:ext cx="3262414" cy="917686"/>
              <a:chOff x="15252878" y="7408805"/>
              <a:chExt cx="3262414" cy="917686"/>
            </a:xfrm>
          </p:grpSpPr>
          <p:sp>
            <p:nvSpPr>
              <p:cNvPr id="1958" name="Google Shape;1958;p88"/>
              <p:cNvSpPr/>
              <p:nvPr/>
            </p:nvSpPr>
            <p:spPr>
              <a:xfrm>
                <a:off x="15252878" y="7408805"/>
                <a:ext cx="763269" cy="381634"/>
              </a:xfrm>
              <a:custGeom>
                <a:rect b="b" l="l" r="r" t="t"/>
                <a:pathLst>
                  <a:path extrusionOk="0" h="381634" w="763269">
                    <a:moveTo>
                      <a:pt x="350405" y="90106"/>
                    </a:moveTo>
                    <a:lnTo>
                      <a:pt x="326732" y="56667"/>
                    </a:lnTo>
                    <a:lnTo>
                      <a:pt x="293687" y="27851"/>
                    </a:lnTo>
                    <a:lnTo>
                      <a:pt x="249758" y="7632"/>
                    </a:lnTo>
                    <a:lnTo>
                      <a:pt x="193446" y="12"/>
                    </a:lnTo>
                    <a:lnTo>
                      <a:pt x="148793" y="4622"/>
                    </a:lnTo>
                    <a:lnTo>
                      <a:pt x="107962" y="17995"/>
                    </a:lnTo>
                    <a:lnTo>
                      <a:pt x="72059" y="39382"/>
                    </a:lnTo>
                    <a:lnTo>
                      <a:pt x="42202" y="68072"/>
                    </a:lnTo>
                    <a:lnTo>
                      <a:pt x="19507" y="103339"/>
                    </a:lnTo>
                    <a:lnTo>
                      <a:pt x="5067" y="144449"/>
                    </a:lnTo>
                    <a:lnTo>
                      <a:pt x="0" y="190690"/>
                    </a:lnTo>
                    <a:lnTo>
                      <a:pt x="5067" y="236918"/>
                    </a:lnTo>
                    <a:lnTo>
                      <a:pt x="19507" y="278041"/>
                    </a:lnTo>
                    <a:lnTo>
                      <a:pt x="42202" y="313296"/>
                    </a:lnTo>
                    <a:lnTo>
                      <a:pt x="72059" y="341985"/>
                    </a:lnTo>
                    <a:lnTo>
                      <a:pt x="107962" y="363385"/>
                    </a:lnTo>
                    <a:lnTo>
                      <a:pt x="148793" y="376745"/>
                    </a:lnTo>
                    <a:lnTo>
                      <a:pt x="193446" y="381355"/>
                    </a:lnTo>
                    <a:lnTo>
                      <a:pt x="249682" y="373646"/>
                    </a:lnTo>
                    <a:lnTo>
                      <a:pt x="293484" y="353250"/>
                    </a:lnTo>
                    <a:lnTo>
                      <a:pt x="326504" y="324243"/>
                    </a:lnTo>
                    <a:lnTo>
                      <a:pt x="350405" y="290728"/>
                    </a:lnTo>
                    <a:lnTo>
                      <a:pt x="282981" y="258114"/>
                    </a:lnTo>
                    <a:lnTo>
                      <a:pt x="268211" y="279323"/>
                    </a:lnTo>
                    <a:lnTo>
                      <a:pt x="247738" y="296316"/>
                    </a:lnTo>
                    <a:lnTo>
                      <a:pt x="222516" y="307632"/>
                    </a:lnTo>
                    <a:lnTo>
                      <a:pt x="193446" y="311734"/>
                    </a:lnTo>
                    <a:lnTo>
                      <a:pt x="148780" y="302615"/>
                    </a:lnTo>
                    <a:lnTo>
                      <a:pt x="113030" y="277317"/>
                    </a:lnTo>
                    <a:lnTo>
                      <a:pt x="89306" y="238975"/>
                    </a:lnTo>
                    <a:lnTo>
                      <a:pt x="80708" y="190690"/>
                    </a:lnTo>
                    <a:lnTo>
                      <a:pt x="89306" y="142392"/>
                    </a:lnTo>
                    <a:lnTo>
                      <a:pt x="113030" y="104051"/>
                    </a:lnTo>
                    <a:lnTo>
                      <a:pt x="148780" y="78765"/>
                    </a:lnTo>
                    <a:lnTo>
                      <a:pt x="193446" y="69646"/>
                    </a:lnTo>
                    <a:lnTo>
                      <a:pt x="222516" y="73825"/>
                    </a:lnTo>
                    <a:lnTo>
                      <a:pt x="247738" y="85255"/>
                    </a:lnTo>
                    <a:lnTo>
                      <a:pt x="268211" y="102285"/>
                    </a:lnTo>
                    <a:lnTo>
                      <a:pt x="282981" y="123253"/>
                    </a:lnTo>
                    <a:lnTo>
                      <a:pt x="350405" y="90106"/>
                    </a:lnTo>
                    <a:close/>
                  </a:path>
                  <a:path extrusionOk="0" h="381634" w="763269">
                    <a:moveTo>
                      <a:pt x="763270" y="190690"/>
                    </a:moveTo>
                    <a:lnTo>
                      <a:pt x="758444" y="145148"/>
                    </a:lnTo>
                    <a:lnTo>
                      <a:pt x="744524" y="104267"/>
                    </a:lnTo>
                    <a:lnTo>
                      <a:pt x="722909" y="69646"/>
                    </a:lnTo>
                    <a:lnTo>
                      <a:pt x="693166" y="40081"/>
                    </a:lnTo>
                    <a:lnTo>
                      <a:pt x="682574" y="33655"/>
                    </a:lnTo>
                    <a:lnTo>
                      <a:pt x="682574" y="190690"/>
                    </a:lnTo>
                    <a:lnTo>
                      <a:pt x="674598" y="238518"/>
                    </a:lnTo>
                    <a:lnTo>
                      <a:pt x="651967" y="276910"/>
                    </a:lnTo>
                    <a:lnTo>
                      <a:pt x="616585" y="302450"/>
                    </a:lnTo>
                    <a:lnTo>
                      <a:pt x="570369" y="311721"/>
                    </a:lnTo>
                    <a:lnTo>
                      <a:pt x="524256" y="302450"/>
                    </a:lnTo>
                    <a:lnTo>
                      <a:pt x="489064" y="276910"/>
                    </a:lnTo>
                    <a:lnTo>
                      <a:pt x="466610" y="238518"/>
                    </a:lnTo>
                    <a:lnTo>
                      <a:pt x="458736" y="190690"/>
                    </a:lnTo>
                    <a:lnTo>
                      <a:pt x="466610" y="142633"/>
                    </a:lnTo>
                    <a:lnTo>
                      <a:pt x="489064" y="104267"/>
                    </a:lnTo>
                    <a:lnTo>
                      <a:pt x="524256" y="78841"/>
                    </a:lnTo>
                    <a:lnTo>
                      <a:pt x="570369" y="69646"/>
                    </a:lnTo>
                    <a:lnTo>
                      <a:pt x="616585" y="78841"/>
                    </a:lnTo>
                    <a:lnTo>
                      <a:pt x="651967" y="104267"/>
                    </a:lnTo>
                    <a:lnTo>
                      <a:pt x="674598" y="142633"/>
                    </a:lnTo>
                    <a:lnTo>
                      <a:pt x="682574" y="190690"/>
                    </a:lnTo>
                    <a:lnTo>
                      <a:pt x="682574" y="33655"/>
                    </a:lnTo>
                    <a:lnTo>
                      <a:pt x="657440" y="18376"/>
                    </a:lnTo>
                    <a:lnTo>
                      <a:pt x="616204" y="4737"/>
                    </a:lnTo>
                    <a:lnTo>
                      <a:pt x="570369" y="0"/>
                    </a:lnTo>
                    <a:lnTo>
                      <a:pt x="524738" y="4737"/>
                    </a:lnTo>
                    <a:lnTo>
                      <a:pt x="483666" y="18376"/>
                    </a:lnTo>
                    <a:lnTo>
                      <a:pt x="448043" y="40081"/>
                    </a:lnTo>
                    <a:lnTo>
                      <a:pt x="418769" y="68999"/>
                    </a:lnTo>
                    <a:lnTo>
                      <a:pt x="396735" y="104305"/>
                    </a:lnTo>
                    <a:lnTo>
                      <a:pt x="382866" y="145148"/>
                    </a:lnTo>
                    <a:lnTo>
                      <a:pt x="378040" y="190690"/>
                    </a:lnTo>
                    <a:lnTo>
                      <a:pt x="382866" y="236232"/>
                    </a:lnTo>
                    <a:lnTo>
                      <a:pt x="396735" y="277075"/>
                    </a:lnTo>
                    <a:lnTo>
                      <a:pt x="418769" y="312369"/>
                    </a:lnTo>
                    <a:lnTo>
                      <a:pt x="448043" y="341299"/>
                    </a:lnTo>
                    <a:lnTo>
                      <a:pt x="483666" y="362991"/>
                    </a:lnTo>
                    <a:lnTo>
                      <a:pt x="524738" y="376631"/>
                    </a:lnTo>
                    <a:lnTo>
                      <a:pt x="570369" y="381368"/>
                    </a:lnTo>
                    <a:lnTo>
                      <a:pt x="616204" y="376631"/>
                    </a:lnTo>
                    <a:lnTo>
                      <a:pt x="657440" y="362991"/>
                    </a:lnTo>
                    <a:lnTo>
                      <a:pt x="693166" y="341299"/>
                    </a:lnTo>
                    <a:lnTo>
                      <a:pt x="722503" y="312369"/>
                    </a:lnTo>
                    <a:lnTo>
                      <a:pt x="744550" y="277075"/>
                    </a:lnTo>
                    <a:lnTo>
                      <a:pt x="758444" y="236232"/>
                    </a:lnTo>
                    <a:lnTo>
                      <a:pt x="763270" y="19069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1959" name="Google Shape;1959;p88"/>
              <p:cNvSpPr/>
              <p:nvPr/>
            </p:nvSpPr>
            <p:spPr>
              <a:xfrm>
                <a:off x="16067544" y="7414883"/>
                <a:ext cx="330200" cy="368934"/>
              </a:xfrm>
              <a:custGeom>
                <a:rect b="b" l="l" r="r" t="t"/>
                <a:pathLst>
                  <a:path extrusionOk="0" h="368934" w="330200">
                    <a:moveTo>
                      <a:pt x="329948" y="0"/>
                    </a:moveTo>
                    <a:lnTo>
                      <a:pt x="251468" y="0"/>
                    </a:lnTo>
                    <a:lnTo>
                      <a:pt x="251468" y="238767"/>
                    </a:lnTo>
                    <a:lnTo>
                      <a:pt x="80688" y="0"/>
                    </a:lnTo>
                    <a:lnTo>
                      <a:pt x="0" y="0"/>
                    </a:lnTo>
                    <a:lnTo>
                      <a:pt x="0" y="368648"/>
                    </a:lnTo>
                    <a:lnTo>
                      <a:pt x="78479" y="368648"/>
                    </a:lnTo>
                    <a:lnTo>
                      <a:pt x="78479" y="121043"/>
                    </a:lnTo>
                    <a:lnTo>
                      <a:pt x="254233" y="368648"/>
                    </a:lnTo>
                    <a:lnTo>
                      <a:pt x="329948" y="368648"/>
                    </a:lnTo>
                    <a:lnTo>
                      <a:pt x="329948"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1960" name="Google Shape;1960;p88"/>
              <p:cNvSpPr/>
              <p:nvPr/>
            </p:nvSpPr>
            <p:spPr>
              <a:xfrm>
                <a:off x="16448003" y="7409361"/>
                <a:ext cx="304165" cy="381000"/>
              </a:xfrm>
              <a:custGeom>
                <a:rect b="b" l="l" r="r" t="t"/>
                <a:pathLst>
                  <a:path extrusionOk="0" h="381000" w="304165">
                    <a:moveTo>
                      <a:pt x="151984" y="0"/>
                    </a:moveTo>
                    <a:lnTo>
                      <a:pt x="93529" y="8729"/>
                    </a:lnTo>
                    <a:lnTo>
                      <a:pt x="49531" y="32536"/>
                    </a:lnTo>
                    <a:lnTo>
                      <a:pt x="21802" y="67846"/>
                    </a:lnTo>
                    <a:lnTo>
                      <a:pt x="12156" y="111085"/>
                    </a:lnTo>
                    <a:lnTo>
                      <a:pt x="25188" y="161503"/>
                    </a:lnTo>
                    <a:lnTo>
                      <a:pt x="58376" y="193164"/>
                    </a:lnTo>
                    <a:lnTo>
                      <a:pt x="102859" y="211973"/>
                    </a:lnTo>
                    <a:lnTo>
                      <a:pt x="179386" y="231486"/>
                    </a:lnTo>
                    <a:lnTo>
                      <a:pt x="203040" y="240691"/>
                    </a:lnTo>
                    <a:lnTo>
                      <a:pt x="218716" y="253214"/>
                    </a:lnTo>
                    <a:lnTo>
                      <a:pt x="224391" y="270818"/>
                    </a:lnTo>
                    <a:lnTo>
                      <a:pt x="220435" y="286151"/>
                    </a:lnTo>
                    <a:lnTo>
                      <a:pt x="208500" y="299413"/>
                    </a:lnTo>
                    <a:lnTo>
                      <a:pt x="188481" y="308739"/>
                    </a:lnTo>
                    <a:lnTo>
                      <a:pt x="160277" y="312262"/>
                    </a:lnTo>
                    <a:lnTo>
                      <a:pt x="124172" y="308299"/>
                    </a:lnTo>
                    <a:lnTo>
                      <a:pt x="92367" y="297548"/>
                    </a:lnTo>
                    <a:lnTo>
                      <a:pt x="65225" y="281720"/>
                    </a:lnTo>
                    <a:lnTo>
                      <a:pt x="43108" y="262526"/>
                    </a:lnTo>
                    <a:lnTo>
                      <a:pt x="0" y="322220"/>
                    </a:lnTo>
                    <a:lnTo>
                      <a:pt x="29178" y="346062"/>
                    </a:lnTo>
                    <a:lnTo>
                      <a:pt x="64731" y="364568"/>
                    </a:lnTo>
                    <a:lnTo>
                      <a:pt x="107021" y="376547"/>
                    </a:lnTo>
                    <a:lnTo>
                      <a:pt x="156414" y="380805"/>
                    </a:lnTo>
                    <a:lnTo>
                      <a:pt x="209962" y="374977"/>
                    </a:lnTo>
                    <a:lnTo>
                      <a:pt x="251334" y="358591"/>
                    </a:lnTo>
                    <a:lnTo>
                      <a:pt x="280688" y="333291"/>
                    </a:lnTo>
                    <a:lnTo>
                      <a:pt x="298183" y="300721"/>
                    </a:lnTo>
                    <a:lnTo>
                      <a:pt x="303980" y="262526"/>
                    </a:lnTo>
                    <a:lnTo>
                      <a:pt x="290939" y="212170"/>
                    </a:lnTo>
                    <a:lnTo>
                      <a:pt x="257691" y="180105"/>
                    </a:lnTo>
                    <a:lnTo>
                      <a:pt x="213043" y="160788"/>
                    </a:lnTo>
                    <a:lnTo>
                      <a:pt x="165806" y="148676"/>
                    </a:lnTo>
                    <a:lnTo>
                      <a:pt x="136364" y="141327"/>
                    </a:lnTo>
                    <a:lnTo>
                      <a:pt x="113092" y="132993"/>
                    </a:lnTo>
                    <a:lnTo>
                      <a:pt x="97800" y="121859"/>
                    </a:lnTo>
                    <a:lnTo>
                      <a:pt x="92300" y="106111"/>
                    </a:lnTo>
                    <a:lnTo>
                      <a:pt x="95788" y="90914"/>
                    </a:lnTo>
                    <a:lnTo>
                      <a:pt x="106114" y="79032"/>
                    </a:lnTo>
                    <a:lnTo>
                      <a:pt x="123072" y="71295"/>
                    </a:lnTo>
                    <a:lnTo>
                      <a:pt x="146456" y="68531"/>
                    </a:lnTo>
                    <a:lnTo>
                      <a:pt x="173910" y="70949"/>
                    </a:lnTo>
                    <a:lnTo>
                      <a:pt x="201521" y="78341"/>
                    </a:lnTo>
                    <a:lnTo>
                      <a:pt x="227991" y="90914"/>
                    </a:lnTo>
                    <a:lnTo>
                      <a:pt x="252023" y="108876"/>
                    </a:lnTo>
                    <a:lnTo>
                      <a:pt x="295687" y="51401"/>
                    </a:lnTo>
                    <a:lnTo>
                      <a:pt x="266082" y="29146"/>
                    </a:lnTo>
                    <a:lnTo>
                      <a:pt x="232125" y="13057"/>
                    </a:lnTo>
                    <a:lnTo>
                      <a:pt x="194023" y="3290"/>
                    </a:lnTo>
                    <a:lnTo>
                      <a:pt x="151984"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1961" name="Google Shape;1961;p88"/>
              <p:cNvSpPr/>
              <p:nvPr/>
            </p:nvSpPr>
            <p:spPr>
              <a:xfrm>
                <a:off x="16780764" y="7414888"/>
                <a:ext cx="635000" cy="368934"/>
              </a:xfrm>
              <a:custGeom>
                <a:rect b="b" l="l" r="r" t="t"/>
                <a:pathLst>
                  <a:path extrusionOk="0" h="368934" w="635000">
                    <a:moveTo>
                      <a:pt x="294030" y="508"/>
                    </a:moveTo>
                    <a:lnTo>
                      <a:pt x="0" y="508"/>
                    </a:lnTo>
                    <a:lnTo>
                      <a:pt x="0" y="69088"/>
                    </a:lnTo>
                    <a:lnTo>
                      <a:pt x="107772" y="69088"/>
                    </a:lnTo>
                    <a:lnTo>
                      <a:pt x="107772" y="368808"/>
                    </a:lnTo>
                    <a:lnTo>
                      <a:pt x="186804" y="368808"/>
                    </a:lnTo>
                    <a:lnTo>
                      <a:pt x="186804" y="69088"/>
                    </a:lnTo>
                    <a:lnTo>
                      <a:pt x="294030" y="69088"/>
                    </a:lnTo>
                    <a:lnTo>
                      <a:pt x="294030" y="508"/>
                    </a:lnTo>
                    <a:close/>
                  </a:path>
                  <a:path extrusionOk="0" h="368934" w="635000">
                    <a:moveTo>
                      <a:pt x="634796" y="368655"/>
                    </a:moveTo>
                    <a:lnTo>
                      <a:pt x="556806" y="236562"/>
                    </a:lnTo>
                    <a:lnTo>
                      <a:pt x="551903" y="228269"/>
                    </a:lnTo>
                    <a:lnTo>
                      <a:pt x="581291" y="216369"/>
                    </a:lnTo>
                    <a:lnTo>
                      <a:pt x="607174" y="194487"/>
                    </a:lnTo>
                    <a:lnTo>
                      <a:pt x="621601" y="169125"/>
                    </a:lnTo>
                    <a:lnTo>
                      <a:pt x="625576" y="162128"/>
                    </a:lnTo>
                    <a:lnTo>
                      <a:pt x="632587" y="118833"/>
                    </a:lnTo>
                    <a:lnTo>
                      <a:pt x="624052" y="71361"/>
                    </a:lnTo>
                    <a:lnTo>
                      <a:pt x="621499" y="67437"/>
                    </a:lnTo>
                    <a:lnTo>
                      <a:pt x="599503" y="33718"/>
                    </a:lnTo>
                    <a:lnTo>
                      <a:pt x="560552" y="8928"/>
                    </a:lnTo>
                    <a:lnTo>
                      <a:pt x="552450" y="7531"/>
                    </a:lnTo>
                    <a:lnTo>
                      <a:pt x="552450" y="118275"/>
                    </a:lnTo>
                    <a:lnTo>
                      <a:pt x="548246" y="139280"/>
                    </a:lnTo>
                    <a:lnTo>
                      <a:pt x="536625" y="155308"/>
                    </a:lnTo>
                    <a:lnTo>
                      <a:pt x="519112" y="165531"/>
                    </a:lnTo>
                    <a:lnTo>
                      <a:pt x="497179" y="169125"/>
                    </a:lnTo>
                    <a:lnTo>
                      <a:pt x="414845" y="169125"/>
                    </a:lnTo>
                    <a:lnTo>
                      <a:pt x="414845" y="67437"/>
                    </a:lnTo>
                    <a:lnTo>
                      <a:pt x="497179" y="67437"/>
                    </a:lnTo>
                    <a:lnTo>
                      <a:pt x="519112" y="71031"/>
                    </a:lnTo>
                    <a:lnTo>
                      <a:pt x="536625" y="81254"/>
                    </a:lnTo>
                    <a:lnTo>
                      <a:pt x="548246" y="97282"/>
                    </a:lnTo>
                    <a:lnTo>
                      <a:pt x="552450" y="118275"/>
                    </a:lnTo>
                    <a:lnTo>
                      <a:pt x="552450" y="7531"/>
                    </a:lnTo>
                    <a:lnTo>
                      <a:pt x="508800" y="0"/>
                    </a:lnTo>
                    <a:lnTo>
                      <a:pt x="336346" y="0"/>
                    </a:lnTo>
                    <a:lnTo>
                      <a:pt x="336346" y="368655"/>
                    </a:lnTo>
                    <a:lnTo>
                      <a:pt x="414845" y="368655"/>
                    </a:lnTo>
                    <a:lnTo>
                      <a:pt x="414845" y="236562"/>
                    </a:lnTo>
                    <a:lnTo>
                      <a:pt x="472313" y="236562"/>
                    </a:lnTo>
                    <a:lnTo>
                      <a:pt x="544715" y="368655"/>
                    </a:lnTo>
                    <a:lnTo>
                      <a:pt x="634796" y="368655"/>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1962" name="Google Shape;1962;p88"/>
              <p:cNvSpPr/>
              <p:nvPr/>
            </p:nvSpPr>
            <p:spPr>
              <a:xfrm>
                <a:off x="17463098" y="7414888"/>
                <a:ext cx="329565" cy="375284"/>
              </a:xfrm>
              <a:custGeom>
                <a:rect b="b" l="l" r="r" t="t"/>
                <a:pathLst>
                  <a:path extrusionOk="0" h="375284" w="329565">
                    <a:moveTo>
                      <a:pt x="329403" y="0"/>
                    </a:moveTo>
                    <a:lnTo>
                      <a:pt x="249814" y="0"/>
                    </a:lnTo>
                    <a:lnTo>
                      <a:pt x="249814" y="218862"/>
                    </a:lnTo>
                    <a:lnTo>
                      <a:pt x="244529" y="254105"/>
                    </a:lnTo>
                    <a:lnTo>
                      <a:pt x="228673" y="281524"/>
                    </a:lnTo>
                    <a:lnTo>
                      <a:pt x="202247" y="299304"/>
                    </a:lnTo>
                    <a:lnTo>
                      <a:pt x="165251" y="305634"/>
                    </a:lnTo>
                    <a:lnTo>
                      <a:pt x="127615" y="299304"/>
                    </a:lnTo>
                    <a:lnTo>
                      <a:pt x="100863" y="281524"/>
                    </a:lnTo>
                    <a:lnTo>
                      <a:pt x="84890" y="254105"/>
                    </a:lnTo>
                    <a:lnTo>
                      <a:pt x="79589" y="218862"/>
                    </a:lnTo>
                    <a:lnTo>
                      <a:pt x="79589" y="0"/>
                    </a:lnTo>
                    <a:lnTo>
                      <a:pt x="0" y="0"/>
                    </a:lnTo>
                    <a:lnTo>
                      <a:pt x="0" y="221626"/>
                    </a:lnTo>
                    <a:lnTo>
                      <a:pt x="4410" y="264479"/>
                    </a:lnTo>
                    <a:lnTo>
                      <a:pt x="17787" y="301744"/>
                    </a:lnTo>
                    <a:lnTo>
                      <a:pt x="72297" y="355582"/>
                    </a:lnTo>
                    <a:lnTo>
                      <a:pt x="113861" y="370189"/>
                    </a:lnTo>
                    <a:lnTo>
                      <a:pt x="165251" y="375276"/>
                    </a:lnTo>
                    <a:lnTo>
                      <a:pt x="216175" y="370225"/>
                    </a:lnTo>
                    <a:lnTo>
                      <a:pt x="257427" y="355685"/>
                    </a:lnTo>
                    <a:lnTo>
                      <a:pt x="289192" y="332578"/>
                    </a:lnTo>
                    <a:lnTo>
                      <a:pt x="324996" y="264350"/>
                    </a:lnTo>
                    <a:lnTo>
                      <a:pt x="329403" y="221071"/>
                    </a:lnTo>
                    <a:lnTo>
                      <a:pt x="329403"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1963" name="Google Shape;1963;p88"/>
              <p:cNvSpPr/>
              <p:nvPr/>
            </p:nvSpPr>
            <p:spPr>
              <a:xfrm>
                <a:off x="17841129" y="7408809"/>
                <a:ext cx="350519" cy="381634"/>
              </a:xfrm>
              <a:custGeom>
                <a:rect b="b" l="l" r="r" t="t"/>
                <a:pathLst>
                  <a:path extrusionOk="0" h="381634" w="350519">
                    <a:moveTo>
                      <a:pt x="193439" y="0"/>
                    </a:moveTo>
                    <a:lnTo>
                      <a:pt x="148791" y="4616"/>
                    </a:lnTo>
                    <a:lnTo>
                      <a:pt x="107961" y="17983"/>
                    </a:lnTo>
                    <a:lnTo>
                      <a:pt x="72061" y="39373"/>
                    </a:lnTo>
                    <a:lnTo>
                      <a:pt x="42202" y="68063"/>
                    </a:lnTo>
                    <a:lnTo>
                      <a:pt x="19498" y="103327"/>
                    </a:lnTo>
                    <a:lnTo>
                      <a:pt x="5059" y="144439"/>
                    </a:lnTo>
                    <a:lnTo>
                      <a:pt x="0" y="190674"/>
                    </a:lnTo>
                    <a:lnTo>
                      <a:pt x="5059" y="236913"/>
                    </a:lnTo>
                    <a:lnTo>
                      <a:pt x="19498" y="278026"/>
                    </a:lnTo>
                    <a:lnTo>
                      <a:pt x="42202" y="313290"/>
                    </a:lnTo>
                    <a:lnTo>
                      <a:pt x="72061" y="341979"/>
                    </a:lnTo>
                    <a:lnTo>
                      <a:pt x="107961" y="363368"/>
                    </a:lnTo>
                    <a:lnTo>
                      <a:pt x="148791" y="376733"/>
                    </a:lnTo>
                    <a:lnTo>
                      <a:pt x="193439" y="381349"/>
                    </a:lnTo>
                    <a:lnTo>
                      <a:pt x="249675" y="373638"/>
                    </a:lnTo>
                    <a:lnTo>
                      <a:pt x="293476" y="353234"/>
                    </a:lnTo>
                    <a:lnTo>
                      <a:pt x="326501" y="324228"/>
                    </a:lnTo>
                    <a:lnTo>
                      <a:pt x="350408" y="290713"/>
                    </a:lnTo>
                    <a:lnTo>
                      <a:pt x="282975" y="258107"/>
                    </a:lnTo>
                    <a:lnTo>
                      <a:pt x="268208" y="279307"/>
                    </a:lnTo>
                    <a:lnTo>
                      <a:pt x="247741" y="296311"/>
                    </a:lnTo>
                    <a:lnTo>
                      <a:pt x="222507" y="307616"/>
                    </a:lnTo>
                    <a:lnTo>
                      <a:pt x="193439" y="311718"/>
                    </a:lnTo>
                    <a:lnTo>
                      <a:pt x="148774" y="302598"/>
                    </a:lnTo>
                    <a:lnTo>
                      <a:pt x="113021" y="277312"/>
                    </a:lnTo>
                    <a:lnTo>
                      <a:pt x="89289" y="238968"/>
                    </a:lnTo>
                    <a:lnTo>
                      <a:pt x="80688" y="190674"/>
                    </a:lnTo>
                    <a:lnTo>
                      <a:pt x="89289" y="142381"/>
                    </a:lnTo>
                    <a:lnTo>
                      <a:pt x="113021" y="104037"/>
                    </a:lnTo>
                    <a:lnTo>
                      <a:pt x="148774" y="78751"/>
                    </a:lnTo>
                    <a:lnTo>
                      <a:pt x="193439" y="69631"/>
                    </a:lnTo>
                    <a:lnTo>
                      <a:pt x="222507" y="73811"/>
                    </a:lnTo>
                    <a:lnTo>
                      <a:pt x="247741" y="85246"/>
                    </a:lnTo>
                    <a:lnTo>
                      <a:pt x="268208" y="102276"/>
                    </a:lnTo>
                    <a:lnTo>
                      <a:pt x="282975" y="123242"/>
                    </a:lnTo>
                    <a:lnTo>
                      <a:pt x="350408" y="90091"/>
                    </a:lnTo>
                    <a:lnTo>
                      <a:pt x="326735" y="56662"/>
                    </a:lnTo>
                    <a:lnTo>
                      <a:pt x="293684" y="27843"/>
                    </a:lnTo>
                    <a:lnTo>
                      <a:pt x="249753" y="7625"/>
                    </a:lnTo>
                    <a:lnTo>
                      <a:pt x="193439"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1964" name="Google Shape;1964;p88"/>
              <p:cNvSpPr/>
              <p:nvPr/>
            </p:nvSpPr>
            <p:spPr>
              <a:xfrm>
                <a:off x="18220652" y="7415396"/>
                <a:ext cx="294640" cy="368300"/>
              </a:xfrm>
              <a:custGeom>
                <a:rect b="b" l="l" r="r" t="t"/>
                <a:pathLst>
                  <a:path extrusionOk="0" h="368300" w="294640">
                    <a:moveTo>
                      <a:pt x="294030" y="0"/>
                    </a:moveTo>
                    <a:lnTo>
                      <a:pt x="0" y="0"/>
                    </a:lnTo>
                    <a:lnTo>
                      <a:pt x="0" y="68580"/>
                    </a:lnTo>
                    <a:lnTo>
                      <a:pt x="107772" y="68580"/>
                    </a:lnTo>
                    <a:lnTo>
                      <a:pt x="107772" y="368300"/>
                    </a:lnTo>
                    <a:lnTo>
                      <a:pt x="186804" y="368300"/>
                    </a:lnTo>
                    <a:lnTo>
                      <a:pt x="186804" y="68580"/>
                    </a:lnTo>
                    <a:lnTo>
                      <a:pt x="294030" y="68580"/>
                    </a:lnTo>
                    <a:lnTo>
                      <a:pt x="294030"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1965" name="Google Shape;1965;p88"/>
              <p:cNvSpPr/>
              <p:nvPr/>
            </p:nvSpPr>
            <p:spPr>
              <a:xfrm>
                <a:off x="15891268" y="7950304"/>
                <a:ext cx="341630" cy="368934"/>
              </a:xfrm>
              <a:custGeom>
                <a:rect b="b" l="l" r="r" t="t"/>
                <a:pathLst>
                  <a:path extrusionOk="0" h="368934" w="341630">
                    <a:moveTo>
                      <a:pt x="145356" y="0"/>
                    </a:moveTo>
                    <a:lnTo>
                      <a:pt x="0" y="0"/>
                    </a:lnTo>
                    <a:lnTo>
                      <a:pt x="0" y="368637"/>
                    </a:lnTo>
                    <a:lnTo>
                      <a:pt x="145356" y="368637"/>
                    </a:lnTo>
                    <a:lnTo>
                      <a:pt x="192566" y="364273"/>
                    </a:lnTo>
                    <a:lnTo>
                      <a:pt x="234660" y="351584"/>
                    </a:lnTo>
                    <a:lnTo>
                      <a:pt x="270857" y="331180"/>
                    </a:lnTo>
                    <a:lnTo>
                      <a:pt x="300372" y="303670"/>
                    </a:lnTo>
                    <a:lnTo>
                      <a:pt x="303043" y="299551"/>
                    </a:lnTo>
                    <a:lnTo>
                      <a:pt x="78479" y="299551"/>
                    </a:lnTo>
                    <a:lnTo>
                      <a:pt x="78479" y="69086"/>
                    </a:lnTo>
                    <a:lnTo>
                      <a:pt x="302819" y="69086"/>
                    </a:lnTo>
                    <a:lnTo>
                      <a:pt x="300372" y="65302"/>
                    </a:lnTo>
                    <a:lnTo>
                      <a:pt x="270857" y="37675"/>
                    </a:lnTo>
                    <a:lnTo>
                      <a:pt x="234660" y="17163"/>
                    </a:lnTo>
                    <a:lnTo>
                      <a:pt x="192566" y="4395"/>
                    </a:lnTo>
                    <a:lnTo>
                      <a:pt x="145356" y="0"/>
                    </a:lnTo>
                    <a:close/>
                  </a:path>
                  <a:path extrusionOk="0" h="368934" w="341630">
                    <a:moveTo>
                      <a:pt x="302819" y="69086"/>
                    </a:moveTo>
                    <a:lnTo>
                      <a:pt x="145356" y="69086"/>
                    </a:lnTo>
                    <a:lnTo>
                      <a:pt x="195348" y="77963"/>
                    </a:lnTo>
                    <a:lnTo>
                      <a:pt x="231507" y="102384"/>
                    </a:lnTo>
                    <a:lnTo>
                      <a:pt x="253469" y="139032"/>
                    </a:lnTo>
                    <a:lnTo>
                      <a:pt x="260871" y="184591"/>
                    </a:lnTo>
                    <a:lnTo>
                      <a:pt x="253081" y="228903"/>
                    </a:lnTo>
                    <a:lnTo>
                      <a:pt x="230470" y="265493"/>
                    </a:lnTo>
                    <a:lnTo>
                      <a:pt x="194182" y="290371"/>
                    </a:lnTo>
                    <a:lnTo>
                      <a:pt x="145356" y="299551"/>
                    </a:lnTo>
                    <a:lnTo>
                      <a:pt x="303043" y="299551"/>
                    </a:lnTo>
                    <a:lnTo>
                      <a:pt x="322424" y="269662"/>
                    </a:lnTo>
                    <a:lnTo>
                      <a:pt x="336229" y="229766"/>
                    </a:lnTo>
                    <a:lnTo>
                      <a:pt x="341005" y="184591"/>
                    </a:lnTo>
                    <a:lnTo>
                      <a:pt x="336229" y="139388"/>
                    </a:lnTo>
                    <a:lnTo>
                      <a:pt x="322424" y="99416"/>
                    </a:lnTo>
                    <a:lnTo>
                      <a:pt x="302819" y="69086"/>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1966" name="Google Shape;1966;p88"/>
              <p:cNvSpPr/>
              <p:nvPr/>
            </p:nvSpPr>
            <p:spPr>
              <a:xfrm>
                <a:off x="16289190" y="7950302"/>
                <a:ext cx="78740" cy="368934"/>
              </a:xfrm>
              <a:custGeom>
                <a:rect b="b" l="l" r="r" t="t"/>
                <a:pathLst>
                  <a:path extrusionOk="0" h="368934" w="78740">
                    <a:moveTo>
                      <a:pt x="78479" y="0"/>
                    </a:moveTo>
                    <a:lnTo>
                      <a:pt x="0" y="0"/>
                    </a:lnTo>
                    <a:lnTo>
                      <a:pt x="0" y="368637"/>
                    </a:lnTo>
                    <a:lnTo>
                      <a:pt x="78479" y="368637"/>
                    </a:lnTo>
                    <a:lnTo>
                      <a:pt x="78479"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1967" name="Google Shape;1967;p88"/>
              <p:cNvSpPr/>
              <p:nvPr/>
            </p:nvSpPr>
            <p:spPr>
              <a:xfrm>
                <a:off x="16424208" y="7944221"/>
                <a:ext cx="353694" cy="382270"/>
              </a:xfrm>
              <a:custGeom>
                <a:rect b="b" l="l" r="r" t="t"/>
                <a:pathLst>
                  <a:path extrusionOk="0" h="382270" w="353694">
                    <a:moveTo>
                      <a:pt x="196203" y="0"/>
                    </a:moveTo>
                    <a:lnTo>
                      <a:pt x="151399" y="4442"/>
                    </a:lnTo>
                    <a:lnTo>
                      <a:pt x="110173" y="17402"/>
                    </a:lnTo>
                    <a:lnTo>
                      <a:pt x="73733" y="38328"/>
                    </a:lnTo>
                    <a:lnTo>
                      <a:pt x="43287" y="66670"/>
                    </a:lnTo>
                    <a:lnTo>
                      <a:pt x="20044" y="101875"/>
                    </a:lnTo>
                    <a:lnTo>
                      <a:pt x="5212" y="143394"/>
                    </a:lnTo>
                    <a:lnTo>
                      <a:pt x="0" y="190674"/>
                    </a:lnTo>
                    <a:lnTo>
                      <a:pt x="5212" y="237814"/>
                    </a:lnTo>
                    <a:lnTo>
                      <a:pt x="20044" y="279345"/>
                    </a:lnTo>
                    <a:lnTo>
                      <a:pt x="43287" y="314669"/>
                    </a:lnTo>
                    <a:lnTo>
                      <a:pt x="73733" y="343185"/>
                    </a:lnTo>
                    <a:lnTo>
                      <a:pt x="110173" y="364296"/>
                    </a:lnTo>
                    <a:lnTo>
                      <a:pt x="151399" y="377402"/>
                    </a:lnTo>
                    <a:lnTo>
                      <a:pt x="196203" y="381904"/>
                    </a:lnTo>
                    <a:lnTo>
                      <a:pt x="243657" y="376930"/>
                    </a:lnTo>
                    <a:lnTo>
                      <a:pt x="285669" y="362838"/>
                    </a:lnTo>
                    <a:lnTo>
                      <a:pt x="322187" y="340871"/>
                    </a:lnTo>
                    <a:lnTo>
                      <a:pt x="353162" y="312273"/>
                    </a:lnTo>
                    <a:lnTo>
                      <a:pt x="353162" y="171335"/>
                    </a:lnTo>
                    <a:lnTo>
                      <a:pt x="177408" y="171335"/>
                    </a:lnTo>
                    <a:lnTo>
                      <a:pt x="177408" y="238757"/>
                    </a:lnTo>
                    <a:lnTo>
                      <a:pt x="275792" y="238757"/>
                    </a:lnTo>
                    <a:lnTo>
                      <a:pt x="275792" y="283530"/>
                    </a:lnTo>
                    <a:lnTo>
                      <a:pt x="261335" y="293995"/>
                    </a:lnTo>
                    <a:lnTo>
                      <a:pt x="242630" y="303011"/>
                    </a:lnTo>
                    <a:lnTo>
                      <a:pt x="220608" y="309334"/>
                    </a:lnTo>
                    <a:lnTo>
                      <a:pt x="196203" y="311718"/>
                    </a:lnTo>
                    <a:lnTo>
                      <a:pt x="149941" y="302598"/>
                    </a:lnTo>
                    <a:lnTo>
                      <a:pt x="113372" y="277312"/>
                    </a:lnTo>
                    <a:lnTo>
                      <a:pt x="89342" y="238968"/>
                    </a:lnTo>
                    <a:lnTo>
                      <a:pt x="80699" y="190674"/>
                    </a:lnTo>
                    <a:lnTo>
                      <a:pt x="89342" y="142387"/>
                    </a:lnTo>
                    <a:lnTo>
                      <a:pt x="113372" y="104046"/>
                    </a:lnTo>
                    <a:lnTo>
                      <a:pt x="149941" y="78761"/>
                    </a:lnTo>
                    <a:lnTo>
                      <a:pt x="196203" y="69641"/>
                    </a:lnTo>
                    <a:lnTo>
                      <a:pt x="223760" y="73243"/>
                    </a:lnTo>
                    <a:lnTo>
                      <a:pt x="247947" y="83113"/>
                    </a:lnTo>
                    <a:lnTo>
                      <a:pt x="268095" y="97855"/>
                    </a:lnTo>
                    <a:lnTo>
                      <a:pt x="283530" y="116069"/>
                    </a:lnTo>
                    <a:lnTo>
                      <a:pt x="348743" y="80688"/>
                    </a:lnTo>
                    <a:lnTo>
                      <a:pt x="323742" y="49664"/>
                    </a:lnTo>
                    <a:lnTo>
                      <a:pt x="290504" y="23974"/>
                    </a:lnTo>
                    <a:lnTo>
                      <a:pt x="248250" y="6468"/>
                    </a:lnTo>
                    <a:lnTo>
                      <a:pt x="196203"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1968" name="Google Shape;1968;p88"/>
              <p:cNvSpPr/>
              <p:nvPr/>
            </p:nvSpPr>
            <p:spPr>
              <a:xfrm>
                <a:off x="16845340" y="7950302"/>
                <a:ext cx="78740" cy="368934"/>
              </a:xfrm>
              <a:custGeom>
                <a:rect b="b" l="l" r="r" t="t"/>
                <a:pathLst>
                  <a:path extrusionOk="0" h="368934" w="78740">
                    <a:moveTo>
                      <a:pt x="78479" y="0"/>
                    </a:moveTo>
                    <a:lnTo>
                      <a:pt x="0" y="0"/>
                    </a:lnTo>
                    <a:lnTo>
                      <a:pt x="0" y="368637"/>
                    </a:lnTo>
                    <a:lnTo>
                      <a:pt x="78479" y="368637"/>
                    </a:lnTo>
                    <a:lnTo>
                      <a:pt x="78479"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1969" name="Google Shape;1969;p88"/>
              <p:cNvSpPr/>
              <p:nvPr/>
            </p:nvSpPr>
            <p:spPr>
              <a:xfrm>
                <a:off x="16965486" y="7950307"/>
                <a:ext cx="924559" cy="368934"/>
              </a:xfrm>
              <a:custGeom>
                <a:rect b="b" l="l" r="r" t="t"/>
                <a:pathLst>
                  <a:path extrusionOk="0" h="368934" w="924559">
                    <a:moveTo>
                      <a:pt x="294030" y="508"/>
                    </a:moveTo>
                    <a:lnTo>
                      <a:pt x="0" y="508"/>
                    </a:lnTo>
                    <a:lnTo>
                      <a:pt x="0" y="69088"/>
                    </a:lnTo>
                    <a:lnTo>
                      <a:pt x="107772" y="69088"/>
                    </a:lnTo>
                    <a:lnTo>
                      <a:pt x="107772" y="368808"/>
                    </a:lnTo>
                    <a:lnTo>
                      <a:pt x="186804" y="368808"/>
                    </a:lnTo>
                    <a:lnTo>
                      <a:pt x="186804" y="69088"/>
                    </a:lnTo>
                    <a:lnTo>
                      <a:pt x="294030" y="69088"/>
                    </a:lnTo>
                    <a:lnTo>
                      <a:pt x="294030" y="508"/>
                    </a:lnTo>
                    <a:close/>
                  </a:path>
                  <a:path extrusionOk="0" h="368934" w="924559">
                    <a:moveTo>
                      <a:pt x="648843" y="368642"/>
                    </a:moveTo>
                    <a:lnTo>
                      <a:pt x="624357" y="305079"/>
                    </a:lnTo>
                    <a:lnTo>
                      <a:pt x="598157" y="237096"/>
                    </a:lnTo>
                    <a:lnTo>
                      <a:pt x="532993" y="67983"/>
                    </a:lnTo>
                    <a:lnTo>
                      <a:pt x="518414" y="30137"/>
                    </a:lnTo>
                    <a:lnTo>
                      <a:pt x="518414" y="237096"/>
                    </a:lnTo>
                    <a:lnTo>
                      <a:pt x="396265" y="237096"/>
                    </a:lnTo>
                    <a:lnTo>
                      <a:pt x="457619" y="67983"/>
                    </a:lnTo>
                    <a:lnTo>
                      <a:pt x="518414" y="237096"/>
                    </a:lnTo>
                    <a:lnTo>
                      <a:pt x="518414" y="30137"/>
                    </a:lnTo>
                    <a:lnTo>
                      <a:pt x="506806" y="0"/>
                    </a:lnTo>
                    <a:lnTo>
                      <a:pt x="408419" y="0"/>
                    </a:lnTo>
                    <a:lnTo>
                      <a:pt x="265823" y="368642"/>
                    </a:lnTo>
                    <a:lnTo>
                      <a:pt x="352044" y="368642"/>
                    </a:lnTo>
                    <a:lnTo>
                      <a:pt x="375259" y="305079"/>
                    </a:lnTo>
                    <a:lnTo>
                      <a:pt x="539953" y="305079"/>
                    </a:lnTo>
                    <a:lnTo>
                      <a:pt x="563168" y="368642"/>
                    </a:lnTo>
                    <a:lnTo>
                      <a:pt x="648843" y="368642"/>
                    </a:lnTo>
                    <a:close/>
                  </a:path>
                  <a:path extrusionOk="0" h="368934" w="924559">
                    <a:moveTo>
                      <a:pt x="924077" y="299720"/>
                    </a:moveTo>
                    <a:lnTo>
                      <a:pt x="768210" y="299720"/>
                    </a:lnTo>
                    <a:lnTo>
                      <a:pt x="768210" y="0"/>
                    </a:lnTo>
                    <a:lnTo>
                      <a:pt x="689737" y="0"/>
                    </a:lnTo>
                    <a:lnTo>
                      <a:pt x="689737" y="299720"/>
                    </a:lnTo>
                    <a:lnTo>
                      <a:pt x="689737" y="368300"/>
                    </a:lnTo>
                    <a:lnTo>
                      <a:pt x="924077" y="368300"/>
                    </a:lnTo>
                    <a:lnTo>
                      <a:pt x="924077" y="29972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grpSp>
        <p:pic>
          <p:nvPicPr>
            <p:cNvPr id="1970" name="Google Shape;1970;p88"/>
            <p:cNvPicPr preferRelativeResize="0"/>
            <p:nvPr/>
          </p:nvPicPr>
          <p:blipFill rotWithShape="1">
            <a:blip r:embed="rId5">
              <a:alphaModFix/>
            </a:blip>
            <a:srcRect b="0" l="0" r="0" t="0"/>
            <a:stretch/>
          </p:blipFill>
          <p:spPr>
            <a:xfrm>
              <a:off x="15691654" y="4281104"/>
              <a:ext cx="2094181" cy="2746345"/>
            </a:xfrm>
            <a:prstGeom prst="rect">
              <a:avLst/>
            </a:prstGeom>
            <a:noFill/>
            <a:ln>
              <a:noFill/>
            </a:ln>
          </p:spPr>
        </p:pic>
      </p:gr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2" name="Shape 2072"/>
        <p:cNvGrpSpPr/>
        <p:nvPr/>
      </p:nvGrpSpPr>
      <p:grpSpPr>
        <a:xfrm>
          <a:off x="0" y="0"/>
          <a:ext cx="0" cy="0"/>
          <a:chOff x="0" y="0"/>
          <a:chExt cx="0" cy="0"/>
        </a:xfrm>
      </p:grpSpPr>
      <p:sp>
        <p:nvSpPr>
          <p:cNvPr id="2073" name="Google Shape;2073;p91"/>
          <p:cNvSpPr txBox="1"/>
          <p:nvPr/>
        </p:nvSpPr>
        <p:spPr>
          <a:xfrm>
            <a:off x="337250" y="940024"/>
            <a:ext cx="1600200" cy="2853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Clr>
                <a:schemeClr val="dk1"/>
              </a:buClr>
              <a:buSzPts val="800"/>
              <a:buFont typeface="Arial"/>
              <a:buNone/>
            </a:pPr>
            <a:r>
              <a:rPr b="1" lang="en-SG" sz="1000">
                <a:solidFill>
                  <a:schemeClr val="dk1"/>
                </a:solidFill>
                <a:latin typeface="Proxima Nova"/>
                <a:ea typeface="Proxima Nova"/>
                <a:cs typeface="Proxima Nova"/>
                <a:sym typeface="Proxima Nova"/>
              </a:rPr>
              <a:t>Eye</a:t>
            </a:r>
            <a:endParaRPr b="1" sz="1000">
              <a:solidFill>
                <a:schemeClr val="dk1"/>
              </a:solidFill>
              <a:latin typeface="Proxima Nova"/>
              <a:ea typeface="Proxima Nova"/>
              <a:cs typeface="Proxima Nova"/>
              <a:sym typeface="Proxima Nova"/>
            </a:endParaRPr>
          </a:p>
          <a:p>
            <a:pPr indent="0" lvl="0" marL="0" rtl="0" algn="ctr">
              <a:spcBef>
                <a:spcPts val="0"/>
              </a:spcBef>
              <a:spcAft>
                <a:spcPts val="0"/>
              </a:spcAft>
              <a:buClr>
                <a:schemeClr val="dk1"/>
              </a:buClr>
              <a:buSzPts val="800"/>
              <a:buFont typeface="Arial"/>
              <a:buNone/>
            </a:pPr>
            <a:r>
              <a:rPr lang="en-SG" sz="1000">
                <a:solidFill>
                  <a:schemeClr val="dk1"/>
                </a:solidFill>
                <a:latin typeface="Proxima Nova"/>
                <a:ea typeface="Proxima Nova"/>
                <a:cs typeface="Proxima Nova"/>
                <a:sym typeface="Proxima Nova"/>
              </a:rPr>
              <a:t>(Strategy)</a:t>
            </a:r>
            <a:endParaRPr b="1" sz="1000">
              <a:solidFill>
                <a:schemeClr val="dk1"/>
              </a:solidFill>
              <a:latin typeface="Proxima Nova"/>
              <a:ea typeface="Proxima Nova"/>
              <a:cs typeface="Proxima Nova"/>
              <a:sym typeface="Proxima Nova"/>
            </a:endParaRPr>
          </a:p>
        </p:txBody>
      </p:sp>
      <p:sp>
        <p:nvSpPr>
          <p:cNvPr id="2074" name="Google Shape;2074;p91"/>
          <p:cNvSpPr txBox="1"/>
          <p:nvPr/>
        </p:nvSpPr>
        <p:spPr>
          <a:xfrm>
            <a:off x="2054575" y="940024"/>
            <a:ext cx="1600200" cy="2853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Clr>
                <a:schemeClr val="dk1"/>
              </a:buClr>
              <a:buSzPts val="800"/>
              <a:buFont typeface="Arial"/>
              <a:buNone/>
            </a:pPr>
            <a:r>
              <a:rPr b="1" lang="en-SG" sz="1000">
                <a:solidFill>
                  <a:schemeClr val="dk1"/>
                </a:solidFill>
                <a:latin typeface="Proxima Nova"/>
                <a:ea typeface="Proxima Nova"/>
                <a:cs typeface="Proxima Nova"/>
                <a:sym typeface="Proxima Nova"/>
              </a:rPr>
              <a:t>Flutter</a:t>
            </a:r>
            <a:endParaRPr b="1" sz="1000">
              <a:solidFill>
                <a:schemeClr val="dk1"/>
              </a:solidFill>
              <a:latin typeface="Proxima Nova"/>
              <a:ea typeface="Proxima Nova"/>
              <a:cs typeface="Proxima Nova"/>
              <a:sym typeface="Proxima Nova"/>
            </a:endParaRPr>
          </a:p>
          <a:p>
            <a:pPr indent="0" lvl="0" marL="0" rtl="0" algn="ctr">
              <a:spcBef>
                <a:spcPts val="0"/>
              </a:spcBef>
              <a:spcAft>
                <a:spcPts val="0"/>
              </a:spcAft>
              <a:buClr>
                <a:schemeClr val="dk1"/>
              </a:buClr>
              <a:buSzPts val="800"/>
              <a:buFont typeface="Arial"/>
              <a:buNone/>
            </a:pPr>
            <a:r>
              <a:rPr lang="en-SG" sz="1000">
                <a:solidFill>
                  <a:schemeClr val="dk1"/>
                </a:solidFill>
                <a:latin typeface="Proxima Nova"/>
                <a:ea typeface="Proxima Nova"/>
                <a:cs typeface="Proxima Nova"/>
                <a:sym typeface="Proxima Nova"/>
              </a:rPr>
              <a:t>(Flutter App Dev)</a:t>
            </a:r>
            <a:endParaRPr b="1" sz="1000">
              <a:solidFill>
                <a:schemeClr val="dk1"/>
              </a:solidFill>
              <a:latin typeface="Proxima Nova"/>
              <a:ea typeface="Proxima Nova"/>
              <a:cs typeface="Proxima Nova"/>
              <a:sym typeface="Proxima Nova"/>
            </a:endParaRPr>
          </a:p>
        </p:txBody>
      </p:sp>
      <p:sp>
        <p:nvSpPr>
          <p:cNvPr id="2075" name="Google Shape;2075;p91"/>
          <p:cNvSpPr txBox="1"/>
          <p:nvPr/>
        </p:nvSpPr>
        <p:spPr>
          <a:xfrm>
            <a:off x="3771900" y="940024"/>
            <a:ext cx="1600200" cy="2853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Clr>
                <a:schemeClr val="dk1"/>
              </a:buClr>
              <a:buSzPts val="800"/>
              <a:buFont typeface="Arial"/>
              <a:buNone/>
            </a:pPr>
            <a:r>
              <a:rPr b="1" lang="en-SG" sz="1000">
                <a:solidFill>
                  <a:schemeClr val="dk1"/>
                </a:solidFill>
                <a:latin typeface="Proxima Nova"/>
                <a:ea typeface="Proxima Nova"/>
                <a:cs typeface="Proxima Nova"/>
                <a:sym typeface="Proxima Nova"/>
              </a:rPr>
              <a:t>Gear - Digital</a:t>
            </a:r>
            <a:endParaRPr b="1" sz="1000">
              <a:solidFill>
                <a:schemeClr val="dk1"/>
              </a:solidFill>
              <a:latin typeface="Proxima Nova"/>
              <a:ea typeface="Proxima Nova"/>
              <a:cs typeface="Proxima Nova"/>
              <a:sym typeface="Proxima Nova"/>
            </a:endParaRPr>
          </a:p>
          <a:p>
            <a:pPr indent="0" lvl="0" marL="0" rtl="0" algn="ctr">
              <a:spcBef>
                <a:spcPts val="0"/>
              </a:spcBef>
              <a:spcAft>
                <a:spcPts val="0"/>
              </a:spcAft>
              <a:buClr>
                <a:schemeClr val="dk1"/>
              </a:buClr>
              <a:buSzPts val="800"/>
              <a:buFont typeface="Arial"/>
              <a:buNone/>
            </a:pPr>
            <a:r>
              <a:rPr lang="en-SG" sz="1000">
                <a:solidFill>
                  <a:schemeClr val="dk1"/>
                </a:solidFill>
                <a:latin typeface="Proxima Nova"/>
                <a:ea typeface="Proxima Nova"/>
                <a:cs typeface="Proxima Nova"/>
                <a:sym typeface="Proxima Nova"/>
              </a:rPr>
              <a:t>(Technology</a:t>
            </a:r>
            <a:endParaRPr b="1" sz="1000">
              <a:solidFill>
                <a:schemeClr val="dk1"/>
              </a:solidFill>
              <a:latin typeface="Proxima Nova"/>
              <a:ea typeface="Proxima Nova"/>
              <a:cs typeface="Proxima Nova"/>
              <a:sym typeface="Proxima Nova"/>
            </a:endParaRPr>
          </a:p>
        </p:txBody>
      </p:sp>
      <p:sp>
        <p:nvSpPr>
          <p:cNvPr id="2076" name="Google Shape;2076;p91"/>
          <p:cNvSpPr txBox="1"/>
          <p:nvPr/>
        </p:nvSpPr>
        <p:spPr>
          <a:xfrm>
            <a:off x="5489225" y="940024"/>
            <a:ext cx="1600200" cy="2853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Clr>
                <a:schemeClr val="dk1"/>
              </a:buClr>
              <a:buSzPts val="800"/>
              <a:buFont typeface="Arial"/>
              <a:buNone/>
            </a:pPr>
            <a:r>
              <a:rPr b="1" lang="en-SG" sz="1000">
                <a:solidFill>
                  <a:schemeClr val="dk1"/>
                </a:solidFill>
                <a:latin typeface="Proxima Nova"/>
                <a:ea typeface="Proxima Nova"/>
                <a:cs typeface="Proxima Nova"/>
                <a:sym typeface="Proxima Nova"/>
              </a:rPr>
              <a:t>Gear - Generic</a:t>
            </a:r>
            <a:endParaRPr b="1" sz="1000">
              <a:solidFill>
                <a:schemeClr val="dk1"/>
              </a:solidFill>
              <a:latin typeface="Proxima Nova"/>
              <a:ea typeface="Proxima Nova"/>
              <a:cs typeface="Proxima Nova"/>
              <a:sym typeface="Proxima Nova"/>
            </a:endParaRPr>
          </a:p>
          <a:p>
            <a:pPr indent="0" lvl="0" marL="0" rtl="0" algn="ctr">
              <a:spcBef>
                <a:spcPts val="0"/>
              </a:spcBef>
              <a:spcAft>
                <a:spcPts val="0"/>
              </a:spcAft>
              <a:buClr>
                <a:schemeClr val="dk1"/>
              </a:buClr>
              <a:buSzPts val="800"/>
              <a:buFont typeface="Arial"/>
              <a:buNone/>
            </a:pPr>
            <a:r>
              <a:rPr lang="en-SG" sz="1000">
                <a:solidFill>
                  <a:schemeClr val="dk1"/>
                </a:solidFill>
                <a:latin typeface="Proxima Nova"/>
                <a:ea typeface="Proxima Nova"/>
                <a:cs typeface="Proxima Nova"/>
                <a:sym typeface="Proxima Nova"/>
              </a:rPr>
              <a:t>(Secondary Name)</a:t>
            </a:r>
            <a:endParaRPr b="1" sz="1000">
              <a:latin typeface="Proxima Nova"/>
              <a:ea typeface="Proxima Nova"/>
              <a:cs typeface="Proxima Nova"/>
              <a:sym typeface="Proxima Nova"/>
            </a:endParaRPr>
          </a:p>
        </p:txBody>
      </p:sp>
      <p:sp>
        <p:nvSpPr>
          <p:cNvPr id="2077" name="Google Shape;2077;p91"/>
          <p:cNvSpPr txBox="1"/>
          <p:nvPr/>
        </p:nvSpPr>
        <p:spPr>
          <a:xfrm>
            <a:off x="7206550" y="940024"/>
            <a:ext cx="1600200" cy="2853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Clr>
                <a:schemeClr val="dk1"/>
              </a:buClr>
              <a:buSzPts val="800"/>
              <a:buFont typeface="Arial"/>
              <a:buNone/>
            </a:pPr>
            <a:r>
              <a:rPr b="1" lang="en-SG" sz="1000">
                <a:solidFill>
                  <a:schemeClr val="dk1"/>
                </a:solidFill>
                <a:latin typeface="Proxima Nova"/>
                <a:ea typeface="Proxima Nova"/>
                <a:cs typeface="Proxima Nova"/>
                <a:sym typeface="Proxima Nova"/>
              </a:rPr>
              <a:t>Globe</a:t>
            </a:r>
            <a:endParaRPr b="1" sz="1000">
              <a:solidFill>
                <a:schemeClr val="dk1"/>
              </a:solidFill>
              <a:latin typeface="Proxima Nova"/>
              <a:ea typeface="Proxima Nova"/>
              <a:cs typeface="Proxima Nova"/>
              <a:sym typeface="Proxima Nova"/>
            </a:endParaRPr>
          </a:p>
          <a:p>
            <a:pPr indent="0" lvl="0" marL="0" rtl="0" algn="ctr">
              <a:spcBef>
                <a:spcPts val="0"/>
              </a:spcBef>
              <a:spcAft>
                <a:spcPts val="0"/>
              </a:spcAft>
              <a:buClr>
                <a:schemeClr val="dk1"/>
              </a:buClr>
              <a:buSzPts val="800"/>
              <a:buFont typeface="Arial"/>
              <a:buNone/>
            </a:pPr>
            <a:r>
              <a:rPr lang="en-SG" sz="1000">
                <a:solidFill>
                  <a:schemeClr val="dk1"/>
                </a:solidFill>
                <a:latin typeface="Proxima Nova"/>
                <a:ea typeface="Proxima Nova"/>
                <a:cs typeface="Proxima Nova"/>
                <a:sym typeface="Proxima Nova"/>
              </a:rPr>
              <a:t>(Embracing Digital Culture)</a:t>
            </a:r>
            <a:endParaRPr b="1" sz="1000">
              <a:latin typeface="Proxima Nova"/>
              <a:ea typeface="Proxima Nova"/>
              <a:cs typeface="Proxima Nova"/>
              <a:sym typeface="Proxima Nova"/>
            </a:endParaRPr>
          </a:p>
        </p:txBody>
      </p:sp>
      <p:pic>
        <p:nvPicPr>
          <p:cNvPr id="2078" name="Google Shape;2078;p91"/>
          <p:cNvPicPr preferRelativeResize="0"/>
          <p:nvPr/>
        </p:nvPicPr>
        <p:blipFill rotWithShape="1">
          <a:blip r:embed="rId3">
            <a:alphaModFix/>
          </a:blip>
          <a:srcRect b="0" l="0" r="0" t="0"/>
          <a:stretch/>
        </p:blipFill>
        <p:spPr>
          <a:xfrm>
            <a:off x="5923565" y="157261"/>
            <a:ext cx="731522" cy="731522"/>
          </a:xfrm>
          <a:prstGeom prst="rect">
            <a:avLst/>
          </a:prstGeom>
          <a:noFill/>
          <a:ln>
            <a:noFill/>
          </a:ln>
        </p:spPr>
      </p:pic>
      <p:pic>
        <p:nvPicPr>
          <p:cNvPr id="2079" name="Google Shape;2079;p91"/>
          <p:cNvPicPr preferRelativeResize="0"/>
          <p:nvPr/>
        </p:nvPicPr>
        <p:blipFill rotWithShape="1">
          <a:blip r:embed="rId4">
            <a:alphaModFix/>
          </a:blip>
          <a:srcRect b="0" l="0" r="0" t="0"/>
          <a:stretch/>
        </p:blipFill>
        <p:spPr>
          <a:xfrm>
            <a:off x="7640890" y="157261"/>
            <a:ext cx="731522" cy="731522"/>
          </a:xfrm>
          <a:prstGeom prst="rect">
            <a:avLst/>
          </a:prstGeom>
          <a:noFill/>
          <a:ln>
            <a:noFill/>
          </a:ln>
        </p:spPr>
      </p:pic>
      <p:pic>
        <p:nvPicPr>
          <p:cNvPr id="2080" name="Google Shape;2080;p91"/>
          <p:cNvPicPr preferRelativeResize="0"/>
          <p:nvPr/>
        </p:nvPicPr>
        <p:blipFill rotWithShape="1">
          <a:blip r:embed="rId5">
            <a:alphaModFix/>
          </a:blip>
          <a:srcRect b="0" l="59" r="69" t="0"/>
          <a:stretch/>
        </p:blipFill>
        <p:spPr>
          <a:xfrm>
            <a:off x="771590" y="1407161"/>
            <a:ext cx="731521" cy="731522"/>
          </a:xfrm>
          <a:prstGeom prst="rect">
            <a:avLst/>
          </a:prstGeom>
          <a:noFill/>
          <a:ln>
            <a:noFill/>
          </a:ln>
        </p:spPr>
      </p:pic>
      <p:sp>
        <p:nvSpPr>
          <p:cNvPr id="2081" name="Google Shape;2081;p91"/>
          <p:cNvSpPr txBox="1"/>
          <p:nvPr/>
        </p:nvSpPr>
        <p:spPr>
          <a:xfrm>
            <a:off x="337250" y="2189924"/>
            <a:ext cx="1600200" cy="2853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Clr>
                <a:schemeClr val="dk1"/>
              </a:buClr>
              <a:buSzPts val="800"/>
              <a:buFont typeface="Arial"/>
              <a:buNone/>
            </a:pPr>
            <a:r>
              <a:rPr b="1" lang="en-SG" sz="1000">
                <a:solidFill>
                  <a:schemeClr val="dk1"/>
                </a:solidFill>
                <a:latin typeface="Proxima Nova"/>
                <a:ea typeface="Proxima Nova"/>
                <a:cs typeface="Proxima Nova"/>
                <a:sym typeface="Proxima Nova"/>
              </a:rPr>
              <a:t>Globe - Publish</a:t>
            </a:r>
            <a:endParaRPr b="1" sz="1000">
              <a:solidFill>
                <a:schemeClr val="dk1"/>
              </a:solidFill>
              <a:latin typeface="Proxima Nova"/>
              <a:ea typeface="Proxima Nova"/>
              <a:cs typeface="Proxima Nova"/>
              <a:sym typeface="Proxima Nova"/>
            </a:endParaRPr>
          </a:p>
          <a:p>
            <a:pPr indent="0" lvl="0" marL="0" rtl="0" algn="ctr">
              <a:spcBef>
                <a:spcPts val="0"/>
              </a:spcBef>
              <a:spcAft>
                <a:spcPts val="0"/>
              </a:spcAft>
              <a:buClr>
                <a:schemeClr val="dk1"/>
              </a:buClr>
              <a:buSzPts val="800"/>
              <a:buFont typeface="Arial"/>
              <a:buNone/>
            </a:pPr>
            <a:r>
              <a:rPr lang="en-SG" sz="1000">
                <a:solidFill>
                  <a:schemeClr val="dk1"/>
                </a:solidFill>
                <a:latin typeface="Proxima Nova"/>
                <a:ea typeface="Proxima Nova"/>
                <a:cs typeface="Proxima Nova"/>
                <a:sym typeface="Proxima Nova"/>
              </a:rPr>
              <a:t>(Influence Publication)</a:t>
            </a:r>
            <a:endParaRPr b="1" sz="1000">
              <a:latin typeface="Proxima Nova"/>
              <a:ea typeface="Proxima Nova"/>
              <a:cs typeface="Proxima Nova"/>
              <a:sym typeface="Proxima Nova"/>
            </a:endParaRPr>
          </a:p>
        </p:txBody>
      </p:sp>
      <p:sp>
        <p:nvSpPr>
          <p:cNvPr id="2082" name="Google Shape;2082;p91"/>
          <p:cNvSpPr txBox="1"/>
          <p:nvPr/>
        </p:nvSpPr>
        <p:spPr>
          <a:xfrm>
            <a:off x="2054575" y="2189924"/>
            <a:ext cx="1600200" cy="2853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Clr>
                <a:schemeClr val="dk1"/>
              </a:buClr>
              <a:buSzPts val="800"/>
              <a:buFont typeface="Arial"/>
              <a:buNone/>
            </a:pPr>
            <a:r>
              <a:rPr b="1" lang="en-SG" sz="1000">
                <a:solidFill>
                  <a:schemeClr val="dk1"/>
                </a:solidFill>
                <a:latin typeface="Proxima Nova"/>
                <a:ea typeface="Proxima Nova"/>
                <a:cs typeface="Proxima Nova"/>
                <a:sym typeface="Proxima Nova"/>
              </a:rPr>
              <a:t>Hubspot</a:t>
            </a:r>
            <a:endParaRPr b="1" sz="1000">
              <a:solidFill>
                <a:schemeClr val="dk1"/>
              </a:solidFill>
              <a:latin typeface="Proxima Nova"/>
              <a:ea typeface="Proxima Nova"/>
              <a:cs typeface="Proxima Nova"/>
              <a:sym typeface="Proxima Nova"/>
            </a:endParaRPr>
          </a:p>
          <a:p>
            <a:pPr indent="0" lvl="0" marL="0" rtl="0" algn="ctr">
              <a:spcBef>
                <a:spcPts val="0"/>
              </a:spcBef>
              <a:spcAft>
                <a:spcPts val="0"/>
              </a:spcAft>
              <a:buClr>
                <a:schemeClr val="dk1"/>
              </a:buClr>
              <a:buSzPts val="800"/>
              <a:buFont typeface="Arial"/>
              <a:buNone/>
            </a:pPr>
            <a:r>
              <a:rPr lang="en-SG" sz="1000">
                <a:solidFill>
                  <a:schemeClr val="dk1"/>
                </a:solidFill>
                <a:latin typeface="Proxima Nova"/>
                <a:ea typeface="Proxima Nova"/>
                <a:cs typeface="Proxima Nova"/>
                <a:sym typeface="Proxima Nova"/>
              </a:rPr>
              <a:t>(Hubspot)</a:t>
            </a:r>
            <a:endParaRPr b="1" sz="1000">
              <a:latin typeface="Proxima Nova"/>
              <a:ea typeface="Proxima Nova"/>
              <a:cs typeface="Proxima Nova"/>
              <a:sym typeface="Proxima Nova"/>
            </a:endParaRPr>
          </a:p>
        </p:txBody>
      </p:sp>
      <p:sp>
        <p:nvSpPr>
          <p:cNvPr id="2083" name="Google Shape;2083;p91"/>
          <p:cNvSpPr txBox="1"/>
          <p:nvPr/>
        </p:nvSpPr>
        <p:spPr>
          <a:xfrm>
            <a:off x="3771900" y="2189924"/>
            <a:ext cx="1600200" cy="2853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Clr>
                <a:schemeClr val="dk1"/>
              </a:buClr>
              <a:buSzPts val="800"/>
              <a:buFont typeface="Arial"/>
              <a:buNone/>
            </a:pPr>
            <a:r>
              <a:rPr b="1" lang="en-SG" sz="1000">
                <a:solidFill>
                  <a:schemeClr val="dk1"/>
                </a:solidFill>
                <a:latin typeface="Proxima Nova"/>
                <a:ea typeface="Proxima Nova"/>
                <a:cs typeface="Proxima Nova"/>
                <a:sym typeface="Proxima Nova"/>
              </a:rPr>
              <a:t>Ideas - Connections</a:t>
            </a:r>
            <a:endParaRPr b="1" sz="1000">
              <a:solidFill>
                <a:schemeClr val="dk1"/>
              </a:solidFill>
              <a:latin typeface="Proxima Nova"/>
              <a:ea typeface="Proxima Nova"/>
              <a:cs typeface="Proxima Nova"/>
              <a:sym typeface="Proxima Nova"/>
            </a:endParaRPr>
          </a:p>
          <a:p>
            <a:pPr indent="0" lvl="0" marL="0" rtl="0" algn="ctr">
              <a:spcBef>
                <a:spcPts val="0"/>
              </a:spcBef>
              <a:spcAft>
                <a:spcPts val="0"/>
              </a:spcAft>
              <a:buClr>
                <a:schemeClr val="dk1"/>
              </a:buClr>
              <a:buSzPts val="800"/>
              <a:buFont typeface="Arial"/>
              <a:buNone/>
            </a:pPr>
            <a:r>
              <a:rPr lang="en-SG" sz="1000">
                <a:solidFill>
                  <a:schemeClr val="dk1"/>
                </a:solidFill>
                <a:latin typeface="Proxima Nova"/>
                <a:ea typeface="Proxima Nova"/>
                <a:cs typeface="Proxima Nova"/>
                <a:sym typeface="Proxima Nova"/>
              </a:rPr>
              <a:t>(Insight and Analytics)</a:t>
            </a:r>
            <a:endParaRPr b="1" sz="1000">
              <a:latin typeface="Proxima Nova"/>
              <a:ea typeface="Proxima Nova"/>
              <a:cs typeface="Proxima Nova"/>
              <a:sym typeface="Proxima Nova"/>
            </a:endParaRPr>
          </a:p>
        </p:txBody>
      </p:sp>
      <p:sp>
        <p:nvSpPr>
          <p:cNvPr id="2084" name="Google Shape;2084;p91"/>
          <p:cNvSpPr txBox="1"/>
          <p:nvPr/>
        </p:nvSpPr>
        <p:spPr>
          <a:xfrm>
            <a:off x="5489225" y="2189924"/>
            <a:ext cx="1600200" cy="2853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Clr>
                <a:schemeClr val="dk1"/>
              </a:buClr>
              <a:buSzPts val="800"/>
              <a:buFont typeface="Arial"/>
              <a:buNone/>
            </a:pPr>
            <a:r>
              <a:rPr b="1" lang="en-SG" sz="1000">
                <a:solidFill>
                  <a:schemeClr val="dk1"/>
                </a:solidFill>
                <a:latin typeface="Proxima Nova"/>
                <a:ea typeface="Proxima Nova"/>
                <a:cs typeface="Proxima Nova"/>
                <a:sym typeface="Proxima Nova"/>
              </a:rPr>
              <a:t>iOS App</a:t>
            </a:r>
            <a:endParaRPr b="1" sz="1000">
              <a:solidFill>
                <a:schemeClr val="dk1"/>
              </a:solidFill>
              <a:latin typeface="Proxima Nova"/>
              <a:ea typeface="Proxima Nova"/>
              <a:cs typeface="Proxima Nova"/>
              <a:sym typeface="Proxima Nova"/>
            </a:endParaRPr>
          </a:p>
          <a:p>
            <a:pPr indent="0" lvl="0" marL="0" rtl="0" algn="ctr">
              <a:spcBef>
                <a:spcPts val="0"/>
              </a:spcBef>
              <a:spcAft>
                <a:spcPts val="0"/>
              </a:spcAft>
              <a:buClr>
                <a:schemeClr val="dk1"/>
              </a:buClr>
              <a:buSzPts val="800"/>
              <a:buFont typeface="Arial"/>
              <a:buNone/>
            </a:pPr>
            <a:r>
              <a:rPr lang="en-SG" sz="1000">
                <a:solidFill>
                  <a:schemeClr val="dk1"/>
                </a:solidFill>
                <a:latin typeface="Proxima Nova"/>
                <a:ea typeface="Proxima Nova"/>
                <a:cs typeface="Proxima Nova"/>
                <a:sym typeface="Proxima Nova"/>
              </a:rPr>
              <a:t>(iOS App Dev)</a:t>
            </a:r>
            <a:endParaRPr b="1" sz="1000">
              <a:latin typeface="Proxima Nova"/>
              <a:ea typeface="Proxima Nova"/>
              <a:cs typeface="Proxima Nova"/>
              <a:sym typeface="Proxima Nova"/>
            </a:endParaRPr>
          </a:p>
        </p:txBody>
      </p:sp>
      <p:sp>
        <p:nvSpPr>
          <p:cNvPr id="2085" name="Google Shape;2085;p91"/>
          <p:cNvSpPr txBox="1"/>
          <p:nvPr/>
        </p:nvSpPr>
        <p:spPr>
          <a:xfrm>
            <a:off x="7206550" y="2189924"/>
            <a:ext cx="1600200" cy="2853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Clr>
                <a:schemeClr val="dk1"/>
              </a:buClr>
              <a:buSzPts val="800"/>
              <a:buFont typeface="Arial"/>
              <a:buNone/>
            </a:pPr>
            <a:r>
              <a:rPr b="1" lang="en-SG" sz="1000">
                <a:solidFill>
                  <a:schemeClr val="dk1"/>
                </a:solidFill>
                <a:latin typeface="Proxima Nova"/>
                <a:ea typeface="Proxima Nova"/>
                <a:cs typeface="Proxima Nova"/>
                <a:sym typeface="Proxima Nova"/>
              </a:rPr>
              <a:t>Keywords - Check</a:t>
            </a:r>
            <a:endParaRPr b="1" sz="1000">
              <a:solidFill>
                <a:schemeClr val="dk1"/>
              </a:solidFill>
              <a:latin typeface="Proxima Nova"/>
              <a:ea typeface="Proxima Nova"/>
              <a:cs typeface="Proxima Nova"/>
              <a:sym typeface="Proxima Nova"/>
            </a:endParaRPr>
          </a:p>
          <a:p>
            <a:pPr indent="0" lvl="0" marL="0" rtl="0" algn="ctr">
              <a:spcBef>
                <a:spcPts val="0"/>
              </a:spcBef>
              <a:spcAft>
                <a:spcPts val="0"/>
              </a:spcAft>
              <a:buClr>
                <a:schemeClr val="dk1"/>
              </a:buClr>
              <a:buSzPts val="800"/>
              <a:buFont typeface="Arial"/>
              <a:buNone/>
            </a:pPr>
            <a:r>
              <a:rPr lang="en-SG" sz="1000">
                <a:solidFill>
                  <a:schemeClr val="dk1"/>
                </a:solidFill>
                <a:latin typeface="Proxima Nova"/>
                <a:ea typeface="Proxima Nova"/>
                <a:cs typeface="Proxima Nova"/>
                <a:sym typeface="Proxima Nova"/>
              </a:rPr>
              <a:t>(Keyword Targeting)</a:t>
            </a:r>
            <a:endParaRPr b="1" sz="1000">
              <a:solidFill>
                <a:schemeClr val="dk1"/>
              </a:solidFill>
              <a:latin typeface="Proxima Nova"/>
              <a:ea typeface="Proxima Nova"/>
              <a:cs typeface="Proxima Nova"/>
              <a:sym typeface="Proxima Nova"/>
            </a:endParaRPr>
          </a:p>
        </p:txBody>
      </p:sp>
      <p:pic>
        <p:nvPicPr>
          <p:cNvPr id="2086" name="Google Shape;2086;p91"/>
          <p:cNvPicPr preferRelativeResize="0"/>
          <p:nvPr/>
        </p:nvPicPr>
        <p:blipFill rotWithShape="1">
          <a:blip r:embed="rId6">
            <a:alphaModFix/>
          </a:blip>
          <a:srcRect b="0" l="59" r="69" t="0"/>
          <a:stretch/>
        </p:blipFill>
        <p:spPr>
          <a:xfrm>
            <a:off x="2488915" y="1407161"/>
            <a:ext cx="731521" cy="731522"/>
          </a:xfrm>
          <a:prstGeom prst="rect">
            <a:avLst/>
          </a:prstGeom>
          <a:noFill/>
          <a:ln>
            <a:noFill/>
          </a:ln>
        </p:spPr>
      </p:pic>
      <p:pic>
        <p:nvPicPr>
          <p:cNvPr id="2087" name="Google Shape;2087;p91"/>
          <p:cNvPicPr preferRelativeResize="0"/>
          <p:nvPr/>
        </p:nvPicPr>
        <p:blipFill rotWithShape="1">
          <a:blip r:embed="rId7">
            <a:alphaModFix/>
          </a:blip>
          <a:srcRect b="0" l="59" r="69" t="0"/>
          <a:stretch/>
        </p:blipFill>
        <p:spPr>
          <a:xfrm>
            <a:off x="4206240" y="1407161"/>
            <a:ext cx="731521" cy="731522"/>
          </a:xfrm>
          <a:prstGeom prst="rect">
            <a:avLst/>
          </a:prstGeom>
          <a:noFill/>
          <a:ln>
            <a:noFill/>
          </a:ln>
        </p:spPr>
      </p:pic>
      <p:pic>
        <p:nvPicPr>
          <p:cNvPr id="2088" name="Google Shape;2088;p91"/>
          <p:cNvPicPr preferRelativeResize="0"/>
          <p:nvPr/>
        </p:nvPicPr>
        <p:blipFill rotWithShape="1">
          <a:blip r:embed="rId8">
            <a:alphaModFix/>
          </a:blip>
          <a:srcRect b="0" l="59" r="69" t="0"/>
          <a:stretch/>
        </p:blipFill>
        <p:spPr>
          <a:xfrm>
            <a:off x="5923564" y="1407161"/>
            <a:ext cx="731521" cy="731522"/>
          </a:xfrm>
          <a:prstGeom prst="rect">
            <a:avLst/>
          </a:prstGeom>
          <a:noFill/>
          <a:ln>
            <a:noFill/>
          </a:ln>
        </p:spPr>
      </p:pic>
      <p:pic>
        <p:nvPicPr>
          <p:cNvPr id="2089" name="Google Shape;2089;p91"/>
          <p:cNvPicPr preferRelativeResize="0"/>
          <p:nvPr/>
        </p:nvPicPr>
        <p:blipFill rotWithShape="1">
          <a:blip r:embed="rId9">
            <a:alphaModFix/>
          </a:blip>
          <a:srcRect b="0" l="0" r="0" t="0"/>
          <a:stretch/>
        </p:blipFill>
        <p:spPr>
          <a:xfrm>
            <a:off x="7640890" y="1407161"/>
            <a:ext cx="731522" cy="731522"/>
          </a:xfrm>
          <a:prstGeom prst="rect">
            <a:avLst/>
          </a:prstGeom>
          <a:noFill/>
          <a:ln>
            <a:noFill/>
          </a:ln>
        </p:spPr>
      </p:pic>
      <p:pic>
        <p:nvPicPr>
          <p:cNvPr id="2090" name="Google Shape;2090;p91"/>
          <p:cNvPicPr preferRelativeResize="0"/>
          <p:nvPr/>
        </p:nvPicPr>
        <p:blipFill rotWithShape="1">
          <a:blip r:embed="rId10">
            <a:alphaModFix/>
          </a:blip>
          <a:srcRect b="0" l="59" r="69" t="0"/>
          <a:stretch/>
        </p:blipFill>
        <p:spPr>
          <a:xfrm>
            <a:off x="771590" y="2657061"/>
            <a:ext cx="731521" cy="731522"/>
          </a:xfrm>
          <a:prstGeom prst="rect">
            <a:avLst/>
          </a:prstGeom>
          <a:noFill/>
          <a:ln>
            <a:noFill/>
          </a:ln>
        </p:spPr>
      </p:pic>
      <p:sp>
        <p:nvSpPr>
          <p:cNvPr id="2091" name="Google Shape;2091;p91"/>
          <p:cNvSpPr txBox="1"/>
          <p:nvPr/>
        </p:nvSpPr>
        <p:spPr>
          <a:xfrm>
            <a:off x="337250" y="3439824"/>
            <a:ext cx="1600200" cy="2853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Clr>
                <a:schemeClr val="dk1"/>
              </a:buClr>
              <a:buSzPts val="800"/>
              <a:buFont typeface="Arial"/>
              <a:buNone/>
            </a:pPr>
            <a:r>
              <a:rPr b="1" lang="en-SG" sz="1000">
                <a:solidFill>
                  <a:schemeClr val="dk1"/>
                </a:solidFill>
                <a:latin typeface="Proxima Nova"/>
                <a:ea typeface="Proxima Nova"/>
                <a:cs typeface="Proxima Nova"/>
                <a:sym typeface="Proxima Nova"/>
              </a:rPr>
              <a:t>Light Bulb - Gear</a:t>
            </a:r>
            <a:endParaRPr b="1" sz="1000">
              <a:solidFill>
                <a:schemeClr val="dk1"/>
              </a:solidFill>
              <a:latin typeface="Proxima Nova"/>
              <a:ea typeface="Proxima Nova"/>
              <a:cs typeface="Proxima Nova"/>
              <a:sym typeface="Proxima Nova"/>
            </a:endParaRPr>
          </a:p>
          <a:p>
            <a:pPr indent="0" lvl="0" marL="0" rtl="0" algn="ctr">
              <a:spcBef>
                <a:spcPts val="0"/>
              </a:spcBef>
              <a:spcAft>
                <a:spcPts val="0"/>
              </a:spcAft>
              <a:buClr>
                <a:schemeClr val="dk1"/>
              </a:buClr>
              <a:buSzPts val="800"/>
              <a:buFont typeface="Arial"/>
              <a:buNone/>
            </a:pPr>
            <a:r>
              <a:rPr lang="en-SG" sz="1000">
                <a:solidFill>
                  <a:schemeClr val="dk1"/>
                </a:solidFill>
                <a:latin typeface="Proxima Nova"/>
                <a:ea typeface="Proxima Nova"/>
                <a:cs typeface="Proxima Nova"/>
                <a:sym typeface="Proxima Nova"/>
              </a:rPr>
              <a:t>(Concept Development)</a:t>
            </a:r>
            <a:endParaRPr b="1" sz="1000">
              <a:latin typeface="Proxima Nova"/>
              <a:ea typeface="Proxima Nova"/>
              <a:cs typeface="Proxima Nova"/>
              <a:sym typeface="Proxima Nova"/>
            </a:endParaRPr>
          </a:p>
        </p:txBody>
      </p:sp>
      <p:sp>
        <p:nvSpPr>
          <p:cNvPr id="2092" name="Google Shape;2092;p91"/>
          <p:cNvSpPr txBox="1"/>
          <p:nvPr/>
        </p:nvSpPr>
        <p:spPr>
          <a:xfrm>
            <a:off x="2054575" y="3439824"/>
            <a:ext cx="1600200" cy="2853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Clr>
                <a:schemeClr val="dk1"/>
              </a:buClr>
              <a:buSzPts val="800"/>
              <a:buFont typeface="Arial"/>
              <a:buNone/>
            </a:pPr>
            <a:r>
              <a:rPr b="1" lang="en-SG" sz="1000">
                <a:solidFill>
                  <a:schemeClr val="dk1"/>
                </a:solidFill>
                <a:latin typeface="Proxima Nova"/>
                <a:ea typeface="Proxima Nova"/>
                <a:cs typeface="Proxima Nova"/>
                <a:sym typeface="Proxima Nova"/>
              </a:rPr>
              <a:t>Link Building</a:t>
            </a:r>
            <a:endParaRPr b="1" sz="1000">
              <a:solidFill>
                <a:schemeClr val="dk1"/>
              </a:solidFill>
              <a:latin typeface="Proxima Nova"/>
              <a:ea typeface="Proxima Nova"/>
              <a:cs typeface="Proxima Nova"/>
              <a:sym typeface="Proxima Nova"/>
            </a:endParaRPr>
          </a:p>
          <a:p>
            <a:pPr indent="0" lvl="0" marL="0" rtl="0" algn="ctr">
              <a:spcBef>
                <a:spcPts val="0"/>
              </a:spcBef>
              <a:spcAft>
                <a:spcPts val="0"/>
              </a:spcAft>
              <a:buClr>
                <a:schemeClr val="dk1"/>
              </a:buClr>
              <a:buSzPts val="800"/>
              <a:buFont typeface="Arial"/>
              <a:buNone/>
            </a:pPr>
            <a:r>
              <a:rPr lang="en-SG" sz="1000">
                <a:solidFill>
                  <a:schemeClr val="dk1"/>
                </a:solidFill>
                <a:latin typeface="Proxima Nova"/>
                <a:ea typeface="Proxima Nova"/>
                <a:cs typeface="Proxima Nova"/>
                <a:sym typeface="Proxima Nova"/>
              </a:rPr>
              <a:t>(Link Building)</a:t>
            </a:r>
            <a:endParaRPr b="1" sz="1000">
              <a:latin typeface="Proxima Nova"/>
              <a:ea typeface="Proxima Nova"/>
              <a:cs typeface="Proxima Nova"/>
              <a:sym typeface="Proxima Nova"/>
            </a:endParaRPr>
          </a:p>
        </p:txBody>
      </p:sp>
      <p:sp>
        <p:nvSpPr>
          <p:cNvPr id="2093" name="Google Shape;2093;p91"/>
          <p:cNvSpPr txBox="1"/>
          <p:nvPr/>
        </p:nvSpPr>
        <p:spPr>
          <a:xfrm>
            <a:off x="3771900" y="3439824"/>
            <a:ext cx="1600200" cy="2853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Clr>
                <a:schemeClr val="dk1"/>
              </a:buClr>
              <a:buSzPts val="800"/>
              <a:buFont typeface="Arial"/>
              <a:buNone/>
            </a:pPr>
            <a:r>
              <a:rPr b="1" lang="en-SG" sz="1000">
                <a:solidFill>
                  <a:schemeClr val="dk1"/>
                </a:solidFill>
                <a:latin typeface="Proxima Nova"/>
                <a:ea typeface="Proxima Nova"/>
                <a:cs typeface="Proxima Nova"/>
                <a:sym typeface="Proxima Nova"/>
              </a:rPr>
              <a:t>Magnet</a:t>
            </a:r>
            <a:endParaRPr b="1" sz="1000">
              <a:solidFill>
                <a:schemeClr val="dk1"/>
              </a:solidFill>
              <a:latin typeface="Proxima Nova"/>
              <a:ea typeface="Proxima Nova"/>
              <a:cs typeface="Proxima Nova"/>
              <a:sym typeface="Proxima Nova"/>
            </a:endParaRPr>
          </a:p>
          <a:p>
            <a:pPr indent="0" lvl="0" marL="0" rtl="0" algn="ctr">
              <a:spcBef>
                <a:spcPts val="0"/>
              </a:spcBef>
              <a:spcAft>
                <a:spcPts val="0"/>
              </a:spcAft>
              <a:buClr>
                <a:schemeClr val="dk1"/>
              </a:buClr>
              <a:buSzPts val="800"/>
              <a:buFont typeface="Arial"/>
              <a:buNone/>
            </a:pPr>
            <a:r>
              <a:rPr lang="en-SG" sz="1000">
                <a:solidFill>
                  <a:schemeClr val="dk1"/>
                </a:solidFill>
                <a:latin typeface="Proxima Nova"/>
                <a:ea typeface="Proxima Nova"/>
                <a:cs typeface="Proxima Nova"/>
                <a:sym typeface="Proxima Nova"/>
              </a:rPr>
              <a:t>(Inbound Marketing)</a:t>
            </a:r>
            <a:endParaRPr b="1" sz="1000">
              <a:latin typeface="Proxima Nova"/>
              <a:ea typeface="Proxima Nova"/>
              <a:cs typeface="Proxima Nova"/>
              <a:sym typeface="Proxima Nova"/>
            </a:endParaRPr>
          </a:p>
        </p:txBody>
      </p:sp>
      <p:sp>
        <p:nvSpPr>
          <p:cNvPr id="2094" name="Google Shape;2094;p91"/>
          <p:cNvSpPr txBox="1"/>
          <p:nvPr/>
        </p:nvSpPr>
        <p:spPr>
          <a:xfrm>
            <a:off x="5489225" y="3439824"/>
            <a:ext cx="1600200" cy="2853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Clr>
                <a:schemeClr val="dk1"/>
              </a:buClr>
              <a:buSzPts val="800"/>
              <a:buFont typeface="Arial"/>
              <a:buNone/>
            </a:pPr>
            <a:r>
              <a:rPr b="1" lang="en-SG" sz="1000">
                <a:solidFill>
                  <a:schemeClr val="dk1"/>
                </a:solidFill>
                <a:latin typeface="Proxima Nova"/>
                <a:ea typeface="Proxima Nova"/>
                <a:cs typeface="Proxima Nova"/>
                <a:sym typeface="Proxima Nova"/>
              </a:rPr>
              <a:t>Mail - Arrow</a:t>
            </a:r>
            <a:endParaRPr b="1" sz="1000">
              <a:solidFill>
                <a:schemeClr val="dk1"/>
              </a:solidFill>
              <a:latin typeface="Proxima Nova"/>
              <a:ea typeface="Proxima Nova"/>
              <a:cs typeface="Proxima Nova"/>
              <a:sym typeface="Proxima Nova"/>
            </a:endParaRPr>
          </a:p>
          <a:p>
            <a:pPr indent="0" lvl="0" marL="0" rtl="0" algn="ctr">
              <a:spcBef>
                <a:spcPts val="0"/>
              </a:spcBef>
              <a:spcAft>
                <a:spcPts val="0"/>
              </a:spcAft>
              <a:buClr>
                <a:schemeClr val="dk1"/>
              </a:buClr>
              <a:buSzPts val="800"/>
              <a:buFont typeface="Arial"/>
              <a:buNone/>
            </a:pPr>
            <a:r>
              <a:rPr lang="en-SG" sz="1000">
                <a:solidFill>
                  <a:schemeClr val="dk1"/>
                </a:solidFill>
                <a:latin typeface="Proxima Nova"/>
                <a:ea typeface="Proxima Nova"/>
                <a:cs typeface="Proxima Nova"/>
                <a:sym typeface="Proxima Nova"/>
              </a:rPr>
              <a:t>(Email Campaigns)</a:t>
            </a:r>
            <a:endParaRPr b="1" sz="1000">
              <a:latin typeface="Proxima Nova"/>
              <a:ea typeface="Proxima Nova"/>
              <a:cs typeface="Proxima Nova"/>
              <a:sym typeface="Proxima Nova"/>
            </a:endParaRPr>
          </a:p>
        </p:txBody>
      </p:sp>
      <p:sp>
        <p:nvSpPr>
          <p:cNvPr id="2095" name="Google Shape;2095;p91"/>
          <p:cNvSpPr txBox="1"/>
          <p:nvPr/>
        </p:nvSpPr>
        <p:spPr>
          <a:xfrm>
            <a:off x="7206550" y="3439824"/>
            <a:ext cx="1600200" cy="2853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Clr>
                <a:schemeClr val="dk1"/>
              </a:buClr>
              <a:buSzPts val="800"/>
              <a:buFont typeface="Arial"/>
              <a:buNone/>
            </a:pPr>
            <a:r>
              <a:rPr b="1" lang="en-SG" sz="1000">
                <a:solidFill>
                  <a:schemeClr val="dk1"/>
                </a:solidFill>
                <a:latin typeface="Proxima Nova"/>
                <a:ea typeface="Proxima Nova"/>
                <a:cs typeface="Proxima Nova"/>
                <a:sym typeface="Proxima Nova"/>
              </a:rPr>
              <a:t>Megaphone - Sentiment</a:t>
            </a:r>
            <a:endParaRPr b="1" sz="1000">
              <a:solidFill>
                <a:schemeClr val="dk1"/>
              </a:solidFill>
              <a:latin typeface="Proxima Nova"/>
              <a:ea typeface="Proxima Nova"/>
              <a:cs typeface="Proxima Nova"/>
              <a:sym typeface="Proxima Nova"/>
            </a:endParaRPr>
          </a:p>
          <a:p>
            <a:pPr indent="0" lvl="0" marL="0" rtl="0" algn="ctr">
              <a:spcBef>
                <a:spcPts val="0"/>
              </a:spcBef>
              <a:spcAft>
                <a:spcPts val="0"/>
              </a:spcAft>
              <a:buClr>
                <a:schemeClr val="dk1"/>
              </a:buClr>
              <a:buSzPts val="800"/>
              <a:buFont typeface="Arial"/>
              <a:buNone/>
            </a:pPr>
            <a:r>
              <a:rPr lang="en-SG" sz="1000">
                <a:solidFill>
                  <a:schemeClr val="dk1"/>
                </a:solidFill>
                <a:latin typeface="Proxima Nova"/>
                <a:ea typeface="Proxima Nova"/>
                <a:cs typeface="Proxima Nova"/>
                <a:sym typeface="Proxima Nova"/>
              </a:rPr>
              <a:t>(Social Media Advertising)</a:t>
            </a:r>
            <a:endParaRPr b="1" sz="1000">
              <a:latin typeface="Proxima Nova"/>
              <a:ea typeface="Proxima Nova"/>
              <a:cs typeface="Proxima Nova"/>
              <a:sym typeface="Proxima Nova"/>
            </a:endParaRPr>
          </a:p>
        </p:txBody>
      </p:sp>
      <p:pic>
        <p:nvPicPr>
          <p:cNvPr id="2096" name="Google Shape;2096;p91"/>
          <p:cNvPicPr preferRelativeResize="0"/>
          <p:nvPr/>
        </p:nvPicPr>
        <p:blipFill rotWithShape="1">
          <a:blip r:embed="rId11">
            <a:alphaModFix/>
          </a:blip>
          <a:srcRect b="0" l="59" r="69" t="0"/>
          <a:stretch/>
        </p:blipFill>
        <p:spPr>
          <a:xfrm>
            <a:off x="2488915" y="2657061"/>
            <a:ext cx="731521" cy="731522"/>
          </a:xfrm>
          <a:prstGeom prst="rect">
            <a:avLst/>
          </a:prstGeom>
          <a:noFill/>
          <a:ln>
            <a:noFill/>
          </a:ln>
        </p:spPr>
      </p:pic>
      <p:pic>
        <p:nvPicPr>
          <p:cNvPr id="2097" name="Google Shape;2097;p91"/>
          <p:cNvPicPr preferRelativeResize="0"/>
          <p:nvPr/>
        </p:nvPicPr>
        <p:blipFill rotWithShape="1">
          <a:blip r:embed="rId12">
            <a:alphaModFix/>
          </a:blip>
          <a:srcRect b="0" l="0" r="0" t="0"/>
          <a:stretch/>
        </p:blipFill>
        <p:spPr>
          <a:xfrm>
            <a:off x="4206240" y="2657061"/>
            <a:ext cx="731522" cy="731522"/>
          </a:xfrm>
          <a:prstGeom prst="rect">
            <a:avLst/>
          </a:prstGeom>
          <a:noFill/>
          <a:ln>
            <a:noFill/>
          </a:ln>
        </p:spPr>
      </p:pic>
      <p:pic>
        <p:nvPicPr>
          <p:cNvPr id="2098" name="Google Shape;2098;p91"/>
          <p:cNvPicPr preferRelativeResize="0"/>
          <p:nvPr/>
        </p:nvPicPr>
        <p:blipFill rotWithShape="1">
          <a:blip r:embed="rId13">
            <a:alphaModFix/>
          </a:blip>
          <a:srcRect b="0" l="59" r="69" t="0"/>
          <a:stretch/>
        </p:blipFill>
        <p:spPr>
          <a:xfrm>
            <a:off x="5923564" y="2657061"/>
            <a:ext cx="731521" cy="731522"/>
          </a:xfrm>
          <a:prstGeom prst="rect">
            <a:avLst/>
          </a:prstGeom>
          <a:noFill/>
          <a:ln>
            <a:noFill/>
          </a:ln>
        </p:spPr>
      </p:pic>
      <p:pic>
        <p:nvPicPr>
          <p:cNvPr id="2099" name="Google Shape;2099;p91"/>
          <p:cNvPicPr preferRelativeResize="0"/>
          <p:nvPr/>
        </p:nvPicPr>
        <p:blipFill rotWithShape="1">
          <a:blip r:embed="rId14">
            <a:alphaModFix/>
          </a:blip>
          <a:srcRect b="0" l="59" r="69" t="0"/>
          <a:stretch/>
        </p:blipFill>
        <p:spPr>
          <a:xfrm>
            <a:off x="7640890" y="2657061"/>
            <a:ext cx="731521" cy="731522"/>
          </a:xfrm>
          <a:prstGeom prst="rect">
            <a:avLst/>
          </a:prstGeom>
          <a:noFill/>
          <a:ln>
            <a:noFill/>
          </a:ln>
        </p:spPr>
      </p:pic>
      <p:pic>
        <p:nvPicPr>
          <p:cNvPr id="2100" name="Google Shape;2100;p91"/>
          <p:cNvPicPr preferRelativeResize="0"/>
          <p:nvPr/>
        </p:nvPicPr>
        <p:blipFill rotWithShape="1">
          <a:blip r:embed="rId15">
            <a:alphaModFix/>
          </a:blip>
          <a:srcRect b="0" l="59" r="69" t="0"/>
          <a:stretch/>
        </p:blipFill>
        <p:spPr>
          <a:xfrm>
            <a:off x="771590" y="3906961"/>
            <a:ext cx="731521" cy="731522"/>
          </a:xfrm>
          <a:prstGeom prst="rect">
            <a:avLst/>
          </a:prstGeom>
          <a:noFill/>
          <a:ln>
            <a:noFill/>
          </a:ln>
        </p:spPr>
      </p:pic>
      <p:sp>
        <p:nvSpPr>
          <p:cNvPr id="2101" name="Google Shape;2101;p91"/>
          <p:cNvSpPr txBox="1"/>
          <p:nvPr/>
        </p:nvSpPr>
        <p:spPr>
          <a:xfrm>
            <a:off x="337250" y="4689724"/>
            <a:ext cx="1600200" cy="2853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Clr>
                <a:schemeClr val="dk1"/>
              </a:buClr>
              <a:buSzPts val="800"/>
              <a:buFont typeface="Arial"/>
              <a:buNone/>
            </a:pPr>
            <a:r>
              <a:rPr b="1" lang="en-SG" sz="1000">
                <a:solidFill>
                  <a:schemeClr val="dk1"/>
                </a:solidFill>
                <a:latin typeface="Proxima Nova"/>
                <a:ea typeface="Proxima Nova"/>
                <a:cs typeface="Proxima Nova"/>
                <a:sym typeface="Proxima Nova"/>
              </a:rPr>
              <a:t>Megaphone 1</a:t>
            </a:r>
            <a:endParaRPr b="1" sz="1000">
              <a:solidFill>
                <a:schemeClr val="dk1"/>
              </a:solidFill>
              <a:latin typeface="Proxima Nova"/>
              <a:ea typeface="Proxima Nova"/>
              <a:cs typeface="Proxima Nova"/>
              <a:sym typeface="Proxima Nova"/>
            </a:endParaRPr>
          </a:p>
          <a:p>
            <a:pPr indent="0" lvl="0" marL="0" rtl="0" algn="ctr">
              <a:spcBef>
                <a:spcPts val="0"/>
              </a:spcBef>
              <a:spcAft>
                <a:spcPts val="0"/>
              </a:spcAft>
              <a:buClr>
                <a:schemeClr val="dk1"/>
              </a:buClr>
              <a:buSzPts val="800"/>
              <a:buFont typeface="Arial"/>
              <a:buNone/>
            </a:pPr>
            <a:r>
              <a:rPr lang="en-SG" sz="1000">
                <a:solidFill>
                  <a:schemeClr val="dk1"/>
                </a:solidFill>
                <a:latin typeface="Proxima Nova"/>
                <a:ea typeface="Proxima Nova"/>
                <a:cs typeface="Proxima Nova"/>
                <a:sym typeface="Proxima Nova"/>
              </a:rPr>
              <a:t>(Strat Consulting)</a:t>
            </a:r>
            <a:endParaRPr b="1" sz="1000">
              <a:solidFill>
                <a:schemeClr val="dk1"/>
              </a:solidFill>
              <a:latin typeface="Proxima Nova"/>
              <a:ea typeface="Proxima Nova"/>
              <a:cs typeface="Proxima Nova"/>
              <a:sym typeface="Proxima Nova"/>
            </a:endParaRPr>
          </a:p>
        </p:txBody>
      </p:sp>
      <p:sp>
        <p:nvSpPr>
          <p:cNvPr id="2102" name="Google Shape;2102;p91"/>
          <p:cNvSpPr txBox="1"/>
          <p:nvPr/>
        </p:nvSpPr>
        <p:spPr>
          <a:xfrm>
            <a:off x="2054575" y="4689724"/>
            <a:ext cx="1600200" cy="2853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Clr>
                <a:schemeClr val="dk1"/>
              </a:buClr>
              <a:buSzPts val="800"/>
              <a:buFont typeface="Arial"/>
              <a:buNone/>
            </a:pPr>
            <a:r>
              <a:rPr b="1" lang="en-SG" sz="1000">
                <a:solidFill>
                  <a:schemeClr val="dk1"/>
                </a:solidFill>
                <a:latin typeface="Proxima Nova"/>
                <a:ea typeface="Proxima Nova"/>
                <a:cs typeface="Proxima Nova"/>
                <a:sym typeface="Proxima Nova"/>
              </a:rPr>
              <a:t>Megaphone 2</a:t>
            </a:r>
            <a:endParaRPr b="1" sz="1000">
              <a:solidFill>
                <a:schemeClr val="dk1"/>
              </a:solidFill>
              <a:latin typeface="Proxima Nova"/>
              <a:ea typeface="Proxima Nova"/>
              <a:cs typeface="Proxima Nova"/>
              <a:sym typeface="Proxima Nova"/>
            </a:endParaRPr>
          </a:p>
          <a:p>
            <a:pPr indent="0" lvl="0" marL="0" rtl="0" algn="ctr">
              <a:spcBef>
                <a:spcPts val="0"/>
              </a:spcBef>
              <a:spcAft>
                <a:spcPts val="0"/>
              </a:spcAft>
              <a:buClr>
                <a:schemeClr val="dk1"/>
              </a:buClr>
              <a:buSzPts val="800"/>
              <a:buFont typeface="Arial"/>
              <a:buNone/>
            </a:pPr>
            <a:r>
              <a:rPr lang="en-SG" sz="1000">
                <a:solidFill>
                  <a:schemeClr val="dk1"/>
                </a:solidFill>
                <a:latin typeface="Proxima Nova"/>
                <a:ea typeface="Proxima Nova"/>
                <a:cs typeface="Proxima Nova"/>
                <a:sym typeface="Proxima Nova"/>
              </a:rPr>
              <a:t>(Marketing)</a:t>
            </a:r>
            <a:endParaRPr b="1" sz="1000">
              <a:latin typeface="Proxima Nova"/>
              <a:ea typeface="Proxima Nova"/>
              <a:cs typeface="Proxima Nova"/>
              <a:sym typeface="Proxima Nova"/>
            </a:endParaRPr>
          </a:p>
        </p:txBody>
      </p:sp>
      <p:sp>
        <p:nvSpPr>
          <p:cNvPr id="2103" name="Google Shape;2103;p91"/>
          <p:cNvSpPr txBox="1"/>
          <p:nvPr/>
        </p:nvSpPr>
        <p:spPr>
          <a:xfrm>
            <a:off x="3771900" y="4689724"/>
            <a:ext cx="1600200" cy="2853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Clr>
                <a:schemeClr val="dk1"/>
              </a:buClr>
              <a:buSzPts val="800"/>
              <a:buFont typeface="Arial"/>
              <a:buNone/>
            </a:pPr>
            <a:r>
              <a:rPr b="1" lang="en-SG" sz="1000">
                <a:solidFill>
                  <a:schemeClr val="dk1"/>
                </a:solidFill>
                <a:latin typeface="Proxima Nova"/>
                <a:ea typeface="Proxima Nova"/>
                <a:cs typeface="Proxima Nova"/>
                <a:sym typeface="Proxima Nova"/>
              </a:rPr>
              <a:t>Mobile - Chat</a:t>
            </a:r>
            <a:endParaRPr b="1" sz="1000">
              <a:solidFill>
                <a:schemeClr val="dk1"/>
              </a:solidFill>
              <a:latin typeface="Proxima Nova"/>
              <a:ea typeface="Proxima Nova"/>
              <a:cs typeface="Proxima Nova"/>
              <a:sym typeface="Proxima Nova"/>
            </a:endParaRPr>
          </a:p>
          <a:p>
            <a:pPr indent="0" lvl="0" marL="0" rtl="0" algn="ctr">
              <a:spcBef>
                <a:spcPts val="0"/>
              </a:spcBef>
              <a:spcAft>
                <a:spcPts val="0"/>
              </a:spcAft>
              <a:buClr>
                <a:schemeClr val="dk1"/>
              </a:buClr>
              <a:buSzPts val="800"/>
              <a:buFont typeface="Arial"/>
              <a:buNone/>
            </a:pPr>
            <a:r>
              <a:rPr lang="en-SG" sz="1000">
                <a:solidFill>
                  <a:schemeClr val="dk1"/>
                </a:solidFill>
                <a:latin typeface="Proxima Nova"/>
                <a:ea typeface="Proxima Nova"/>
                <a:cs typeface="Proxima Nova"/>
                <a:sym typeface="Proxima Nova"/>
              </a:rPr>
              <a:t>(Social Media Engagement)</a:t>
            </a:r>
            <a:endParaRPr b="1" sz="1000">
              <a:latin typeface="Proxima Nova"/>
              <a:ea typeface="Proxima Nova"/>
              <a:cs typeface="Proxima Nova"/>
              <a:sym typeface="Proxima Nova"/>
            </a:endParaRPr>
          </a:p>
        </p:txBody>
      </p:sp>
      <p:sp>
        <p:nvSpPr>
          <p:cNvPr id="2104" name="Google Shape;2104;p91"/>
          <p:cNvSpPr txBox="1"/>
          <p:nvPr/>
        </p:nvSpPr>
        <p:spPr>
          <a:xfrm>
            <a:off x="5489225" y="4689724"/>
            <a:ext cx="1600200" cy="2853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Clr>
                <a:schemeClr val="dk1"/>
              </a:buClr>
              <a:buSzPts val="800"/>
              <a:buFont typeface="Arial"/>
              <a:buNone/>
            </a:pPr>
            <a:r>
              <a:rPr b="1" lang="en-SG" sz="1000">
                <a:solidFill>
                  <a:schemeClr val="dk1"/>
                </a:solidFill>
                <a:latin typeface="Proxima Nova"/>
                <a:ea typeface="Proxima Nova"/>
                <a:cs typeface="Proxima Nova"/>
                <a:sym typeface="Proxima Nova"/>
              </a:rPr>
              <a:t>Mobile Code</a:t>
            </a:r>
            <a:endParaRPr b="1" sz="1000">
              <a:solidFill>
                <a:schemeClr val="dk1"/>
              </a:solidFill>
              <a:latin typeface="Proxima Nova"/>
              <a:ea typeface="Proxima Nova"/>
              <a:cs typeface="Proxima Nova"/>
              <a:sym typeface="Proxima Nova"/>
            </a:endParaRPr>
          </a:p>
          <a:p>
            <a:pPr indent="0" lvl="0" marL="0" rtl="0" algn="ctr">
              <a:spcBef>
                <a:spcPts val="0"/>
              </a:spcBef>
              <a:spcAft>
                <a:spcPts val="0"/>
              </a:spcAft>
              <a:buClr>
                <a:schemeClr val="dk1"/>
              </a:buClr>
              <a:buSzPts val="800"/>
              <a:buFont typeface="Arial"/>
              <a:buNone/>
            </a:pPr>
            <a:r>
              <a:rPr lang="en-SG" sz="1000">
                <a:solidFill>
                  <a:schemeClr val="dk1"/>
                </a:solidFill>
                <a:latin typeface="Proxima Nova"/>
                <a:ea typeface="Proxima Nova"/>
                <a:cs typeface="Proxima Nova"/>
                <a:sym typeface="Proxima Nova"/>
              </a:rPr>
              <a:t>(Mobile App Dev)</a:t>
            </a:r>
            <a:endParaRPr b="1" sz="1000">
              <a:latin typeface="Proxima Nova"/>
              <a:ea typeface="Proxima Nova"/>
              <a:cs typeface="Proxima Nova"/>
              <a:sym typeface="Proxima Nova"/>
            </a:endParaRPr>
          </a:p>
        </p:txBody>
      </p:sp>
      <p:sp>
        <p:nvSpPr>
          <p:cNvPr id="2105" name="Google Shape;2105;p91"/>
          <p:cNvSpPr txBox="1"/>
          <p:nvPr/>
        </p:nvSpPr>
        <p:spPr>
          <a:xfrm>
            <a:off x="7206550" y="4689724"/>
            <a:ext cx="1600200" cy="2853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Clr>
                <a:schemeClr val="dk1"/>
              </a:buClr>
              <a:buSzPts val="800"/>
              <a:buFont typeface="Arial"/>
              <a:buNone/>
            </a:pPr>
            <a:r>
              <a:rPr b="1" lang="en-SG" sz="1000">
                <a:solidFill>
                  <a:schemeClr val="dk1"/>
                </a:solidFill>
                <a:latin typeface="Proxima Nova"/>
                <a:ea typeface="Proxima Nova"/>
                <a:cs typeface="Proxima Nova"/>
                <a:sym typeface="Proxima Nova"/>
              </a:rPr>
              <a:t>Mobile - Ecommerce</a:t>
            </a:r>
            <a:endParaRPr b="1" sz="1000">
              <a:solidFill>
                <a:schemeClr val="dk1"/>
              </a:solidFill>
              <a:latin typeface="Proxima Nova"/>
              <a:ea typeface="Proxima Nova"/>
              <a:cs typeface="Proxima Nova"/>
              <a:sym typeface="Proxima Nova"/>
            </a:endParaRPr>
          </a:p>
          <a:p>
            <a:pPr indent="0" lvl="0" marL="0" rtl="0" algn="ctr">
              <a:spcBef>
                <a:spcPts val="0"/>
              </a:spcBef>
              <a:spcAft>
                <a:spcPts val="0"/>
              </a:spcAft>
              <a:buClr>
                <a:schemeClr val="dk1"/>
              </a:buClr>
              <a:buSzPts val="800"/>
              <a:buFont typeface="Arial"/>
              <a:buNone/>
            </a:pPr>
            <a:r>
              <a:rPr lang="en-SG" sz="1000">
                <a:solidFill>
                  <a:schemeClr val="dk1"/>
                </a:solidFill>
                <a:latin typeface="Proxima Nova"/>
                <a:ea typeface="Proxima Nova"/>
                <a:cs typeface="Proxima Nova"/>
                <a:sym typeface="Proxima Nova"/>
              </a:rPr>
              <a:t>(Ecommerce Dev)</a:t>
            </a:r>
            <a:endParaRPr b="1" sz="1000">
              <a:latin typeface="Proxima Nova"/>
              <a:ea typeface="Proxima Nova"/>
              <a:cs typeface="Proxima Nova"/>
              <a:sym typeface="Proxima Nova"/>
            </a:endParaRPr>
          </a:p>
        </p:txBody>
      </p:sp>
      <p:pic>
        <p:nvPicPr>
          <p:cNvPr id="2106" name="Google Shape;2106;p91"/>
          <p:cNvPicPr preferRelativeResize="0"/>
          <p:nvPr/>
        </p:nvPicPr>
        <p:blipFill rotWithShape="1">
          <a:blip r:embed="rId16">
            <a:alphaModFix/>
          </a:blip>
          <a:srcRect b="0" l="59" r="69" t="0"/>
          <a:stretch/>
        </p:blipFill>
        <p:spPr>
          <a:xfrm>
            <a:off x="2488915" y="3906961"/>
            <a:ext cx="731521" cy="731522"/>
          </a:xfrm>
          <a:prstGeom prst="rect">
            <a:avLst/>
          </a:prstGeom>
          <a:noFill/>
          <a:ln>
            <a:noFill/>
          </a:ln>
        </p:spPr>
      </p:pic>
      <p:pic>
        <p:nvPicPr>
          <p:cNvPr id="2107" name="Google Shape;2107;p91"/>
          <p:cNvPicPr preferRelativeResize="0"/>
          <p:nvPr/>
        </p:nvPicPr>
        <p:blipFill rotWithShape="1">
          <a:blip r:embed="rId17">
            <a:alphaModFix/>
          </a:blip>
          <a:srcRect b="0" l="0" r="0" t="0"/>
          <a:stretch/>
        </p:blipFill>
        <p:spPr>
          <a:xfrm>
            <a:off x="4206240" y="3906961"/>
            <a:ext cx="731522" cy="731522"/>
          </a:xfrm>
          <a:prstGeom prst="rect">
            <a:avLst/>
          </a:prstGeom>
          <a:noFill/>
          <a:ln>
            <a:noFill/>
          </a:ln>
        </p:spPr>
      </p:pic>
      <p:pic>
        <p:nvPicPr>
          <p:cNvPr id="2108" name="Google Shape;2108;p91"/>
          <p:cNvPicPr preferRelativeResize="0"/>
          <p:nvPr/>
        </p:nvPicPr>
        <p:blipFill rotWithShape="1">
          <a:blip r:embed="rId18">
            <a:alphaModFix/>
          </a:blip>
          <a:srcRect b="0" l="59" r="69" t="0"/>
          <a:stretch/>
        </p:blipFill>
        <p:spPr>
          <a:xfrm>
            <a:off x="5923564" y="3906961"/>
            <a:ext cx="731521" cy="731522"/>
          </a:xfrm>
          <a:prstGeom prst="rect">
            <a:avLst/>
          </a:prstGeom>
          <a:noFill/>
          <a:ln>
            <a:noFill/>
          </a:ln>
        </p:spPr>
      </p:pic>
      <p:pic>
        <p:nvPicPr>
          <p:cNvPr id="2109" name="Google Shape;2109;p91"/>
          <p:cNvPicPr preferRelativeResize="0"/>
          <p:nvPr/>
        </p:nvPicPr>
        <p:blipFill rotWithShape="1">
          <a:blip r:embed="rId19">
            <a:alphaModFix/>
          </a:blip>
          <a:srcRect b="0" l="0" r="0" t="0"/>
          <a:stretch/>
        </p:blipFill>
        <p:spPr>
          <a:xfrm>
            <a:off x="7640890" y="3906961"/>
            <a:ext cx="731522" cy="731522"/>
          </a:xfrm>
          <a:prstGeom prst="rect">
            <a:avLst/>
          </a:prstGeom>
          <a:noFill/>
          <a:ln>
            <a:noFill/>
          </a:ln>
        </p:spPr>
      </p:pic>
      <p:pic>
        <p:nvPicPr>
          <p:cNvPr id="2110" name="Google Shape;2110;p91"/>
          <p:cNvPicPr preferRelativeResize="0"/>
          <p:nvPr/>
        </p:nvPicPr>
        <p:blipFill rotWithShape="1">
          <a:blip r:embed="rId20">
            <a:alphaModFix/>
          </a:blip>
          <a:srcRect b="0" l="59" r="69" t="0"/>
          <a:stretch/>
        </p:blipFill>
        <p:spPr>
          <a:xfrm>
            <a:off x="771590" y="157261"/>
            <a:ext cx="731521" cy="731522"/>
          </a:xfrm>
          <a:prstGeom prst="rect">
            <a:avLst/>
          </a:prstGeom>
          <a:noFill/>
          <a:ln>
            <a:noFill/>
          </a:ln>
        </p:spPr>
      </p:pic>
      <p:pic>
        <p:nvPicPr>
          <p:cNvPr id="2111" name="Google Shape;2111;p91"/>
          <p:cNvPicPr preferRelativeResize="0"/>
          <p:nvPr/>
        </p:nvPicPr>
        <p:blipFill rotWithShape="1">
          <a:blip r:embed="rId21">
            <a:alphaModFix/>
          </a:blip>
          <a:srcRect b="0" l="59" r="69" t="0"/>
          <a:stretch/>
        </p:blipFill>
        <p:spPr>
          <a:xfrm>
            <a:off x="2488915" y="157261"/>
            <a:ext cx="731521" cy="731522"/>
          </a:xfrm>
          <a:prstGeom prst="rect">
            <a:avLst/>
          </a:prstGeom>
          <a:noFill/>
          <a:ln>
            <a:noFill/>
          </a:ln>
        </p:spPr>
      </p:pic>
      <p:pic>
        <p:nvPicPr>
          <p:cNvPr id="2112" name="Google Shape;2112;p91"/>
          <p:cNvPicPr preferRelativeResize="0"/>
          <p:nvPr/>
        </p:nvPicPr>
        <p:blipFill rotWithShape="1">
          <a:blip r:embed="rId22">
            <a:alphaModFix/>
          </a:blip>
          <a:srcRect b="0" l="59" r="69" t="0"/>
          <a:stretch/>
        </p:blipFill>
        <p:spPr>
          <a:xfrm>
            <a:off x="4206240" y="157261"/>
            <a:ext cx="731521" cy="731522"/>
          </a:xfrm>
          <a:prstGeom prst="rect">
            <a:avLst/>
          </a:prstGeom>
          <a:noFill/>
          <a:ln>
            <a:noFill/>
          </a:ln>
        </p:spPr>
      </p:pic>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263" name="Google Shape;1263;p48"/>
          <p:cNvSpPr txBox="1"/>
          <p:nvPr>
            <p:ph type="title"/>
          </p:nvPr>
        </p:nvSpPr>
        <p:spPr>
          <a:xfrm>
            <a:off x="446650" y="2270325"/>
            <a:ext cx="6355500" cy="443400"/>
          </a:xfrm>
          <a:prstGeom prst="rect">
            <a:avLst/>
          </a:prstGeom>
          <a:noFill/>
          <a:ln>
            <a:noFill/>
          </a:ln>
        </p:spPr>
        <p:txBody>
          <a:bodyPr anchorCtr="0" anchor="t" bIns="0" lIns="0" spcFirstLastPara="1" rIns="0" wrap="square" tIns="0">
            <a:noAutofit/>
          </a:bodyPr>
          <a:lstStyle/>
          <a:p>
            <a:pPr indent="0" lvl="0" marL="0" rtl="0" algn="l">
              <a:lnSpc>
                <a:spcPct val="80000"/>
              </a:lnSpc>
              <a:spcBef>
                <a:spcPts val="0"/>
              </a:spcBef>
              <a:spcAft>
                <a:spcPts val="0"/>
              </a:spcAft>
              <a:buClr>
                <a:schemeClr val="lt1"/>
              </a:buClr>
              <a:buSzPts val="3600"/>
              <a:buFont typeface="Proxima Nova"/>
              <a:buNone/>
            </a:pPr>
            <a:r>
              <a:rPr lang="en-SG"/>
              <a:t>This is the Section Title</a:t>
            </a:r>
            <a:endParaRPr/>
          </a:p>
        </p:txBody>
      </p:sp>
      <p:sp>
        <p:nvSpPr>
          <p:cNvPr id="1264" name="Google Shape;1264;p48"/>
          <p:cNvSpPr txBox="1"/>
          <p:nvPr>
            <p:ph idx="1" type="subTitle"/>
          </p:nvPr>
        </p:nvSpPr>
        <p:spPr>
          <a:xfrm>
            <a:off x="446650" y="2754300"/>
            <a:ext cx="6355500" cy="295500"/>
          </a:xfrm>
          <a:prstGeom prst="rect">
            <a:avLst/>
          </a:prstGeom>
          <a:noFill/>
          <a:ln>
            <a:noFill/>
          </a:ln>
        </p:spPr>
        <p:txBody>
          <a:bodyPr anchorCtr="0" anchor="t" bIns="0" lIns="0" spcFirstLastPara="1" rIns="0" wrap="square" tIns="0">
            <a:noAutofit/>
          </a:bodyPr>
          <a:lstStyle/>
          <a:p>
            <a:pPr indent="0" lvl="0" marL="0" rtl="0" algn="l">
              <a:lnSpc>
                <a:spcPct val="80000"/>
              </a:lnSpc>
              <a:spcBef>
                <a:spcPts val="0"/>
              </a:spcBef>
              <a:spcAft>
                <a:spcPts val="0"/>
              </a:spcAft>
              <a:buClr>
                <a:srgbClr val="CCCCCC"/>
              </a:buClr>
              <a:buSzPts val="2400"/>
              <a:buFont typeface="Proxima Nova"/>
              <a:buNone/>
            </a:pPr>
            <a:r>
              <a:rPr lang="en-SG"/>
              <a:t>This is the section subtitle</a:t>
            </a:r>
            <a:endParaRP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315" name="Google Shape;1315;p56"/>
          <p:cNvSpPr txBox="1"/>
          <p:nvPr>
            <p:ph type="title"/>
          </p:nvPr>
        </p:nvSpPr>
        <p:spPr>
          <a:xfrm>
            <a:off x="452425" y="351725"/>
            <a:ext cx="7199928" cy="344700"/>
          </a:xfrm>
          <a:prstGeom prst="rect">
            <a:avLst/>
          </a:prstGeom>
          <a:noFill/>
          <a:ln>
            <a:noFill/>
          </a:ln>
        </p:spPr>
        <p:txBody>
          <a:bodyPr anchorCtr="0" anchor="t" bIns="0" lIns="0" spcFirstLastPara="1" rIns="0" wrap="square" tIns="0">
            <a:noAutofit/>
          </a:bodyPr>
          <a:lstStyle/>
          <a:p>
            <a:pPr indent="0" lvl="0" marL="0" rtl="0" algn="l">
              <a:lnSpc>
                <a:spcPct val="80000"/>
              </a:lnSpc>
              <a:spcBef>
                <a:spcPts val="0"/>
              </a:spcBef>
              <a:spcAft>
                <a:spcPts val="0"/>
              </a:spcAft>
              <a:buSzPts val="2800"/>
              <a:buFont typeface="Proxima Nova"/>
              <a:buNone/>
            </a:pPr>
            <a:r>
              <a:rPr lang="en-SG"/>
              <a:t>This is a Slide Title</a:t>
            </a:r>
            <a:endParaRPr/>
          </a:p>
        </p:txBody>
      </p:sp>
      <p:sp>
        <p:nvSpPr>
          <p:cNvPr id="1316" name="Google Shape;1316;p56"/>
          <p:cNvSpPr txBox="1"/>
          <p:nvPr/>
        </p:nvSpPr>
        <p:spPr>
          <a:xfrm>
            <a:off x="446661" y="3268222"/>
            <a:ext cx="6818400" cy="617700"/>
          </a:xfrm>
          <a:prstGeom prst="rect">
            <a:avLst/>
          </a:prstGeom>
          <a:noFill/>
          <a:ln>
            <a:noFill/>
          </a:ln>
        </p:spPr>
        <p:txBody>
          <a:bodyPr anchorCtr="0" anchor="t" bIns="0" lIns="0" spcFirstLastPara="1" rIns="0" wrap="square" tIns="0">
            <a:spAutoFit/>
          </a:bodyPr>
          <a:lstStyle/>
          <a:p>
            <a:pPr indent="0" lvl="0" marL="0" marR="393700" rtl="0" algn="l">
              <a:lnSpc>
                <a:spcPct val="100699"/>
              </a:lnSpc>
              <a:spcBef>
                <a:spcPts val="3500"/>
              </a:spcBef>
              <a:spcAft>
                <a:spcPts val="0"/>
              </a:spcAft>
              <a:buClr>
                <a:srgbClr val="000000"/>
              </a:buClr>
              <a:buSzPts val="2100"/>
              <a:buFont typeface="Arial"/>
              <a:buNone/>
            </a:pPr>
            <a:r>
              <a:rPr b="1" i="0" lang="en-SG" sz="2000" u="none" cap="none" strike="noStrike">
                <a:solidFill>
                  <a:srgbClr val="000000"/>
                </a:solidFill>
                <a:latin typeface="Proxima Nova"/>
                <a:ea typeface="Proxima Nova"/>
                <a:cs typeface="Proxima Nova"/>
                <a:sym typeface="Proxima Nova"/>
              </a:rPr>
              <a:t>Your audience will listen to you or read the content,  but won’t do both.</a:t>
            </a:r>
            <a:endParaRPr b="0" i="0" sz="2000" u="none" cap="none" strike="noStrike">
              <a:solidFill>
                <a:srgbClr val="000000"/>
              </a:solidFill>
              <a:latin typeface="Proxima Nova"/>
              <a:ea typeface="Proxima Nova"/>
              <a:cs typeface="Proxima Nova"/>
              <a:sym typeface="Proxima Nova"/>
            </a:endParaRPr>
          </a:p>
        </p:txBody>
      </p:sp>
      <p:sp>
        <p:nvSpPr>
          <p:cNvPr id="1317" name="Google Shape;1317;p56"/>
          <p:cNvSpPr txBox="1"/>
          <p:nvPr/>
        </p:nvSpPr>
        <p:spPr>
          <a:xfrm>
            <a:off x="446650" y="1570450"/>
            <a:ext cx="7105800" cy="1015800"/>
          </a:xfrm>
          <a:prstGeom prst="rect">
            <a:avLst/>
          </a:prstGeom>
          <a:noFill/>
          <a:ln>
            <a:noFill/>
          </a:ln>
        </p:spPr>
        <p:txBody>
          <a:bodyPr anchorCtr="0" anchor="t" bIns="0" lIns="0" spcFirstLastPara="1" rIns="0" wrap="square" tIns="0">
            <a:spAutoFit/>
          </a:bodyPr>
          <a:lstStyle/>
          <a:p>
            <a:pPr indent="-231140" lvl="0" marL="457200" marR="0" rtl="0" algn="l">
              <a:lnSpc>
                <a:spcPct val="100000"/>
              </a:lnSpc>
              <a:spcBef>
                <a:spcPts val="0"/>
              </a:spcBef>
              <a:spcAft>
                <a:spcPts val="0"/>
              </a:spcAft>
              <a:buClr>
                <a:srgbClr val="901F75"/>
              </a:buClr>
              <a:buSzPts val="2200"/>
              <a:buFont typeface="Proxima Nova Extrabold"/>
              <a:buChar char="•"/>
            </a:pPr>
            <a:r>
              <a:rPr b="0" i="0" lang="en-SG" sz="1800" u="none" cap="none" strike="noStrike">
                <a:solidFill>
                  <a:srgbClr val="000000"/>
                </a:solidFill>
                <a:latin typeface="Proxima Nova"/>
                <a:ea typeface="Proxima Nova"/>
                <a:cs typeface="Proxima Nova"/>
                <a:sym typeface="Proxima Nova"/>
              </a:rPr>
              <a:t>Here you have a list of items</a:t>
            </a:r>
            <a:endParaRPr b="0" i="0" sz="1800" u="none" cap="none" strike="noStrike">
              <a:solidFill>
                <a:srgbClr val="000000"/>
              </a:solidFill>
              <a:latin typeface="Proxima Nova"/>
              <a:ea typeface="Proxima Nova"/>
              <a:cs typeface="Proxima Nova"/>
              <a:sym typeface="Proxima Nova"/>
            </a:endParaRPr>
          </a:p>
          <a:p>
            <a:pPr indent="-231140" lvl="0" marL="457200" marR="0" rtl="0" algn="l">
              <a:lnSpc>
                <a:spcPct val="100000"/>
              </a:lnSpc>
              <a:spcBef>
                <a:spcPts val="0"/>
              </a:spcBef>
              <a:spcAft>
                <a:spcPts val="0"/>
              </a:spcAft>
              <a:buClr>
                <a:srgbClr val="901F75"/>
              </a:buClr>
              <a:buSzPts val="2200"/>
              <a:buFont typeface="Proxima Nova Extrabold"/>
              <a:buChar char="•"/>
            </a:pPr>
            <a:r>
              <a:rPr b="0" i="0" lang="en-SG" sz="1800" u="none" cap="none" strike="noStrike">
                <a:solidFill>
                  <a:srgbClr val="000000"/>
                </a:solidFill>
                <a:latin typeface="Proxima Nova"/>
                <a:ea typeface="Proxima Nova"/>
                <a:cs typeface="Proxima Nova"/>
                <a:sym typeface="Proxima Nova"/>
              </a:rPr>
              <a:t>And some text</a:t>
            </a:r>
            <a:endParaRPr b="0" i="0" sz="1800" u="none" cap="none" strike="noStrike">
              <a:solidFill>
                <a:srgbClr val="000000"/>
              </a:solidFill>
              <a:latin typeface="Proxima Nova"/>
              <a:ea typeface="Proxima Nova"/>
              <a:cs typeface="Proxima Nova"/>
              <a:sym typeface="Proxima Nova"/>
            </a:endParaRPr>
          </a:p>
          <a:p>
            <a:pPr indent="-231140" lvl="0" marL="457200" marR="0" rtl="0" algn="l">
              <a:lnSpc>
                <a:spcPct val="100000"/>
              </a:lnSpc>
              <a:spcBef>
                <a:spcPts val="0"/>
              </a:spcBef>
              <a:spcAft>
                <a:spcPts val="0"/>
              </a:spcAft>
              <a:buClr>
                <a:srgbClr val="901F75"/>
              </a:buClr>
              <a:buSzPts val="2200"/>
              <a:buFont typeface="Proxima Nova Extrabold"/>
              <a:buChar char="•"/>
            </a:pPr>
            <a:r>
              <a:rPr b="0" i="0" lang="en-SG" sz="1800" u="none" cap="none" strike="noStrike">
                <a:solidFill>
                  <a:srgbClr val="000000"/>
                </a:solidFill>
                <a:latin typeface="Proxima Nova"/>
                <a:ea typeface="Proxima Nova"/>
                <a:cs typeface="Proxima Nova"/>
                <a:sym typeface="Proxima Nova"/>
              </a:rPr>
              <a:t>But remember not to overload each slide with too much content</a:t>
            </a:r>
            <a:endParaRPr b="0" i="0" sz="1800" u="none" cap="none" strike="noStrike">
              <a:solidFill>
                <a:srgbClr val="000000"/>
              </a:solidFill>
              <a:latin typeface="Proxima Nova"/>
              <a:ea typeface="Proxima Nova"/>
              <a:cs typeface="Proxima Nova"/>
              <a:sym typeface="Proxima Nova"/>
            </a:endParaRP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315" name="Google Shape;1315;p56"/>
          <p:cNvSpPr txBox="1"/>
          <p:nvPr>
            <p:ph type="title"/>
          </p:nvPr>
        </p:nvSpPr>
        <p:spPr>
          <a:xfrm>
            <a:off x="452425" y="351725"/>
            <a:ext cx="7199928" cy="344700"/>
          </a:xfrm>
          <a:prstGeom prst="rect">
            <a:avLst/>
          </a:prstGeom>
          <a:noFill/>
          <a:ln>
            <a:noFill/>
          </a:ln>
        </p:spPr>
        <p:txBody>
          <a:bodyPr anchorCtr="0" anchor="t" bIns="0" lIns="0" spcFirstLastPara="1" rIns="0" wrap="square" tIns="0">
            <a:noAutofit/>
          </a:bodyPr>
          <a:lstStyle/>
          <a:p>
            <a:pPr indent="0" lvl="0" marL="0" rtl="0" algn="l">
              <a:lnSpc>
                <a:spcPct val="80000"/>
              </a:lnSpc>
              <a:spcBef>
                <a:spcPts val="0"/>
              </a:spcBef>
              <a:spcAft>
                <a:spcPts val="0"/>
              </a:spcAft>
              <a:buSzPts val="2800"/>
              <a:buFont typeface="Proxima Nova"/>
              <a:buNone/>
            </a:pPr>
            <a:r>
              <a:rPr lang="en-SG"/>
              <a:t>This is a Slide Title</a:t>
            </a:r>
            <a:endParaRPr/>
          </a:p>
        </p:txBody>
      </p:sp>
      <p:sp>
        <p:nvSpPr>
          <p:cNvPr id="1316" name="Google Shape;1316;p56"/>
          <p:cNvSpPr txBox="1"/>
          <p:nvPr/>
        </p:nvSpPr>
        <p:spPr>
          <a:xfrm>
            <a:off x="446661" y="3268222"/>
            <a:ext cx="6818400" cy="617700"/>
          </a:xfrm>
          <a:prstGeom prst="rect">
            <a:avLst/>
          </a:prstGeom>
          <a:noFill/>
          <a:ln>
            <a:noFill/>
          </a:ln>
        </p:spPr>
        <p:txBody>
          <a:bodyPr anchorCtr="0" anchor="t" bIns="0" lIns="0" spcFirstLastPara="1" rIns="0" wrap="square" tIns="0">
            <a:spAutoFit/>
          </a:bodyPr>
          <a:lstStyle/>
          <a:p>
            <a:pPr indent="0" lvl="0" marL="0" marR="393700" rtl="0" algn="l">
              <a:lnSpc>
                <a:spcPct val="100699"/>
              </a:lnSpc>
              <a:spcBef>
                <a:spcPts val="3500"/>
              </a:spcBef>
              <a:spcAft>
                <a:spcPts val="0"/>
              </a:spcAft>
              <a:buClr>
                <a:srgbClr val="000000"/>
              </a:buClr>
              <a:buSzPts val="2100"/>
              <a:buFont typeface="Arial"/>
              <a:buNone/>
            </a:pPr>
            <a:r>
              <a:rPr b="1" i="0" lang="en-SG" sz="2000" u="none" cap="none" strike="noStrike">
                <a:solidFill>
                  <a:srgbClr val="000000"/>
                </a:solidFill>
                <a:latin typeface="Proxima Nova"/>
                <a:ea typeface="Proxima Nova"/>
                <a:cs typeface="Proxima Nova"/>
                <a:sym typeface="Proxima Nova"/>
              </a:rPr>
              <a:t>Your audience will listen to you or read the content,  but won’t do both.</a:t>
            </a:r>
            <a:endParaRPr b="0" i="0" sz="2000" u="none" cap="none" strike="noStrike">
              <a:solidFill>
                <a:srgbClr val="000000"/>
              </a:solidFill>
              <a:latin typeface="Proxima Nova"/>
              <a:ea typeface="Proxima Nova"/>
              <a:cs typeface="Proxima Nova"/>
              <a:sym typeface="Proxima Nova"/>
            </a:endParaRPr>
          </a:p>
        </p:txBody>
      </p:sp>
      <p:sp>
        <p:nvSpPr>
          <p:cNvPr id="1317" name="Google Shape;1317;p56"/>
          <p:cNvSpPr txBox="1"/>
          <p:nvPr/>
        </p:nvSpPr>
        <p:spPr>
          <a:xfrm>
            <a:off x="446650" y="1570450"/>
            <a:ext cx="7105800" cy="1015800"/>
          </a:xfrm>
          <a:prstGeom prst="rect">
            <a:avLst/>
          </a:prstGeom>
          <a:noFill/>
          <a:ln>
            <a:noFill/>
          </a:ln>
        </p:spPr>
        <p:txBody>
          <a:bodyPr anchorCtr="0" anchor="t" bIns="0" lIns="0" spcFirstLastPara="1" rIns="0" wrap="square" tIns="0">
            <a:spAutoFit/>
          </a:bodyPr>
          <a:lstStyle/>
          <a:p>
            <a:pPr indent="-231140" lvl="0" marL="457200" marR="0" rtl="0" algn="l">
              <a:lnSpc>
                <a:spcPct val="100000"/>
              </a:lnSpc>
              <a:spcBef>
                <a:spcPts val="0"/>
              </a:spcBef>
              <a:spcAft>
                <a:spcPts val="0"/>
              </a:spcAft>
              <a:buClr>
                <a:srgbClr val="901F75"/>
              </a:buClr>
              <a:buSzPts val="2200"/>
              <a:buFont typeface="Proxima Nova Extrabold"/>
              <a:buChar char="•"/>
            </a:pPr>
            <a:r>
              <a:rPr b="0" i="0" lang="en-SG" sz="1800" u="none" cap="none" strike="noStrike">
                <a:solidFill>
                  <a:srgbClr val="000000"/>
                </a:solidFill>
                <a:latin typeface="Proxima Nova"/>
                <a:ea typeface="Proxima Nova"/>
                <a:cs typeface="Proxima Nova"/>
                <a:sym typeface="Proxima Nova"/>
              </a:rPr>
              <a:t>Here you have a list of items</a:t>
            </a:r>
            <a:endParaRPr b="0" i="0" sz="1800" u="none" cap="none" strike="noStrike">
              <a:solidFill>
                <a:srgbClr val="000000"/>
              </a:solidFill>
              <a:latin typeface="Proxima Nova"/>
              <a:ea typeface="Proxima Nova"/>
              <a:cs typeface="Proxima Nova"/>
              <a:sym typeface="Proxima Nova"/>
            </a:endParaRPr>
          </a:p>
          <a:p>
            <a:pPr indent="-231140" lvl="0" marL="457200" marR="0" rtl="0" algn="l">
              <a:lnSpc>
                <a:spcPct val="100000"/>
              </a:lnSpc>
              <a:spcBef>
                <a:spcPts val="0"/>
              </a:spcBef>
              <a:spcAft>
                <a:spcPts val="0"/>
              </a:spcAft>
              <a:buClr>
                <a:srgbClr val="901F75"/>
              </a:buClr>
              <a:buSzPts val="2200"/>
              <a:buFont typeface="Proxima Nova Extrabold"/>
              <a:buChar char="•"/>
            </a:pPr>
            <a:r>
              <a:rPr b="0" i="0" lang="en-SG" sz="1800" u="none" cap="none" strike="noStrike">
                <a:solidFill>
                  <a:srgbClr val="000000"/>
                </a:solidFill>
                <a:latin typeface="Proxima Nova"/>
                <a:ea typeface="Proxima Nova"/>
                <a:cs typeface="Proxima Nova"/>
                <a:sym typeface="Proxima Nova"/>
              </a:rPr>
              <a:t>And some text</a:t>
            </a:r>
            <a:endParaRPr b="0" i="0" sz="1800" u="none" cap="none" strike="noStrike">
              <a:solidFill>
                <a:srgbClr val="000000"/>
              </a:solidFill>
              <a:latin typeface="Proxima Nova"/>
              <a:ea typeface="Proxima Nova"/>
              <a:cs typeface="Proxima Nova"/>
              <a:sym typeface="Proxima Nova"/>
            </a:endParaRPr>
          </a:p>
          <a:p>
            <a:pPr indent="-231140" lvl="0" marL="457200" marR="0" rtl="0" algn="l">
              <a:lnSpc>
                <a:spcPct val="100000"/>
              </a:lnSpc>
              <a:spcBef>
                <a:spcPts val="0"/>
              </a:spcBef>
              <a:spcAft>
                <a:spcPts val="0"/>
              </a:spcAft>
              <a:buClr>
                <a:srgbClr val="901F75"/>
              </a:buClr>
              <a:buSzPts val="2200"/>
              <a:buFont typeface="Proxima Nova Extrabold"/>
              <a:buChar char="•"/>
            </a:pPr>
            <a:r>
              <a:rPr b="0" i="0" lang="en-SG" sz="1800" u="none" cap="none" strike="noStrike">
                <a:solidFill>
                  <a:srgbClr val="000000"/>
                </a:solidFill>
                <a:latin typeface="Proxima Nova"/>
                <a:ea typeface="Proxima Nova"/>
                <a:cs typeface="Proxima Nova"/>
                <a:sym typeface="Proxima Nova"/>
              </a:rPr>
              <a:t>But remember not to overload each slide with too much content</a:t>
            </a:r>
            <a:endParaRPr b="0" i="0" sz="1800" u="none" cap="none" strike="noStrike">
              <a:solidFill>
                <a:srgbClr val="000000"/>
              </a:solidFill>
              <a:latin typeface="Proxima Nova"/>
              <a:ea typeface="Proxima Nova"/>
              <a:cs typeface="Proxima Nova"/>
              <a:sym typeface="Proxima Nova"/>
            </a:endParaRP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315" name="Google Shape;1315;p56"/>
          <p:cNvSpPr txBox="1"/>
          <p:nvPr>
            <p:ph type="title"/>
          </p:nvPr>
        </p:nvSpPr>
        <p:spPr>
          <a:xfrm>
            <a:off x="452425" y="351725"/>
            <a:ext cx="7199928" cy="344700"/>
          </a:xfrm>
          <a:prstGeom prst="rect">
            <a:avLst/>
          </a:prstGeom>
          <a:noFill/>
          <a:ln>
            <a:noFill/>
          </a:ln>
        </p:spPr>
        <p:txBody>
          <a:bodyPr anchorCtr="0" anchor="t" bIns="0" lIns="0" spcFirstLastPara="1" rIns="0" wrap="square" tIns="0">
            <a:noAutofit/>
          </a:bodyPr>
          <a:lstStyle/>
          <a:p>
            <a:pPr indent="0" lvl="0" marL="0" rtl="0" algn="l">
              <a:lnSpc>
                <a:spcPct val="80000"/>
              </a:lnSpc>
              <a:spcBef>
                <a:spcPts val="0"/>
              </a:spcBef>
              <a:spcAft>
                <a:spcPts val="0"/>
              </a:spcAft>
              <a:buSzPts val="2800"/>
              <a:buFont typeface="Proxima Nova"/>
              <a:buNone/>
            </a:pPr>
            <a:r>
              <a:rPr lang="en-SG"/>
              <a:t>This is a Slide Title</a:t>
            </a:r>
            <a:endParaRPr/>
          </a:p>
        </p:txBody>
      </p:sp>
      <p:sp>
        <p:nvSpPr>
          <p:cNvPr id="1316" name="Google Shape;1316;p56"/>
          <p:cNvSpPr txBox="1"/>
          <p:nvPr/>
        </p:nvSpPr>
        <p:spPr>
          <a:xfrm>
            <a:off x="446661" y="3268222"/>
            <a:ext cx="6818400" cy="617700"/>
          </a:xfrm>
          <a:prstGeom prst="rect">
            <a:avLst/>
          </a:prstGeom>
          <a:noFill/>
          <a:ln>
            <a:noFill/>
          </a:ln>
        </p:spPr>
        <p:txBody>
          <a:bodyPr anchorCtr="0" anchor="t" bIns="0" lIns="0" spcFirstLastPara="1" rIns="0" wrap="square" tIns="0">
            <a:spAutoFit/>
          </a:bodyPr>
          <a:lstStyle/>
          <a:p>
            <a:pPr indent="0" lvl="0" marL="0" marR="393700" rtl="0" algn="l">
              <a:lnSpc>
                <a:spcPct val="100699"/>
              </a:lnSpc>
              <a:spcBef>
                <a:spcPts val="3500"/>
              </a:spcBef>
              <a:spcAft>
                <a:spcPts val="0"/>
              </a:spcAft>
              <a:buClr>
                <a:srgbClr val="000000"/>
              </a:buClr>
              <a:buSzPts val="2100"/>
              <a:buFont typeface="Arial"/>
              <a:buNone/>
            </a:pPr>
            <a:r>
              <a:rPr b="1" i="0" lang="en-SG" sz="2000" u="none" cap="none" strike="noStrike">
                <a:solidFill>
                  <a:srgbClr val="000000"/>
                </a:solidFill>
                <a:latin typeface="Proxima Nova"/>
                <a:ea typeface="Proxima Nova"/>
                <a:cs typeface="Proxima Nova"/>
                <a:sym typeface="Proxima Nova"/>
              </a:rPr>
              <a:t>Your audience will listen to you or read the content,  but won’t do both.</a:t>
            </a:r>
            <a:endParaRPr b="0" i="0" sz="2000" u="none" cap="none" strike="noStrike">
              <a:solidFill>
                <a:srgbClr val="000000"/>
              </a:solidFill>
              <a:latin typeface="Proxima Nova"/>
              <a:ea typeface="Proxima Nova"/>
              <a:cs typeface="Proxima Nova"/>
              <a:sym typeface="Proxima Nova"/>
            </a:endParaRPr>
          </a:p>
        </p:txBody>
      </p:sp>
      <p:sp>
        <p:nvSpPr>
          <p:cNvPr id="1317" name="Google Shape;1317;p56"/>
          <p:cNvSpPr txBox="1"/>
          <p:nvPr/>
        </p:nvSpPr>
        <p:spPr>
          <a:xfrm>
            <a:off x="446650" y="1570450"/>
            <a:ext cx="7105800" cy="1015800"/>
          </a:xfrm>
          <a:prstGeom prst="rect">
            <a:avLst/>
          </a:prstGeom>
          <a:noFill/>
          <a:ln>
            <a:noFill/>
          </a:ln>
        </p:spPr>
        <p:txBody>
          <a:bodyPr anchorCtr="0" anchor="t" bIns="0" lIns="0" spcFirstLastPara="1" rIns="0" wrap="square" tIns="0">
            <a:spAutoFit/>
          </a:bodyPr>
          <a:lstStyle/>
          <a:p>
            <a:pPr indent="-231140" lvl="0" marL="457200" marR="0" rtl="0" algn="l">
              <a:lnSpc>
                <a:spcPct val="100000"/>
              </a:lnSpc>
              <a:spcBef>
                <a:spcPts val="0"/>
              </a:spcBef>
              <a:spcAft>
                <a:spcPts val="0"/>
              </a:spcAft>
              <a:buClr>
                <a:srgbClr val="901F75"/>
              </a:buClr>
              <a:buSzPts val="2200"/>
              <a:buFont typeface="Proxima Nova Extrabold"/>
              <a:buChar char="•"/>
            </a:pPr>
            <a:r>
              <a:rPr b="0" i="0" lang="en-SG" sz="1800" u="none" cap="none" strike="noStrike">
                <a:solidFill>
                  <a:srgbClr val="000000"/>
                </a:solidFill>
                <a:latin typeface="Proxima Nova"/>
                <a:ea typeface="Proxima Nova"/>
                <a:cs typeface="Proxima Nova"/>
                <a:sym typeface="Proxima Nova"/>
              </a:rPr>
              <a:t>Here you have a list of items</a:t>
            </a:r>
            <a:endParaRPr b="0" i="0" sz="1800" u="none" cap="none" strike="noStrike">
              <a:solidFill>
                <a:srgbClr val="000000"/>
              </a:solidFill>
              <a:latin typeface="Proxima Nova"/>
              <a:ea typeface="Proxima Nova"/>
              <a:cs typeface="Proxima Nova"/>
              <a:sym typeface="Proxima Nova"/>
            </a:endParaRPr>
          </a:p>
          <a:p>
            <a:pPr indent="-231140" lvl="0" marL="457200" marR="0" rtl="0" algn="l">
              <a:lnSpc>
                <a:spcPct val="100000"/>
              </a:lnSpc>
              <a:spcBef>
                <a:spcPts val="0"/>
              </a:spcBef>
              <a:spcAft>
                <a:spcPts val="0"/>
              </a:spcAft>
              <a:buClr>
                <a:srgbClr val="901F75"/>
              </a:buClr>
              <a:buSzPts val="2200"/>
              <a:buFont typeface="Proxima Nova Extrabold"/>
              <a:buChar char="•"/>
            </a:pPr>
            <a:r>
              <a:rPr b="0" i="0" lang="en-SG" sz="1800" u="none" cap="none" strike="noStrike">
                <a:solidFill>
                  <a:srgbClr val="000000"/>
                </a:solidFill>
                <a:latin typeface="Proxima Nova"/>
                <a:ea typeface="Proxima Nova"/>
                <a:cs typeface="Proxima Nova"/>
                <a:sym typeface="Proxima Nova"/>
              </a:rPr>
              <a:t>And some text</a:t>
            </a:r>
            <a:endParaRPr b="0" i="0" sz="1800" u="none" cap="none" strike="noStrike">
              <a:solidFill>
                <a:srgbClr val="000000"/>
              </a:solidFill>
              <a:latin typeface="Proxima Nova"/>
              <a:ea typeface="Proxima Nova"/>
              <a:cs typeface="Proxima Nova"/>
              <a:sym typeface="Proxima Nova"/>
            </a:endParaRPr>
          </a:p>
          <a:p>
            <a:pPr indent="-231140" lvl="0" marL="457200" marR="0" rtl="0" algn="l">
              <a:lnSpc>
                <a:spcPct val="100000"/>
              </a:lnSpc>
              <a:spcBef>
                <a:spcPts val="0"/>
              </a:spcBef>
              <a:spcAft>
                <a:spcPts val="0"/>
              </a:spcAft>
              <a:buClr>
                <a:srgbClr val="901F75"/>
              </a:buClr>
              <a:buSzPts val="2200"/>
              <a:buFont typeface="Proxima Nova Extrabold"/>
              <a:buChar char="•"/>
            </a:pPr>
            <a:r>
              <a:rPr b="0" i="0" lang="en-SG" sz="1800" u="none" cap="none" strike="noStrike">
                <a:solidFill>
                  <a:srgbClr val="000000"/>
                </a:solidFill>
                <a:latin typeface="Proxima Nova"/>
                <a:ea typeface="Proxima Nova"/>
                <a:cs typeface="Proxima Nova"/>
                <a:sym typeface="Proxima Nova"/>
              </a:rPr>
              <a:t>But remember not to overload each slide with too much content</a:t>
            </a:r>
            <a:endParaRPr b="0" i="0" sz="1800" u="none" cap="none" strike="noStrike">
              <a:solidFill>
                <a:srgbClr val="000000"/>
              </a:solidFill>
              <a:latin typeface="Proxima Nova"/>
              <a:ea typeface="Proxima Nova"/>
              <a:cs typeface="Proxima Nova"/>
              <a:sym typeface="Proxima Nova"/>
            </a:endParaRP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315" name="Google Shape;1315;p56"/>
          <p:cNvSpPr txBox="1"/>
          <p:nvPr>
            <p:ph type="title"/>
          </p:nvPr>
        </p:nvSpPr>
        <p:spPr>
          <a:xfrm>
            <a:off x="452425" y="351725"/>
            <a:ext cx="7199928" cy="344700"/>
          </a:xfrm>
          <a:prstGeom prst="rect">
            <a:avLst/>
          </a:prstGeom>
          <a:noFill/>
          <a:ln>
            <a:noFill/>
          </a:ln>
        </p:spPr>
        <p:txBody>
          <a:bodyPr anchorCtr="0" anchor="t" bIns="0" lIns="0" spcFirstLastPara="1" rIns="0" wrap="square" tIns="0">
            <a:noAutofit/>
          </a:bodyPr>
          <a:lstStyle/>
          <a:p>
            <a:pPr indent="0" lvl="0" marL="0" rtl="0" algn="l">
              <a:lnSpc>
                <a:spcPct val="80000"/>
              </a:lnSpc>
              <a:spcBef>
                <a:spcPts val="0"/>
              </a:spcBef>
              <a:spcAft>
                <a:spcPts val="0"/>
              </a:spcAft>
              <a:buSzPts val="2800"/>
              <a:buFont typeface="Proxima Nova"/>
              <a:buNone/>
            </a:pPr>
            <a:r>
              <a:rPr lang="en-SG"/>
              <a:t>This is a Slide Title</a:t>
            </a:r>
            <a:endParaRPr/>
          </a:p>
        </p:txBody>
      </p:sp>
      <p:sp>
        <p:nvSpPr>
          <p:cNvPr id="1316" name="Google Shape;1316;p56"/>
          <p:cNvSpPr txBox="1"/>
          <p:nvPr/>
        </p:nvSpPr>
        <p:spPr>
          <a:xfrm>
            <a:off x="446661" y="3268222"/>
            <a:ext cx="6818400" cy="617700"/>
          </a:xfrm>
          <a:prstGeom prst="rect">
            <a:avLst/>
          </a:prstGeom>
          <a:noFill/>
          <a:ln>
            <a:noFill/>
          </a:ln>
        </p:spPr>
        <p:txBody>
          <a:bodyPr anchorCtr="0" anchor="t" bIns="0" lIns="0" spcFirstLastPara="1" rIns="0" wrap="square" tIns="0">
            <a:spAutoFit/>
          </a:bodyPr>
          <a:lstStyle/>
          <a:p>
            <a:pPr indent="0" lvl="0" marL="0" marR="393700" rtl="0" algn="l">
              <a:lnSpc>
                <a:spcPct val="100699"/>
              </a:lnSpc>
              <a:spcBef>
                <a:spcPts val="3500"/>
              </a:spcBef>
              <a:spcAft>
                <a:spcPts val="0"/>
              </a:spcAft>
              <a:buClr>
                <a:srgbClr val="000000"/>
              </a:buClr>
              <a:buSzPts val="2100"/>
              <a:buFont typeface="Arial"/>
              <a:buNone/>
            </a:pPr>
            <a:r>
              <a:rPr b="1" i="0" lang="en-SG" sz="2000" u="none" cap="none" strike="noStrike">
                <a:solidFill>
                  <a:srgbClr val="000000"/>
                </a:solidFill>
                <a:latin typeface="Proxima Nova"/>
                <a:ea typeface="Proxima Nova"/>
                <a:cs typeface="Proxima Nova"/>
                <a:sym typeface="Proxima Nova"/>
              </a:rPr>
              <a:t>Your audience will listen to you or read the content,  but won’t do both.</a:t>
            </a:r>
            <a:endParaRPr b="0" i="0" sz="2000" u="none" cap="none" strike="noStrike">
              <a:solidFill>
                <a:srgbClr val="000000"/>
              </a:solidFill>
              <a:latin typeface="Proxima Nova"/>
              <a:ea typeface="Proxima Nova"/>
              <a:cs typeface="Proxima Nova"/>
              <a:sym typeface="Proxima Nova"/>
            </a:endParaRPr>
          </a:p>
        </p:txBody>
      </p:sp>
      <p:sp>
        <p:nvSpPr>
          <p:cNvPr id="1317" name="Google Shape;1317;p56"/>
          <p:cNvSpPr txBox="1"/>
          <p:nvPr/>
        </p:nvSpPr>
        <p:spPr>
          <a:xfrm>
            <a:off x="446650" y="1570450"/>
            <a:ext cx="7105800" cy="1015800"/>
          </a:xfrm>
          <a:prstGeom prst="rect">
            <a:avLst/>
          </a:prstGeom>
          <a:noFill/>
          <a:ln>
            <a:noFill/>
          </a:ln>
        </p:spPr>
        <p:txBody>
          <a:bodyPr anchorCtr="0" anchor="t" bIns="0" lIns="0" spcFirstLastPara="1" rIns="0" wrap="square" tIns="0">
            <a:spAutoFit/>
          </a:bodyPr>
          <a:lstStyle/>
          <a:p>
            <a:pPr indent="-231140" lvl="0" marL="457200" marR="0" rtl="0" algn="l">
              <a:lnSpc>
                <a:spcPct val="100000"/>
              </a:lnSpc>
              <a:spcBef>
                <a:spcPts val="0"/>
              </a:spcBef>
              <a:spcAft>
                <a:spcPts val="0"/>
              </a:spcAft>
              <a:buClr>
                <a:srgbClr val="901F75"/>
              </a:buClr>
              <a:buSzPts val="2200"/>
              <a:buFont typeface="Proxima Nova Extrabold"/>
              <a:buChar char="•"/>
            </a:pPr>
            <a:r>
              <a:rPr b="0" i="0" lang="en-SG" sz="1800" u="none" cap="none" strike="noStrike">
                <a:solidFill>
                  <a:srgbClr val="000000"/>
                </a:solidFill>
                <a:latin typeface="Proxima Nova"/>
                <a:ea typeface="Proxima Nova"/>
                <a:cs typeface="Proxima Nova"/>
                <a:sym typeface="Proxima Nova"/>
              </a:rPr>
              <a:t>Here you have a list of items</a:t>
            </a:r>
            <a:endParaRPr b="0" i="0" sz="1800" u="none" cap="none" strike="noStrike">
              <a:solidFill>
                <a:srgbClr val="000000"/>
              </a:solidFill>
              <a:latin typeface="Proxima Nova"/>
              <a:ea typeface="Proxima Nova"/>
              <a:cs typeface="Proxima Nova"/>
              <a:sym typeface="Proxima Nova"/>
            </a:endParaRPr>
          </a:p>
          <a:p>
            <a:pPr indent="-231140" lvl="0" marL="457200" marR="0" rtl="0" algn="l">
              <a:lnSpc>
                <a:spcPct val="100000"/>
              </a:lnSpc>
              <a:spcBef>
                <a:spcPts val="0"/>
              </a:spcBef>
              <a:spcAft>
                <a:spcPts val="0"/>
              </a:spcAft>
              <a:buClr>
                <a:srgbClr val="901F75"/>
              </a:buClr>
              <a:buSzPts val="2200"/>
              <a:buFont typeface="Proxima Nova Extrabold"/>
              <a:buChar char="•"/>
            </a:pPr>
            <a:r>
              <a:rPr b="0" i="0" lang="en-SG" sz="1800" u="none" cap="none" strike="noStrike">
                <a:solidFill>
                  <a:srgbClr val="000000"/>
                </a:solidFill>
                <a:latin typeface="Proxima Nova"/>
                <a:ea typeface="Proxima Nova"/>
                <a:cs typeface="Proxima Nova"/>
                <a:sym typeface="Proxima Nova"/>
              </a:rPr>
              <a:t>And some text</a:t>
            </a:r>
            <a:endParaRPr b="0" i="0" sz="1800" u="none" cap="none" strike="noStrike">
              <a:solidFill>
                <a:srgbClr val="000000"/>
              </a:solidFill>
              <a:latin typeface="Proxima Nova"/>
              <a:ea typeface="Proxima Nova"/>
              <a:cs typeface="Proxima Nova"/>
              <a:sym typeface="Proxima Nova"/>
            </a:endParaRPr>
          </a:p>
          <a:p>
            <a:pPr indent="-231140" lvl="0" marL="457200" marR="0" rtl="0" algn="l">
              <a:lnSpc>
                <a:spcPct val="100000"/>
              </a:lnSpc>
              <a:spcBef>
                <a:spcPts val="0"/>
              </a:spcBef>
              <a:spcAft>
                <a:spcPts val="0"/>
              </a:spcAft>
              <a:buClr>
                <a:srgbClr val="901F75"/>
              </a:buClr>
              <a:buSzPts val="2200"/>
              <a:buFont typeface="Proxima Nova Extrabold"/>
              <a:buChar char="•"/>
            </a:pPr>
            <a:r>
              <a:rPr b="0" i="0" lang="en-SG" sz="1800" u="none" cap="none" strike="noStrike">
                <a:solidFill>
                  <a:srgbClr val="000000"/>
                </a:solidFill>
                <a:latin typeface="Proxima Nova"/>
                <a:ea typeface="Proxima Nova"/>
                <a:cs typeface="Proxima Nova"/>
                <a:sym typeface="Proxima Nova"/>
              </a:rPr>
              <a:t>But remember not to overload each slide with too much content</a:t>
            </a:r>
            <a:endParaRPr b="0" i="0" sz="1800" u="none" cap="none" strike="noStrike">
              <a:solidFill>
                <a:srgbClr val="000000"/>
              </a:solidFill>
              <a:latin typeface="Proxima Nova"/>
              <a:ea typeface="Proxima Nova"/>
              <a:cs typeface="Proxima Nova"/>
              <a:sym typeface="Proxima Nova"/>
            </a:endParaRP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315" name="Google Shape;1315;p56"/>
          <p:cNvSpPr txBox="1"/>
          <p:nvPr>
            <p:ph type="title"/>
          </p:nvPr>
        </p:nvSpPr>
        <p:spPr>
          <a:xfrm>
            <a:off x="452425" y="351725"/>
            <a:ext cx="7199928" cy="344700"/>
          </a:xfrm>
          <a:prstGeom prst="rect">
            <a:avLst/>
          </a:prstGeom>
          <a:noFill/>
          <a:ln>
            <a:noFill/>
          </a:ln>
        </p:spPr>
        <p:txBody>
          <a:bodyPr anchorCtr="0" anchor="t" bIns="0" lIns="0" spcFirstLastPara="1" rIns="0" wrap="square" tIns="0">
            <a:noAutofit/>
          </a:bodyPr>
          <a:lstStyle/>
          <a:p>
            <a:pPr indent="0" lvl="0" marL="0" rtl="0" algn="l">
              <a:lnSpc>
                <a:spcPct val="80000"/>
              </a:lnSpc>
              <a:spcBef>
                <a:spcPts val="0"/>
              </a:spcBef>
              <a:spcAft>
                <a:spcPts val="0"/>
              </a:spcAft>
              <a:buSzPts val="2800"/>
              <a:buFont typeface="Proxima Nova"/>
              <a:buNone/>
            </a:pPr>
            <a:r>
              <a:rPr lang="en-SG"/>
              <a:t>This is a Slide Title</a:t>
            </a:r>
            <a:endParaRPr/>
          </a:p>
        </p:txBody>
      </p:sp>
      <p:sp>
        <p:nvSpPr>
          <p:cNvPr id="1316" name="Google Shape;1316;p56"/>
          <p:cNvSpPr txBox="1"/>
          <p:nvPr/>
        </p:nvSpPr>
        <p:spPr>
          <a:xfrm>
            <a:off x="446661" y="3268222"/>
            <a:ext cx="6818400" cy="617700"/>
          </a:xfrm>
          <a:prstGeom prst="rect">
            <a:avLst/>
          </a:prstGeom>
          <a:noFill/>
          <a:ln>
            <a:noFill/>
          </a:ln>
        </p:spPr>
        <p:txBody>
          <a:bodyPr anchorCtr="0" anchor="t" bIns="0" lIns="0" spcFirstLastPara="1" rIns="0" wrap="square" tIns="0">
            <a:spAutoFit/>
          </a:bodyPr>
          <a:lstStyle/>
          <a:p>
            <a:pPr indent="0" lvl="0" marL="0" marR="393700" rtl="0" algn="l">
              <a:lnSpc>
                <a:spcPct val="100699"/>
              </a:lnSpc>
              <a:spcBef>
                <a:spcPts val="3500"/>
              </a:spcBef>
              <a:spcAft>
                <a:spcPts val="0"/>
              </a:spcAft>
              <a:buClr>
                <a:srgbClr val="000000"/>
              </a:buClr>
              <a:buSzPts val="2100"/>
              <a:buFont typeface="Arial"/>
              <a:buNone/>
            </a:pPr>
            <a:r>
              <a:rPr b="1" i="0" lang="en-SG" sz="2000" u="none" cap="none" strike="noStrike">
                <a:solidFill>
                  <a:srgbClr val="000000"/>
                </a:solidFill>
                <a:latin typeface="Proxima Nova"/>
                <a:ea typeface="Proxima Nova"/>
                <a:cs typeface="Proxima Nova"/>
                <a:sym typeface="Proxima Nova"/>
              </a:rPr>
              <a:t>Your audience will listen to you or read the content,  but won’t do both.</a:t>
            </a:r>
            <a:endParaRPr b="0" i="0" sz="2000" u="none" cap="none" strike="noStrike">
              <a:solidFill>
                <a:srgbClr val="000000"/>
              </a:solidFill>
              <a:latin typeface="Proxima Nova"/>
              <a:ea typeface="Proxima Nova"/>
              <a:cs typeface="Proxima Nova"/>
              <a:sym typeface="Proxima Nova"/>
            </a:endParaRPr>
          </a:p>
        </p:txBody>
      </p:sp>
      <p:sp>
        <p:nvSpPr>
          <p:cNvPr id="1317" name="Google Shape;1317;p56"/>
          <p:cNvSpPr txBox="1"/>
          <p:nvPr/>
        </p:nvSpPr>
        <p:spPr>
          <a:xfrm>
            <a:off x="446650" y="1570450"/>
            <a:ext cx="7105800" cy="1015800"/>
          </a:xfrm>
          <a:prstGeom prst="rect">
            <a:avLst/>
          </a:prstGeom>
          <a:noFill/>
          <a:ln>
            <a:noFill/>
          </a:ln>
        </p:spPr>
        <p:txBody>
          <a:bodyPr anchorCtr="0" anchor="t" bIns="0" lIns="0" spcFirstLastPara="1" rIns="0" wrap="square" tIns="0">
            <a:spAutoFit/>
          </a:bodyPr>
          <a:lstStyle/>
          <a:p>
            <a:pPr indent="-231140" lvl="0" marL="457200" marR="0" rtl="0" algn="l">
              <a:lnSpc>
                <a:spcPct val="100000"/>
              </a:lnSpc>
              <a:spcBef>
                <a:spcPts val="0"/>
              </a:spcBef>
              <a:spcAft>
                <a:spcPts val="0"/>
              </a:spcAft>
              <a:buClr>
                <a:srgbClr val="901F75"/>
              </a:buClr>
              <a:buSzPts val="2200"/>
              <a:buFont typeface="Proxima Nova Extrabold"/>
              <a:buChar char="•"/>
            </a:pPr>
            <a:r>
              <a:rPr b="0" i="0" lang="en-SG" sz="1800" u="none" cap="none" strike="noStrike">
                <a:solidFill>
                  <a:srgbClr val="000000"/>
                </a:solidFill>
                <a:latin typeface="Proxima Nova"/>
                <a:ea typeface="Proxima Nova"/>
                <a:cs typeface="Proxima Nova"/>
                <a:sym typeface="Proxima Nova"/>
              </a:rPr>
              <a:t>Here you have a list of items</a:t>
            </a:r>
            <a:endParaRPr b="0" i="0" sz="1800" u="none" cap="none" strike="noStrike">
              <a:solidFill>
                <a:srgbClr val="000000"/>
              </a:solidFill>
              <a:latin typeface="Proxima Nova"/>
              <a:ea typeface="Proxima Nova"/>
              <a:cs typeface="Proxima Nova"/>
              <a:sym typeface="Proxima Nova"/>
            </a:endParaRPr>
          </a:p>
          <a:p>
            <a:pPr indent="-231140" lvl="0" marL="457200" marR="0" rtl="0" algn="l">
              <a:lnSpc>
                <a:spcPct val="100000"/>
              </a:lnSpc>
              <a:spcBef>
                <a:spcPts val="0"/>
              </a:spcBef>
              <a:spcAft>
                <a:spcPts val="0"/>
              </a:spcAft>
              <a:buClr>
                <a:srgbClr val="901F75"/>
              </a:buClr>
              <a:buSzPts val="2200"/>
              <a:buFont typeface="Proxima Nova Extrabold"/>
              <a:buChar char="•"/>
            </a:pPr>
            <a:r>
              <a:rPr b="0" i="0" lang="en-SG" sz="1800" u="none" cap="none" strike="noStrike">
                <a:solidFill>
                  <a:srgbClr val="000000"/>
                </a:solidFill>
                <a:latin typeface="Proxima Nova"/>
                <a:ea typeface="Proxima Nova"/>
                <a:cs typeface="Proxima Nova"/>
                <a:sym typeface="Proxima Nova"/>
              </a:rPr>
              <a:t>And some text</a:t>
            </a:r>
            <a:endParaRPr b="0" i="0" sz="1800" u="none" cap="none" strike="noStrike">
              <a:solidFill>
                <a:srgbClr val="000000"/>
              </a:solidFill>
              <a:latin typeface="Proxima Nova"/>
              <a:ea typeface="Proxima Nova"/>
              <a:cs typeface="Proxima Nova"/>
              <a:sym typeface="Proxima Nova"/>
            </a:endParaRPr>
          </a:p>
          <a:p>
            <a:pPr indent="-231140" lvl="0" marL="457200" marR="0" rtl="0" algn="l">
              <a:lnSpc>
                <a:spcPct val="100000"/>
              </a:lnSpc>
              <a:spcBef>
                <a:spcPts val="0"/>
              </a:spcBef>
              <a:spcAft>
                <a:spcPts val="0"/>
              </a:spcAft>
              <a:buClr>
                <a:srgbClr val="901F75"/>
              </a:buClr>
              <a:buSzPts val="2200"/>
              <a:buFont typeface="Proxima Nova Extrabold"/>
              <a:buChar char="•"/>
            </a:pPr>
            <a:r>
              <a:rPr b="0" i="0" lang="en-SG" sz="1800" u="none" cap="none" strike="noStrike">
                <a:solidFill>
                  <a:srgbClr val="000000"/>
                </a:solidFill>
                <a:latin typeface="Proxima Nova"/>
                <a:ea typeface="Proxima Nova"/>
                <a:cs typeface="Proxima Nova"/>
                <a:sym typeface="Proxima Nova"/>
              </a:rPr>
              <a:t>But remember not to overload each slide with too much content</a:t>
            </a:r>
            <a:endParaRPr b="0" i="0" sz="1800" u="none" cap="none" strike="noStrike">
              <a:solidFill>
                <a:srgbClr val="000000"/>
              </a:solidFill>
              <a:latin typeface="Proxima Nova"/>
              <a:ea typeface="Proxima Nova"/>
              <a:cs typeface="Proxima Nova"/>
              <a:sym typeface="Proxima Nova"/>
            </a:endParaRP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315" name="Google Shape;1315;p56"/>
          <p:cNvSpPr txBox="1"/>
          <p:nvPr>
            <p:ph type="title"/>
          </p:nvPr>
        </p:nvSpPr>
        <p:spPr>
          <a:xfrm>
            <a:off x="452425" y="351725"/>
            <a:ext cx="7199928" cy="344700"/>
          </a:xfrm>
          <a:prstGeom prst="rect">
            <a:avLst/>
          </a:prstGeom>
          <a:noFill/>
          <a:ln>
            <a:noFill/>
          </a:ln>
        </p:spPr>
        <p:txBody>
          <a:bodyPr anchorCtr="0" anchor="t" bIns="0" lIns="0" spcFirstLastPara="1" rIns="0" wrap="square" tIns="0">
            <a:noAutofit/>
          </a:bodyPr>
          <a:lstStyle/>
          <a:p>
            <a:pPr indent="0" lvl="0" marL="0" rtl="0" algn="l">
              <a:lnSpc>
                <a:spcPct val="80000"/>
              </a:lnSpc>
              <a:spcBef>
                <a:spcPts val="0"/>
              </a:spcBef>
              <a:spcAft>
                <a:spcPts val="0"/>
              </a:spcAft>
              <a:buSzPts val="2800"/>
              <a:buFont typeface="Proxima Nova"/>
              <a:buNone/>
            </a:pPr>
            <a:r>
              <a:rPr lang="en-SG"/>
              <a:t>This is a Slide Title</a:t>
            </a:r>
            <a:endParaRPr/>
          </a:p>
        </p:txBody>
      </p:sp>
      <p:sp>
        <p:nvSpPr>
          <p:cNvPr id="1316" name="Google Shape;1316;p56"/>
          <p:cNvSpPr txBox="1"/>
          <p:nvPr/>
        </p:nvSpPr>
        <p:spPr>
          <a:xfrm>
            <a:off x="446661" y="3268222"/>
            <a:ext cx="6818400" cy="617700"/>
          </a:xfrm>
          <a:prstGeom prst="rect">
            <a:avLst/>
          </a:prstGeom>
          <a:noFill/>
          <a:ln>
            <a:noFill/>
          </a:ln>
        </p:spPr>
        <p:txBody>
          <a:bodyPr anchorCtr="0" anchor="t" bIns="0" lIns="0" spcFirstLastPara="1" rIns="0" wrap="square" tIns="0">
            <a:spAutoFit/>
          </a:bodyPr>
          <a:lstStyle/>
          <a:p>
            <a:pPr indent="0" lvl="0" marL="0" marR="393700" rtl="0" algn="l">
              <a:lnSpc>
                <a:spcPct val="100699"/>
              </a:lnSpc>
              <a:spcBef>
                <a:spcPts val="3500"/>
              </a:spcBef>
              <a:spcAft>
                <a:spcPts val="0"/>
              </a:spcAft>
              <a:buClr>
                <a:srgbClr val="000000"/>
              </a:buClr>
              <a:buSzPts val="2100"/>
              <a:buFont typeface="Arial"/>
              <a:buNone/>
            </a:pPr>
            <a:r>
              <a:rPr b="1" i="0" lang="en-SG" sz="2000" u="none" cap="none" strike="noStrike">
                <a:solidFill>
                  <a:srgbClr val="000000"/>
                </a:solidFill>
                <a:latin typeface="Proxima Nova"/>
                <a:ea typeface="Proxima Nova"/>
                <a:cs typeface="Proxima Nova"/>
                <a:sym typeface="Proxima Nova"/>
              </a:rPr>
              <a:t>Your audience will listen to you or read the content,  but won’t do both.</a:t>
            </a:r>
            <a:endParaRPr b="0" i="0" sz="2000" u="none" cap="none" strike="noStrike">
              <a:solidFill>
                <a:srgbClr val="000000"/>
              </a:solidFill>
              <a:latin typeface="Proxima Nova"/>
              <a:ea typeface="Proxima Nova"/>
              <a:cs typeface="Proxima Nova"/>
              <a:sym typeface="Proxima Nova"/>
            </a:endParaRPr>
          </a:p>
        </p:txBody>
      </p:sp>
      <p:sp>
        <p:nvSpPr>
          <p:cNvPr id="1317" name="Google Shape;1317;p56"/>
          <p:cNvSpPr txBox="1"/>
          <p:nvPr/>
        </p:nvSpPr>
        <p:spPr>
          <a:xfrm>
            <a:off x="446650" y="1570450"/>
            <a:ext cx="7105800" cy="1015800"/>
          </a:xfrm>
          <a:prstGeom prst="rect">
            <a:avLst/>
          </a:prstGeom>
          <a:noFill/>
          <a:ln>
            <a:noFill/>
          </a:ln>
        </p:spPr>
        <p:txBody>
          <a:bodyPr anchorCtr="0" anchor="t" bIns="0" lIns="0" spcFirstLastPara="1" rIns="0" wrap="square" tIns="0">
            <a:spAutoFit/>
          </a:bodyPr>
          <a:lstStyle/>
          <a:p>
            <a:pPr indent="-231140" lvl="0" marL="457200" marR="0" rtl="0" algn="l">
              <a:lnSpc>
                <a:spcPct val="100000"/>
              </a:lnSpc>
              <a:spcBef>
                <a:spcPts val="0"/>
              </a:spcBef>
              <a:spcAft>
                <a:spcPts val="0"/>
              </a:spcAft>
              <a:buClr>
                <a:srgbClr val="901F75"/>
              </a:buClr>
              <a:buSzPts val="2200"/>
              <a:buFont typeface="Proxima Nova Extrabold"/>
              <a:buChar char="•"/>
            </a:pPr>
            <a:r>
              <a:rPr b="0" i="0" lang="en-SG" sz="1800" u="none" cap="none" strike="noStrike">
                <a:solidFill>
                  <a:srgbClr val="000000"/>
                </a:solidFill>
                <a:latin typeface="Proxima Nova"/>
                <a:ea typeface="Proxima Nova"/>
                <a:cs typeface="Proxima Nova"/>
                <a:sym typeface="Proxima Nova"/>
              </a:rPr>
              <a:t>Here you have a list of items</a:t>
            </a:r>
            <a:endParaRPr b="0" i="0" sz="1800" u="none" cap="none" strike="noStrike">
              <a:solidFill>
                <a:srgbClr val="000000"/>
              </a:solidFill>
              <a:latin typeface="Proxima Nova"/>
              <a:ea typeface="Proxima Nova"/>
              <a:cs typeface="Proxima Nova"/>
              <a:sym typeface="Proxima Nova"/>
            </a:endParaRPr>
          </a:p>
          <a:p>
            <a:pPr indent="-231140" lvl="0" marL="457200" marR="0" rtl="0" algn="l">
              <a:lnSpc>
                <a:spcPct val="100000"/>
              </a:lnSpc>
              <a:spcBef>
                <a:spcPts val="0"/>
              </a:spcBef>
              <a:spcAft>
                <a:spcPts val="0"/>
              </a:spcAft>
              <a:buClr>
                <a:srgbClr val="901F75"/>
              </a:buClr>
              <a:buSzPts val="2200"/>
              <a:buFont typeface="Proxima Nova Extrabold"/>
              <a:buChar char="•"/>
            </a:pPr>
            <a:r>
              <a:rPr b="0" i="0" lang="en-SG" sz="1800" u="none" cap="none" strike="noStrike">
                <a:solidFill>
                  <a:srgbClr val="000000"/>
                </a:solidFill>
                <a:latin typeface="Proxima Nova"/>
                <a:ea typeface="Proxima Nova"/>
                <a:cs typeface="Proxima Nova"/>
                <a:sym typeface="Proxima Nova"/>
              </a:rPr>
              <a:t>And some text</a:t>
            </a:r>
            <a:endParaRPr b="0" i="0" sz="1800" u="none" cap="none" strike="noStrike">
              <a:solidFill>
                <a:srgbClr val="000000"/>
              </a:solidFill>
              <a:latin typeface="Proxima Nova"/>
              <a:ea typeface="Proxima Nova"/>
              <a:cs typeface="Proxima Nova"/>
              <a:sym typeface="Proxima Nova"/>
            </a:endParaRPr>
          </a:p>
          <a:p>
            <a:pPr indent="-231140" lvl="0" marL="457200" marR="0" rtl="0" algn="l">
              <a:lnSpc>
                <a:spcPct val="100000"/>
              </a:lnSpc>
              <a:spcBef>
                <a:spcPts val="0"/>
              </a:spcBef>
              <a:spcAft>
                <a:spcPts val="0"/>
              </a:spcAft>
              <a:buClr>
                <a:srgbClr val="901F75"/>
              </a:buClr>
              <a:buSzPts val="2200"/>
              <a:buFont typeface="Proxima Nova Extrabold"/>
              <a:buChar char="•"/>
            </a:pPr>
            <a:r>
              <a:rPr b="0" i="0" lang="en-SG" sz="1800" u="none" cap="none" strike="noStrike">
                <a:solidFill>
                  <a:srgbClr val="000000"/>
                </a:solidFill>
                <a:latin typeface="Proxima Nova"/>
                <a:ea typeface="Proxima Nova"/>
                <a:cs typeface="Proxima Nova"/>
                <a:sym typeface="Proxima Nova"/>
              </a:rPr>
              <a:t>But remember not to overload each slide with too much content</a:t>
            </a:r>
            <a:endParaRPr b="0" i="0" sz="1800" u="none" cap="none" strike="noStrike">
              <a:solidFill>
                <a:srgbClr val="000000"/>
              </a:solidFill>
              <a:latin typeface="Proxima Nova"/>
              <a:ea typeface="Proxima Nova"/>
              <a:cs typeface="Proxima Nova"/>
              <a:sym typeface="Proxima Nova"/>
            </a:endParaRP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315" name="Google Shape;1315;p56"/>
          <p:cNvSpPr txBox="1"/>
          <p:nvPr>
            <p:ph type="title"/>
          </p:nvPr>
        </p:nvSpPr>
        <p:spPr>
          <a:xfrm>
            <a:off x="452425" y="351725"/>
            <a:ext cx="7199928" cy="344700"/>
          </a:xfrm>
          <a:prstGeom prst="rect">
            <a:avLst/>
          </a:prstGeom>
          <a:noFill/>
          <a:ln>
            <a:noFill/>
          </a:ln>
        </p:spPr>
        <p:txBody>
          <a:bodyPr anchorCtr="0" anchor="t" bIns="0" lIns="0" spcFirstLastPara="1" rIns="0" wrap="square" tIns="0">
            <a:noAutofit/>
          </a:bodyPr>
          <a:lstStyle/>
          <a:p>
            <a:pPr indent="0" lvl="0" marL="0" rtl="0" algn="l">
              <a:lnSpc>
                <a:spcPct val="80000"/>
              </a:lnSpc>
              <a:spcBef>
                <a:spcPts val="0"/>
              </a:spcBef>
              <a:spcAft>
                <a:spcPts val="0"/>
              </a:spcAft>
              <a:buSzPts val="2800"/>
              <a:buFont typeface="Proxima Nova"/>
              <a:buNone/>
            </a:pPr>
            <a:r>
              <a:rPr lang="en-SG"/>
              <a:t>This is a Slide Title</a:t>
            </a:r>
            <a:endParaRPr/>
          </a:p>
        </p:txBody>
      </p:sp>
      <p:sp>
        <p:nvSpPr>
          <p:cNvPr id="1316" name="Google Shape;1316;p56"/>
          <p:cNvSpPr txBox="1"/>
          <p:nvPr/>
        </p:nvSpPr>
        <p:spPr>
          <a:xfrm>
            <a:off x="446661" y="3268222"/>
            <a:ext cx="6818400" cy="617700"/>
          </a:xfrm>
          <a:prstGeom prst="rect">
            <a:avLst/>
          </a:prstGeom>
          <a:noFill/>
          <a:ln>
            <a:noFill/>
          </a:ln>
        </p:spPr>
        <p:txBody>
          <a:bodyPr anchorCtr="0" anchor="t" bIns="0" lIns="0" spcFirstLastPara="1" rIns="0" wrap="square" tIns="0">
            <a:spAutoFit/>
          </a:bodyPr>
          <a:lstStyle/>
          <a:p>
            <a:pPr indent="0" lvl="0" marL="0" marR="393700" rtl="0" algn="l">
              <a:lnSpc>
                <a:spcPct val="100699"/>
              </a:lnSpc>
              <a:spcBef>
                <a:spcPts val="3500"/>
              </a:spcBef>
              <a:spcAft>
                <a:spcPts val="0"/>
              </a:spcAft>
              <a:buClr>
                <a:srgbClr val="000000"/>
              </a:buClr>
              <a:buSzPts val="2100"/>
              <a:buFont typeface="Arial"/>
              <a:buNone/>
            </a:pPr>
            <a:r>
              <a:rPr b="1" i="0" lang="en-SG" sz="2000" u="none" cap="none" strike="noStrike">
                <a:solidFill>
                  <a:srgbClr val="000000"/>
                </a:solidFill>
                <a:latin typeface="Proxima Nova"/>
                <a:ea typeface="Proxima Nova"/>
                <a:cs typeface="Proxima Nova"/>
                <a:sym typeface="Proxima Nova"/>
              </a:rPr>
              <a:t>Your audience will listen to you or read the content,  but won’t do both.</a:t>
            </a:r>
            <a:endParaRPr b="0" i="0" sz="2000" u="none" cap="none" strike="noStrike">
              <a:solidFill>
                <a:srgbClr val="000000"/>
              </a:solidFill>
              <a:latin typeface="Proxima Nova"/>
              <a:ea typeface="Proxima Nova"/>
              <a:cs typeface="Proxima Nova"/>
              <a:sym typeface="Proxima Nova"/>
            </a:endParaRPr>
          </a:p>
        </p:txBody>
      </p:sp>
      <p:sp>
        <p:nvSpPr>
          <p:cNvPr id="1317" name="Google Shape;1317;p56"/>
          <p:cNvSpPr txBox="1"/>
          <p:nvPr/>
        </p:nvSpPr>
        <p:spPr>
          <a:xfrm>
            <a:off x="446650" y="1570450"/>
            <a:ext cx="7105800" cy="1015800"/>
          </a:xfrm>
          <a:prstGeom prst="rect">
            <a:avLst/>
          </a:prstGeom>
          <a:noFill/>
          <a:ln>
            <a:noFill/>
          </a:ln>
        </p:spPr>
        <p:txBody>
          <a:bodyPr anchorCtr="0" anchor="t" bIns="0" lIns="0" spcFirstLastPara="1" rIns="0" wrap="square" tIns="0">
            <a:spAutoFit/>
          </a:bodyPr>
          <a:lstStyle/>
          <a:p>
            <a:pPr indent="-231140" lvl="0" marL="457200" marR="0" rtl="0" algn="l">
              <a:lnSpc>
                <a:spcPct val="100000"/>
              </a:lnSpc>
              <a:spcBef>
                <a:spcPts val="0"/>
              </a:spcBef>
              <a:spcAft>
                <a:spcPts val="0"/>
              </a:spcAft>
              <a:buClr>
                <a:srgbClr val="901F75"/>
              </a:buClr>
              <a:buSzPts val="2200"/>
              <a:buFont typeface="Proxima Nova Extrabold"/>
              <a:buChar char="•"/>
            </a:pPr>
            <a:r>
              <a:rPr b="0" i="0" lang="en-SG" sz="1800" u="none" cap="none" strike="noStrike">
                <a:solidFill>
                  <a:srgbClr val="000000"/>
                </a:solidFill>
                <a:latin typeface="Proxima Nova"/>
                <a:ea typeface="Proxima Nova"/>
                <a:cs typeface="Proxima Nova"/>
                <a:sym typeface="Proxima Nova"/>
              </a:rPr>
              <a:t>Here you have a list of items</a:t>
            </a:r>
            <a:endParaRPr b="0" i="0" sz="1800" u="none" cap="none" strike="noStrike">
              <a:solidFill>
                <a:srgbClr val="000000"/>
              </a:solidFill>
              <a:latin typeface="Proxima Nova"/>
              <a:ea typeface="Proxima Nova"/>
              <a:cs typeface="Proxima Nova"/>
              <a:sym typeface="Proxima Nova"/>
            </a:endParaRPr>
          </a:p>
          <a:p>
            <a:pPr indent="-231140" lvl="0" marL="457200" marR="0" rtl="0" algn="l">
              <a:lnSpc>
                <a:spcPct val="100000"/>
              </a:lnSpc>
              <a:spcBef>
                <a:spcPts val="0"/>
              </a:spcBef>
              <a:spcAft>
                <a:spcPts val="0"/>
              </a:spcAft>
              <a:buClr>
                <a:srgbClr val="901F75"/>
              </a:buClr>
              <a:buSzPts val="2200"/>
              <a:buFont typeface="Proxima Nova Extrabold"/>
              <a:buChar char="•"/>
            </a:pPr>
            <a:r>
              <a:rPr b="0" i="0" lang="en-SG" sz="1800" u="none" cap="none" strike="noStrike">
                <a:solidFill>
                  <a:srgbClr val="000000"/>
                </a:solidFill>
                <a:latin typeface="Proxima Nova"/>
                <a:ea typeface="Proxima Nova"/>
                <a:cs typeface="Proxima Nova"/>
                <a:sym typeface="Proxima Nova"/>
              </a:rPr>
              <a:t>And some text</a:t>
            </a:r>
            <a:endParaRPr b="0" i="0" sz="1800" u="none" cap="none" strike="noStrike">
              <a:solidFill>
                <a:srgbClr val="000000"/>
              </a:solidFill>
              <a:latin typeface="Proxima Nova"/>
              <a:ea typeface="Proxima Nova"/>
              <a:cs typeface="Proxima Nova"/>
              <a:sym typeface="Proxima Nova"/>
            </a:endParaRPr>
          </a:p>
          <a:p>
            <a:pPr indent="-231140" lvl="0" marL="457200" marR="0" rtl="0" algn="l">
              <a:lnSpc>
                <a:spcPct val="100000"/>
              </a:lnSpc>
              <a:spcBef>
                <a:spcPts val="0"/>
              </a:spcBef>
              <a:spcAft>
                <a:spcPts val="0"/>
              </a:spcAft>
              <a:buClr>
                <a:srgbClr val="901F75"/>
              </a:buClr>
              <a:buSzPts val="2200"/>
              <a:buFont typeface="Proxima Nova Extrabold"/>
              <a:buChar char="•"/>
            </a:pPr>
            <a:r>
              <a:rPr b="0" i="0" lang="en-SG" sz="1800" u="none" cap="none" strike="noStrike">
                <a:solidFill>
                  <a:srgbClr val="000000"/>
                </a:solidFill>
                <a:latin typeface="Proxima Nova"/>
                <a:ea typeface="Proxima Nova"/>
                <a:cs typeface="Proxima Nova"/>
                <a:sym typeface="Proxima Nova"/>
              </a:rPr>
              <a:t>But remember not to overload each slide with too much content</a:t>
            </a:r>
            <a:endParaRPr b="0" i="0" sz="1800" u="none" cap="none" strike="noStrike">
              <a:solidFill>
                <a:srgbClr val="000000"/>
              </a:solidFill>
              <a:latin typeface="Proxima Nova"/>
              <a:ea typeface="Proxima Nova"/>
              <a:cs typeface="Proxima Nova"/>
              <a:sym typeface="Proxima Nova"/>
            </a:endParaRP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315" name="Google Shape;1315;p56"/>
          <p:cNvSpPr txBox="1"/>
          <p:nvPr>
            <p:ph type="title"/>
          </p:nvPr>
        </p:nvSpPr>
        <p:spPr>
          <a:xfrm>
            <a:off x="452425" y="351725"/>
            <a:ext cx="7199928" cy="344700"/>
          </a:xfrm>
          <a:prstGeom prst="rect">
            <a:avLst/>
          </a:prstGeom>
          <a:noFill/>
          <a:ln>
            <a:noFill/>
          </a:ln>
        </p:spPr>
        <p:txBody>
          <a:bodyPr anchorCtr="0" anchor="t" bIns="0" lIns="0" spcFirstLastPara="1" rIns="0" wrap="square" tIns="0">
            <a:noAutofit/>
          </a:bodyPr>
          <a:lstStyle/>
          <a:p>
            <a:pPr indent="0" lvl="0" marL="0" rtl="0" algn="l">
              <a:lnSpc>
                <a:spcPct val="80000"/>
              </a:lnSpc>
              <a:spcBef>
                <a:spcPts val="0"/>
              </a:spcBef>
              <a:spcAft>
                <a:spcPts val="0"/>
              </a:spcAft>
              <a:buSzPts val="2800"/>
              <a:buFont typeface="Proxima Nova"/>
              <a:buNone/>
            </a:pPr>
            <a:r>
              <a:rPr lang="en-SG"/>
              <a:t>This is a Slide Title</a:t>
            </a:r>
            <a:endParaRPr/>
          </a:p>
        </p:txBody>
      </p:sp>
      <p:sp>
        <p:nvSpPr>
          <p:cNvPr id="1316" name="Google Shape;1316;p56"/>
          <p:cNvSpPr txBox="1"/>
          <p:nvPr/>
        </p:nvSpPr>
        <p:spPr>
          <a:xfrm>
            <a:off x="446661" y="3268222"/>
            <a:ext cx="6818400" cy="617700"/>
          </a:xfrm>
          <a:prstGeom prst="rect">
            <a:avLst/>
          </a:prstGeom>
          <a:noFill/>
          <a:ln>
            <a:noFill/>
          </a:ln>
        </p:spPr>
        <p:txBody>
          <a:bodyPr anchorCtr="0" anchor="t" bIns="0" lIns="0" spcFirstLastPara="1" rIns="0" wrap="square" tIns="0">
            <a:spAutoFit/>
          </a:bodyPr>
          <a:lstStyle/>
          <a:p>
            <a:pPr indent="0" lvl="0" marL="0" marR="393700" rtl="0" algn="l">
              <a:lnSpc>
                <a:spcPct val="100699"/>
              </a:lnSpc>
              <a:spcBef>
                <a:spcPts val="3500"/>
              </a:spcBef>
              <a:spcAft>
                <a:spcPts val="0"/>
              </a:spcAft>
              <a:buClr>
                <a:srgbClr val="000000"/>
              </a:buClr>
              <a:buSzPts val="2100"/>
              <a:buFont typeface="Arial"/>
              <a:buNone/>
            </a:pPr>
            <a:r>
              <a:rPr b="1" i="0" lang="en-SG" sz="2000" u="none" cap="none" strike="noStrike">
                <a:solidFill>
                  <a:srgbClr val="000000"/>
                </a:solidFill>
                <a:latin typeface="Proxima Nova"/>
                <a:ea typeface="Proxima Nova"/>
                <a:cs typeface="Proxima Nova"/>
                <a:sym typeface="Proxima Nova"/>
              </a:rPr>
              <a:t>Your audience will listen to you or read the content,  but won’t do both.</a:t>
            </a:r>
            <a:endParaRPr b="0" i="0" sz="2000" u="none" cap="none" strike="noStrike">
              <a:solidFill>
                <a:srgbClr val="000000"/>
              </a:solidFill>
              <a:latin typeface="Proxima Nova"/>
              <a:ea typeface="Proxima Nova"/>
              <a:cs typeface="Proxima Nova"/>
              <a:sym typeface="Proxima Nova"/>
            </a:endParaRPr>
          </a:p>
        </p:txBody>
      </p:sp>
      <p:sp>
        <p:nvSpPr>
          <p:cNvPr id="1317" name="Google Shape;1317;p56"/>
          <p:cNvSpPr txBox="1"/>
          <p:nvPr/>
        </p:nvSpPr>
        <p:spPr>
          <a:xfrm>
            <a:off x="446650" y="1570450"/>
            <a:ext cx="7105800" cy="1015800"/>
          </a:xfrm>
          <a:prstGeom prst="rect">
            <a:avLst/>
          </a:prstGeom>
          <a:noFill/>
          <a:ln>
            <a:noFill/>
          </a:ln>
        </p:spPr>
        <p:txBody>
          <a:bodyPr anchorCtr="0" anchor="t" bIns="0" lIns="0" spcFirstLastPara="1" rIns="0" wrap="square" tIns="0">
            <a:spAutoFit/>
          </a:bodyPr>
          <a:lstStyle/>
          <a:p>
            <a:pPr indent="-231140" lvl="0" marL="457200" marR="0" rtl="0" algn="l">
              <a:lnSpc>
                <a:spcPct val="100000"/>
              </a:lnSpc>
              <a:spcBef>
                <a:spcPts val="0"/>
              </a:spcBef>
              <a:spcAft>
                <a:spcPts val="0"/>
              </a:spcAft>
              <a:buClr>
                <a:srgbClr val="901F75"/>
              </a:buClr>
              <a:buSzPts val="2200"/>
              <a:buFont typeface="Proxima Nova Extrabold"/>
              <a:buChar char="•"/>
            </a:pPr>
            <a:r>
              <a:rPr b="0" i="0" lang="en-SG" sz="1800" u="none" cap="none" strike="noStrike">
                <a:solidFill>
                  <a:srgbClr val="000000"/>
                </a:solidFill>
                <a:latin typeface="Proxima Nova"/>
                <a:ea typeface="Proxima Nova"/>
                <a:cs typeface="Proxima Nova"/>
                <a:sym typeface="Proxima Nova"/>
              </a:rPr>
              <a:t>Here you have a list of items</a:t>
            </a:r>
            <a:endParaRPr b="0" i="0" sz="1800" u="none" cap="none" strike="noStrike">
              <a:solidFill>
                <a:srgbClr val="000000"/>
              </a:solidFill>
              <a:latin typeface="Proxima Nova"/>
              <a:ea typeface="Proxima Nova"/>
              <a:cs typeface="Proxima Nova"/>
              <a:sym typeface="Proxima Nova"/>
            </a:endParaRPr>
          </a:p>
          <a:p>
            <a:pPr indent="-231140" lvl="0" marL="457200" marR="0" rtl="0" algn="l">
              <a:lnSpc>
                <a:spcPct val="100000"/>
              </a:lnSpc>
              <a:spcBef>
                <a:spcPts val="0"/>
              </a:spcBef>
              <a:spcAft>
                <a:spcPts val="0"/>
              </a:spcAft>
              <a:buClr>
                <a:srgbClr val="901F75"/>
              </a:buClr>
              <a:buSzPts val="2200"/>
              <a:buFont typeface="Proxima Nova Extrabold"/>
              <a:buChar char="•"/>
            </a:pPr>
            <a:r>
              <a:rPr b="0" i="0" lang="en-SG" sz="1800" u="none" cap="none" strike="noStrike">
                <a:solidFill>
                  <a:srgbClr val="000000"/>
                </a:solidFill>
                <a:latin typeface="Proxima Nova"/>
                <a:ea typeface="Proxima Nova"/>
                <a:cs typeface="Proxima Nova"/>
                <a:sym typeface="Proxima Nova"/>
              </a:rPr>
              <a:t>And some text</a:t>
            </a:r>
            <a:endParaRPr b="0" i="0" sz="1800" u="none" cap="none" strike="noStrike">
              <a:solidFill>
                <a:srgbClr val="000000"/>
              </a:solidFill>
              <a:latin typeface="Proxima Nova"/>
              <a:ea typeface="Proxima Nova"/>
              <a:cs typeface="Proxima Nova"/>
              <a:sym typeface="Proxima Nova"/>
            </a:endParaRPr>
          </a:p>
          <a:p>
            <a:pPr indent="-231140" lvl="0" marL="457200" marR="0" rtl="0" algn="l">
              <a:lnSpc>
                <a:spcPct val="100000"/>
              </a:lnSpc>
              <a:spcBef>
                <a:spcPts val="0"/>
              </a:spcBef>
              <a:spcAft>
                <a:spcPts val="0"/>
              </a:spcAft>
              <a:buClr>
                <a:srgbClr val="901F75"/>
              </a:buClr>
              <a:buSzPts val="2200"/>
              <a:buFont typeface="Proxima Nova Extrabold"/>
              <a:buChar char="•"/>
            </a:pPr>
            <a:r>
              <a:rPr b="0" i="0" lang="en-SG" sz="1800" u="none" cap="none" strike="noStrike">
                <a:solidFill>
                  <a:srgbClr val="000000"/>
                </a:solidFill>
                <a:latin typeface="Proxima Nova"/>
                <a:ea typeface="Proxima Nova"/>
                <a:cs typeface="Proxima Nova"/>
                <a:sym typeface="Proxima Nova"/>
              </a:rPr>
              <a:t>But remember not to overload each slide with too much content</a:t>
            </a:r>
            <a:endParaRPr b="0" i="0" sz="1800" u="none" cap="none" strike="noStrike">
              <a:solidFill>
                <a:srgbClr val="000000"/>
              </a:solidFill>
              <a:latin typeface="Proxima Nova"/>
              <a:ea typeface="Proxima Nova"/>
              <a:cs typeface="Proxima Nova"/>
              <a:sym typeface="Proxima Nova"/>
            </a:endParaRP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315" name="Google Shape;1315;p56"/>
          <p:cNvSpPr txBox="1"/>
          <p:nvPr>
            <p:ph type="title"/>
          </p:nvPr>
        </p:nvSpPr>
        <p:spPr>
          <a:xfrm>
            <a:off x="452425" y="351725"/>
            <a:ext cx="7199928" cy="344700"/>
          </a:xfrm>
          <a:prstGeom prst="rect">
            <a:avLst/>
          </a:prstGeom>
          <a:noFill/>
          <a:ln>
            <a:noFill/>
          </a:ln>
        </p:spPr>
        <p:txBody>
          <a:bodyPr anchorCtr="0" anchor="t" bIns="0" lIns="0" spcFirstLastPara="1" rIns="0" wrap="square" tIns="0">
            <a:noAutofit/>
          </a:bodyPr>
          <a:lstStyle/>
          <a:p>
            <a:pPr indent="0" lvl="0" marL="0" rtl="0" algn="l">
              <a:lnSpc>
                <a:spcPct val="80000"/>
              </a:lnSpc>
              <a:spcBef>
                <a:spcPts val="0"/>
              </a:spcBef>
              <a:spcAft>
                <a:spcPts val="0"/>
              </a:spcAft>
              <a:buSzPts val="2800"/>
              <a:buFont typeface="Proxima Nova"/>
              <a:buNone/>
            </a:pPr>
            <a:r>
              <a:rPr lang="en-SG"/>
              <a:t>This is a Slide Title</a:t>
            </a:r>
            <a:endParaRPr/>
          </a:p>
        </p:txBody>
      </p:sp>
      <p:sp>
        <p:nvSpPr>
          <p:cNvPr id="1316" name="Google Shape;1316;p56"/>
          <p:cNvSpPr txBox="1"/>
          <p:nvPr/>
        </p:nvSpPr>
        <p:spPr>
          <a:xfrm>
            <a:off x="446661" y="3268222"/>
            <a:ext cx="6818400" cy="617700"/>
          </a:xfrm>
          <a:prstGeom prst="rect">
            <a:avLst/>
          </a:prstGeom>
          <a:noFill/>
          <a:ln>
            <a:noFill/>
          </a:ln>
        </p:spPr>
        <p:txBody>
          <a:bodyPr anchorCtr="0" anchor="t" bIns="0" lIns="0" spcFirstLastPara="1" rIns="0" wrap="square" tIns="0">
            <a:spAutoFit/>
          </a:bodyPr>
          <a:lstStyle/>
          <a:p>
            <a:pPr indent="0" lvl="0" marL="0" marR="393700" rtl="0" algn="l">
              <a:lnSpc>
                <a:spcPct val="100699"/>
              </a:lnSpc>
              <a:spcBef>
                <a:spcPts val="3500"/>
              </a:spcBef>
              <a:spcAft>
                <a:spcPts val="0"/>
              </a:spcAft>
              <a:buClr>
                <a:srgbClr val="000000"/>
              </a:buClr>
              <a:buSzPts val="2100"/>
              <a:buFont typeface="Arial"/>
              <a:buNone/>
            </a:pPr>
            <a:r>
              <a:rPr b="1" i="0" lang="en-SG" sz="2000" u="none" cap="none" strike="noStrike">
                <a:solidFill>
                  <a:srgbClr val="000000"/>
                </a:solidFill>
                <a:latin typeface="Proxima Nova"/>
                <a:ea typeface="Proxima Nova"/>
                <a:cs typeface="Proxima Nova"/>
                <a:sym typeface="Proxima Nova"/>
              </a:rPr>
              <a:t>Your audience will listen to you or read the content,  but won’t do both.</a:t>
            </a:r>
            <a:endParaRPr b="0" i="0" sz="2000" u="none" cap="none" strike="noStrike">
              <a:solidFill>
                <a:srgbClr val="000000"/>
              </a:solidFill>
              <a:latin typeface="Proxima Nova"/>
              <a:ea typeface="Proxima Nova"/>
              <a:cs typeface="Proxima Nova"/>
              <a:sym typeface="Proxima Nova"/>
            </a:endParaRPr>
          </a:p>
        </p:txBody>
      </p:sp>
      <p:sp>
        <p:nvSpPr>
          <p:cNvPr id="1317" name="Google Shape;1317;p56"/>
          <p:cNvSpPr txBox="1"/>
          <p:nvPr/>
        </p:nvSpPr>
        <p:spPr>
          <a:xfrm>
            <a:off x="446650" y="1570450"/>
            <a:ext cx="7105800" cy="1015800"/>
          </a:xfrm>
          <a:prstGeom prst="rect">
            <a:avLst/>
          </a:prstGeom>
          <a:noFill/>
          <a:ln>
            <a:noFill/>
          </a:ln>
        </p:spPr>
        <p:txBody>
          <a:bodyPr anchorCtr="0" anchor="t" bIns="0" lIns="0" spcFirstLastPara="1" rIns="0" wrap="square" tIns="0">
            <a:spAutoFit/>
          </a:bodyPr>
          <a:lstStyle/>
          <a:p>
            <a:pPr indent="-231140" lvl="0" marL="457200" marR="0" rtl="0" algn="l">
              <a:lnSpc>
                <a:spcPct val="100000"/>
              </a:lnSpc>
              <a:spcBef>
                <a:spcPts val="0"/>
              </a:spcBef>
              <a:spcAft>
                <a:spcPts val="0"/>
              </a:spcAft>
              <a:buClr>
                <a:srgbClr val="901F75"/>
              </a:buClr>
              <a:buSzPts val="2200"/>
              <a:buFont typeface="Proxima Nova Extrabold"/>
              <a:buChar char="•"/>
            </a:pPr>
            <a:r>
              <a:rPr b="0" i="0" lang="en-SG" sz="1800" u="none" cap="none" strike="noStrike">
                <a:solidFill>
                  <a:srgbClr val="000000"/>
                </a:solidFill>
                <a:latin typeface="Proxima Nova"/>
                <a:ea typeface="Proxima Nova"/>
                <a:cs typeface="Proxima Nova"/>
                <a:sym typeface="Proxima Nova"/>
              </a:rPr>
              <a:t>Here you have a list of items</a:t>
            </a:r>
            <a:endParaRPr b="0" i="0" sz="1800" u="none" cap="none" strike="noStrike">
              <a:solidFill>
                <a:srgbClr val="000000"/>
              </a:solidFill>
              <a:latin typeface="Proxima Nova"/>
              <a:ea typeface="Proxima Nova"/>
              <a:cs typeface="Proxima Nova"/>
              <a:sym typeface="Proxima Nova"/>
            </a:endParaRPr>
          </a:p>
          <a:p>
            <a:pPr indent="-231140" lvl="0" marL="457200" marR="0" rtl="0" algn="l">
              <a:lnSpc>
                <a:spcPct val="100000"/>
              </a:lnSpc>
              <a:spcBef>
                <a:spcPts val="0"/>
              </a:spcBef>
              <a:spcAft>
                <a:spcPts val="0"/>
              </a:spcAft>
              <a:buClr>
                <a:srgbClr val="901F75"/>
              </a:buClr>
              <a:buSzPts val="2200"/>
              <a:buFont typeface="Proxima Nova Extrabold"/>
              <a:buChar char="•"/>
            </a:pPr>
            <a:r>
              <a:rPr b="0" i="0" lang="en-SG" sz="1800" u="none" cap="none" strike="noStrike">
                <a:solidFill>
                  <a:srgbClr val="000000"/>
                </a:solidFill>
                <a:latin typeface="Proxima Nova"/>
                <a:ea typeface="Proxima Nova"/>
                <a:cs typeface="Proxima Nova"/>
                <a:sym typeface="Proxima Nova"/>
              </a:rPr>
              <a:t>And some text</a:t>
            </a:r>
            <a:endParaRPr b="0" i="0" sz="1800" u="none" cap="none" strike="noStrike">
              <a:solidFill>
                <a:srgbClr val="000000"/>
              </a:solidFill>
              <a:latin typeface="Proxima Nova"/>
              <a:ea typeface="Proxima Nova"/>
              <a:cs typeface="Proxima Nova"/>
              <a:sym typeface="Proxima Nova"/>
            </a:endParaRPr>
          </a:p>
          <a:p>
            <a:pPr indent="-231140" lvl="0" marL="457200" marR="0" rtl="0" algn="l">
              <a:lnSpc>
                <a:spcPct val="100000"/>
              </a:lnSpc>
              <a:spcBef>
                <a:spcPts val="0"/>
              </a:spcBef>
              <a:spcAft>
                <a:spcPts val="0"/>
              </a:spcAft>
              <a:buClr>
                <a:srgbClr val="901F75"/>
              </a:buClr>
              <a:buSzPts val="2200"/>
              <a:buFont typeface="Proxima Nova Extrabold"/>
              <a:buChar char="•"/>
            </a:pPr>
            <a:r>
              <a:rPr b="0" i="0" lang="en-SG" sz="1800" u="none" cap="none" strike="noStrike">
                <a:solidFill>
                  <a:srgbClr val="000000"/>
                </a:solidFill>
                <a:latin typeface="Proxima Nova"/>
                <a:ea typeface="Proxima Nova"/>
                <a:cs typeface="Proxima Nova"/>
                <a:sym typeface="Proxima Nova"/>
              </a:rPr>
              <a:t>But remember not to overload each slide with too much content</a:t>
            </a:r>
            <a:endParaRPr b="0" i="0" sz="1800" u="none" cap="none" strike="noStrike">
              <a:solidFill>
                <a:srgbClr val="000000"/>
              </a:solidFill>
              <a:latin typeface="Proxima Nova"/>
              <a:ea typeface="Proxima Nova"/>
              <a:cs typeface="Proxima Nova"/>
              <a:sym typeface="Proxima Nova"/>
            </a:endParaRP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269" name="Google Shape;1269;p49"/>
          <p:cNvSpPr txBox="1"/>
          <p:nvPr>
            <p:ph type="title"/>
          </p:nvPr>
        </p:nvSpPr>
        <p:spPr>
          <a:xfrm>
            <a:off x="446650" y="2270325"/>
            <a:ext cx="6355500" cy="443400"/>
          </a:xfrm>
          <a:prstGeom prst="rect">
            <a:avLst/>
          </a:prstGeom>
          <a:noFill/>
          <a:ln>
            <a:noFill/>
          </a:ln>
        </p:spPr>
        <p:txBody>
          <a:bodyPr anchorCtr="0" anchor="t" bIns="0" lIns="0" spcFirstLastPara="1" rIns="0" wrap="square" tIns="0">
            <a:noAutofit/>
          </a:bodyPr>
          <a:lstStyle/>
          <a:p>
            <a:pPr indent="0" lvl="0" marL="0" rtl="0" algn="l">
              <a:lnSpc>
                <a:spcPct val="80000"/>
              </a:lnSpc>
              <a:spcBef>
                <a:spcPts val="0"/>
              </a:spcBef>
              <a:spcAft>
                <a:spcPts val="0"/>
              </a:spcAft>
              <a:buClr>
                <a:schemeClr val="lt1"/>
              </a:buClr>
              <a:buSzPts val="3600"/>
              <a:buFont typeface="Proxima Nova"/>
              <a:buNone/>
            </a:pPr>
            <a:r>
              <a:rPr lang="en-SG"/>
              <a:t>This is the Section Title</a:t>
            </a:r>
            <a:endParaRPr/>
          </a:p>
        </p:txBody>
      </p:sp>
      <p:sp>
        <p:nvSpPr>
          <p:cNvPr id="1270" name="Google Shape;1270;p49"/>
          <p:cNvSpPr txBox="1"/>
          <p:nvPr>
            <p:ph idx="1" type="subTitle"/>
          </p:nvPr>
        </p:nvSpPr>
        <p:spPr>
          <a:xfrm>
            <a:off x="446650" y="2754300"/>
            <a:ext cx="6355500" cy="295500"/>
          </a:xfrm>
          <a:prstGeom prst="rect">
            <a:avLst/>
          </a:prstGeom>
          <a:noFill/>
          <a:ln>
            <a:noFill/>
          </a:ln>
        </p:spPr>
        <p:txBody>
          <a:bodyPr anchorCtr="0" anchor="t" bIns="0" lIns="0" spcFirstLastPara="1" rIns="0" wrap="square" tIns="0">
            <a:noAutofit/>
          </a:bodyPr>
          <a:lstStyle/>
          <a:p>
            <a:pPr indent="0" lvl="0" marL="0" rtl="0" algn="l">
              <a:lnSpc>
                <a:spcPct val="80000"/>
              </a:lnSpc>
              <a:spcBef>
                <a:spcPts val="0"/>
              </a:spcBef>
              <a:spcAft>
                <a:spcPts val="0"/>
              </a:spcAft>
              <a:buClr>
                <a:srgbClr val="CCCCCC"/>
              </a:buClr>
              <a:buSzPts val="2400"/>
              <a:buFont typeface="Proxima Nova"/>
              <a:buNone/>
            </a:pPr>
            <a:r>
              <a:rPr lang="en-SG"/>
              <a:t>This is the section subtitle</a:t>
            </a:r>
            <a:endParaRP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275" name="Google Shape;1275;p50"/>
          <p:cNvSpPr txBox="1"/>
          <p:nvPr>
            <p:ph type="title"/>
          </p:nvPr>
        </p:nvSpPr>
        <p:spPr>
          <a:xfrm>
            <a:off x="446650" y="2270325"/>
            <a:ext cx="6355500" cy="443400"/>
          </a:xfrm>
          <a:prstGeom prst="rect">
            <a:avLst/>
          </a:prstGeom>
          <a:noFill/>
          <a:ln>
            <a:noFill/>
          </a:ln>
        </p:spPr>
        <p:txBody>
          <a:bodyPr anchorCtr="0" anchor="t" bIns="0" lIns="0" spcFirstLastPara="1" rIns="0" wrap="square" tIns="0">
            <a:noAutofit/>
          </a:bodyPr>
          <a:lstStyle/>
          <a:p>
            <a:pPr indent="0" lvl="0" marL="0" rtl="0" algn="l">
              <a:lnSpc>
                <a:spcPct val="80000"/>
              </a:lnSpc>
              <a:spcBef>
                <a:spcPts val="0"/>
              </a:spcBef>
              <a:spcAft>
                <a:spcPts val="0"/>
              </a:spcAft>
              <a:buClr>
                <a:schemeClr val="lt1"/>
              </a:buClr>
              <a:buSzPts val="3600"/>
              <a:buFont typeface="Proxima Nova"/>
              <a:buNone/>
            </a:pPr>
            <a:r>
              <a:rPr lang="en-SG"/>
              <a:t>This is the Section Title</a:t>
            </a:r>
            <a:endParaRPr/>
          </a:p>
        </p:txBody>
      </p:sp>
      <p:sp>
        <p:nvSpPr>
          <p:cNvPr id="1276" name="Google Shape;1276;p50"/>
          <p:cNvSpPr txBox="1"/>
          <p:nvPr>
            <p:ph idx="1" type="subTitle"/>
          </p:nvPr>
        </p:nvSpPr>
        <p:spPr>
          <a:xfrm>
            <a:off x="446650" y="2754300"/>
            <a:ext cx="6355500" cy="295500"/>
          </a:xfrm>
          <a:prstGeom prst="rect">
            <a:avLst/>
          </a:prstGeom>
          <a:noFill/>
          <a:ln>
            <a:noFill/>
          </a:ln>
        </p:spPr>
        <p:txBody>
          <a:bodyPr anchorCtr="0" anchor="t" bIns="0" lIns="0" spcFirstLastPara="1" rIns="0" wrap="square" tIns="0">
            <a:noAutofit/>
          </a:bodyPr>
          <a:lstStyle/>
          <a:p>
            <a:pPr indent="0" lvl="0" marL="0" rtl="0" algn="l">
              <a:lnSpc>
                <a:spcPct val="80000"/>
              </a:lnSpc>
              <a:spcBef>
                <a:spcPts val="0"/>
              </a:spcBef>
              <a:spcAft>
                <a:spcPts val="0"/>
              </a:spcAft>
              <a:buClr>
                <a:srgbClr val="CCCCCC"/>
              </a:buClr>
              <a:buSzPts val="2400"/>
              <a:buFont typeface="Proxima Nova"/>
              <a:buNone/>
            </a:pPr>
            <a:r>
              <a:rPr lang="en-SG"/>
              <a:t>This is the section subtitle</a:t>
            </a:r>
            <a:endParaRP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281" name="Google Shape;1281;p51"/>
          <p:cNvSpPr txBox="1"/>
          <p:nvPr>
            <p:ph type="title"/>
          </p:nvPr>
        </p:nvSpPr>
        <p:spPr>
          <a:xfrm>
            <a:off x="446650" y="2270325"/>
            <a:ext cx="6355500" cy="443400"/>
          </a:xfrm>
          <a:prstGeom prst="rect">
            <a:avLst/>
          </a:prstGeom>
          <a:noFill/>
          <a:ln>
            <a:noFill/>
          </a:ln>
        </p:spPr>
        <p:txBody>
          <a:bodyPr anchorCtr="0" anchor="t" bIns="0" lIns="0" spcFirstLastPara="1" rIns="0" wrap="square" tIns="0">
            <a:noAutofit/>
          </a:bodyPr>
          <a:lstStyle/>
          <a:p>
            <a:pPr indent="0" lvl="0" marL="0" rtl="0" algn="l">
              <a:lnSpc>
                <a:spcPct val="80000"/>
              </a:lnSpc>
              <a:spcBef>
                <a:spcPts val="0"/>
              </a:spcBef>
              <a:spcAft>
                <a:spcPts val="0"/>
              </a:spcAft>
              <a:buClr>
                <a:schemeClr val="lt1"/>
              </a:buClr>
              <a:buSzPts val="3600"/>
              <a:buFont typeface="Proxima Nova"/>
              <a:buNone/>
            </a:pPr>
            <a:r>
              <a:rPr lang="en-SG"/>
              <a:t>This is the Section Title</a:t>
            </a:r>
            <a:endParaRPr/>
          </a:p>
        </p:txBody>
      </p:sp>
      <p:sp>
        <p:nvSpPr>
          <p:cNvPr id="1282" name="Google Shape;1282;p51"/>
          <p:cNvSpPr txBox="1"/>
          <p:nvPr>
            <p:ph idx="1" type="subTitle"/>
          </p:nvPr>
        </p:nvSpPr>
        <p:spPr>
          <a:xfrm>
            <a:off x="446650" y="2754300"/>
            <a:ext cx="6355500" cy="295500"/>
          </a:xfrm>
          <a:prstGeom prst="rect">
            <a:avLst/>
          </a:prstGeom>
          <a:noFill/>
          <a:ln>
            <a:noFill/>
          </a:ln>
        </p:spPr>
        <p:txBody>
          <a:bodyPr anchorCtr="0" anchor="t" bIns="0" lIns="0" spcFirstLastPara="1" rIns="0" wrap="square" tIns="0">
            <a:noAutofit/>
          </a:bodyPr>
          <a:lstStyle/>
          <a:p>
            <a:pPr indent="0" lvl="0" marL="0" rtl="0" algn="l">
              <a:lnSpc>
                <a:spcPct val="80000"/>
              </a:lnSpc>
              <a:spcBef>
                <a:spcPts val="0"/>
              </a:spcBef>
              <a:spcAft>
                <a:spcPts val="0"/>
              </a:spcAft>
              <a:buClr>
                <a:srgbClr val="CCCCCC"/>
              </a:buClr>
              <a:buSzPts val="2400"/>
              <a:buFont typeface="Proxima Nova"/>
              <a:buNone/>
            </a:pPr>
            <a:r>
              <a:rPr lang="en-SG"/>
              <a:t>This is the section subtitle</a:t>
            </a:r>
            <a:endParaRP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1938" name="Google Shape;1938;p88"/>
          <p:cNvPicPr preferRelativeResize="0"/>
          <p:nvPr/>
        </p:nvPicPr>
        <p:blipFill rotWithShape="1">
          <a:blip r:embed="rId2">
            <a:alphaModFix/>
          </a:blip>
          <a:srcRect b="0" l="0" r="0" t="0"/>
          <a:stretch/>
        </p:blipFill>
        <p:spPr>
          <a:xfrm>
            <a:off x="722915" y="1947049"/>
            <a:ext cx="952435" cy="1249039"/>
          </a:xfrm>
          <a:prstGeom prst="rect">
            <a:avLst/>
          </a:prstGeom>
          <a:noFill/>
          <a:ln>
            <a:noFill/>
          </a:ln>
        </p:spPr>
      </p:pic>
      <p:grpSp>
        <p:nvGrpSpPr>
          <p:cNvPr id="1939" name="Google Shape;1939;p88"/>
          <p:cNvGrpSpPr/>
          <p:nvPr/>
        </p:nvGrpSpPr>
        <p:grpSpPr>
          <a:xfrm>
            <a:off x="2873898" y="1947046"/>
            <a:ext cx="3006029" cy="1249038"/>
            <a:chOff x="6319037" y="4281104"/>
            <a:chExt cx="6609563" cy="2746345"/>
          </a:xfrm>
        </p:grpSpPr>
        <p:grpSp>
          <p:nvGrpSpPr>
            <p:cNvPr id="1940" name="Google Shape;1940;p88"/>
            <p:cNvGrpSpPr/>
            <p:nvPr/>
          </p:nvGrpSpPr>
          <p:grpSpPr>
            <a:xfrm>
              <a:off x="8851214" y="5080949"/>
              <a:ext cx="4077386" cy="1146789"/>
              <a:chOff x="8851214" y="5080949"/>
              <a:chExt cx="4077386" cy="1146789"/>
            </a:xfrm>
          </p:grpSpPr>
          <p:sp>
            <p:nvSpPr>
              <p:cNvPr id="1941" name="Google Shape;1941;p88"/>
              <p:cNvSpPr/>
              <p:nvPr/>
            </p:nvSpPr>
            <p:spPr>
              <a:xfrm>
                <a:off x="8851214" y="5080958"/>
                <a:ext cx="954404" cy="476885"/>
              </a:xfrm>
              <a:custGeom>
                <a:rect b="b" l="l" r="r" t="t"/>
                <a:pathLst>
                  <a:path extrusionOk="0" h="476885" w="954404">
                    <a:moveTo>
                      <a:pt x="438010" y="112610"/>
                    </a:moveTo>
                    <a:lnTo>
                      <a:pt x="415213" y="78879"/>
                    </a:lnTo>
                    <a:lnTo>
                      <a:pt x="385165" y="48196"/>
                    </a:lnTo>
                    <a:lnTo>
                      <a:pt x="346887" y="23126"/>
                    </a:lnTo>
                    <a:lnTo>
                      <a:pt x="299415" y="6210"/>
                    </a:lnTo>
                    <a:lnTo>
                      <a:pt x="241808" y="0"/>
                    </a:lnTo>
                    <a:lnTo>
                      <a:pt x="192735" y="4432"/>
                    </a:lnTo>
                    <a:lnTo>
                      <a:pt x="147193" y="17322"/>
                    </a:lnTo>
                    <a:lnTo>
                      <a:pt x="106095" y="38074"/>
                    </a:lnTo>
                    <a:lnTo>
                      <a:pt x="70383" y="66065"/>
                    </a:lnTo>
                    <a:lnTo>
                      <a:pt x="40995" y="100685"/>
                    </a:lnTo>
                    <a:lnTo>
                      <a:pt x="18846" y="141351"/>
                    </a:lnTo>
                    <a:lnTo>
                      <a:pt x="4864" y="187439"/>
                    </a:lnTo>
                    <a:lnTo>
                      <a:pt x="0" y="238340"/>
                    </a:lnTo>
                    <a:lnTo>
                      <a:pt x="4864" y="289255"/>
                    </a:lnTo>
                    <a:lnTo>
                      <a:pt x="18846" y="335343"/>
                    </a:lnTo>
                    <a:lnTo>
                      <a:pt x="40995" y="375996"/>
                    </a:lnTo>
                    <a:lnTo>
                      <a:pt x="70383" y="410629"/>
                    </a:lnTo>
                    <a:lnTo>
                      <a:pt x="106095" y="438619"/>
                    </a:lnTo>
                    <a:lnTo>
                      <a:pt x="147193" y="459371"/>
                    </a:lnTo>
                    <a:lnTo>
                      <a:pt x="192735" y="472262"/>
                    </a:lnTo>
                    <a:lnTo>
                      <a:pt x="241808" y="476694"/>
                    </a:lnTo>
                    <a:lnTo>
                      <a:pt x="299351" y="470420"/>
                    </a:lnTo>
                    <a:lnTo>
                      <a:pt x="346684" y="453326"/>
                    </a:lnTo>
                    <a:lnTo>
                      <a:pt x="384860" y="428053"/>
                    </a:lnTo>
                    <a:lnTo>
                      <a:pt x="414959" y="397192"/>
                    </a:lnTo>
                    <a:lnTo>
                      <a:pt x="438010" y="363385"/>
                    </a:lnTo>
                    <a:lnTo>
                      <a:pt x="353720" y="322630"/>
                    </a:lnTo>
                    <a:lnTo>
                      <a:pt x="335267" y="349135"/>
                    </a:lnTo>
                    <a:lnTo>
                      <a:pt x="309676" y="370382"/>
                    </a:lnTo>
                    <a:lnTo>
                      <a:pt x="278142" y="384517"/>
                    </a:lnTo>
                    <a:lnTo>
                      <a:pt x="241808" y="389636"/>
                    </a:lnTo>
                    <a:lnTo>
                      <a:pt x="196380" y="382257"/>
                    </a:lnTo>
                    <a:lnTo>
                      <a:pt x="157581" y="361454"/>
                    </a:lnTo>
                    <a:lnTo>
                      <a:pt x="127393" y="329209"/>
                    </a:lnTo>
                    <a:lnTo>
                      <a:pt x="107835" y="287502"/>
                    </a:lnTo>
                    <a:lnTo>
                      <a:pt x="100876" y="238340"/>
                    </a:lnTo>
                    <a:lnTo>
                      <a:pt x="107835" y="189191"/>
                    </a:lnTo>
                    <a:lnTo>
                      <a:pt x="127393" y="147485"/>
                    </a:lnTo>
                    <a:lnTo>
                      <a:pt x="157581" y="115239"/>
                    </a:lnTo>
                    <a:lnTo>
                      <a:pt x="196380" y="94424"/>
                    </a:lnTo>
                    <a:lnTo>
                      <a:pt x="241808" y="87058"/>
                    </a:lnTo>
                    <a:lnTo>
                      <a:pt x="278142" y="92278"/>
                    </a:lnTo>
                    <a:lnTo>
                      <a:pt x="309676" y="106565"/>
                    </a:lnTo>
                    <a:lnTo>
                      <a:pt x="335267" y="127850"/>
                    </a:lnTo>
                    <a:lnTo>
                      <a:pt x="353720" y="154063"/>
                    </a:lnTo>
                    <a:lnTo>
                      <a:pt x="438010" y="112610"/>
                    </a:lnTo>
                    <a:close/>
                  </a:path>
                  <a:path extrusionOk="0" h="476885" w="954404">
                    <a:moveTo>
                      <a:pt x="954074" y="238340"/>
                    </a:moveTo>
                    <a:lnTo>
                      <a:pt x="949439" y="188239"/>
                    </a:lnTo>
                    <a:lnTo>
                      <a:pt x="936028" y="142519"/>
                    </a:lnTo>
                    <a:lnTo>
                      <a:pt x="914590" y="101904"/>
                    </a:lnTo>
                    <a:lnTo>
                      <a:pt x="902322" y="87045"/>
                    </a:lnTo>
                    <a:lnTo>
                      <a:pt x="885863" y="67106"/>
                    </a:lnTo>
                    <a:lnTo>
                      <a:pt x="853211" y="40919"/>
                    </a:lnTo>
                    <a:lnTo>
                      <a:pt x="853211" y="238340"/>
                    </a:lnTo>
                    <a:lnTo>
                      <a:pt x="846785" y="286981"/>
                    </a:lnTo>
                    <a:lnTo>
                      <a:pt x="828319" y="328612"/>
                    </a:lnTo>
                    <a:lnTo>
                      <a:pt x="799045" y="361061"/>
                    </a:lnTo>
                    <a:lnTo>
                      <a:pt x="760183" y="382130"/>
                    </a:lnTo>
                    <a:lnTo>
                      <a:pt x="712965" y="389648"/>
                    </a:lnTo>
                    <a:lnTo>
                      <a:pt x="665822" y="382130"/>
                    </a:lnTo>
                    <a:lnTo>
                      <a:pt x="627138" y="361061"/>
                    </a:lnTo>
                    <a:lnTo>
                      <a:pt x="598068" y="328612"/>
                    </a:lnTo>
                    <a:lnTo>
                      <a:pt x="579767" y="286981"/>
                    </a:lnTo>
                    <a:lnTo>
                      <a:pt x="573405" y="238340"/>
                    </a:lnTo>
                    <a:lnTo>
                      <a:pt x="579767" y="189445"/>
                    </a:lnTo>
                    <a:lnTo>
                      <a:pt x="598068" y="147777"/>
                    </a:lnTo>
                    <a:lnTo>
                      <a:pt x="627138" y="115430"/>
                    </a:lnTo>
                    <a:lnTo>
                      <a:pt x="665822" y="94488"/>
                    </a:lnTo>
                    <a:lnTo>
                      <a:pt x="712965" y="87045"/>
                    </a:lnTo>
                    <a:lnTo>
                      <a:pt x="760183" y="94488"/>
                    </a:lnTo>
                    <a:lnTo>
                      <a:pt x="799045" y="115430"/>
                    </a:lnTo>
                    <a:lnTo>
                      <a:pt x="828319" y="147777"/>
                    </a:lnTo>
                    <a:lnTo>
                      <a:pt x="846785" y="189445"/>
                    </a:lnTo>
                    <a:lnTo>
                      <a:pt x="853211" y="238340"/>
                    </a:lnTo>
                    <a:lnTo>
                      <a:pt x="853211" y="40919"/>
                    </a:lnTo>
                    <a:lnTo>
                      <a:pt x="850582" y="38798"/>
                    </a:lnTo>
                    <a:lnTo>
                      <a:pt x="809510" y="17716"/>
                    </a:lnTo>
                    <a:lnTo>
                      <a:pt x="763397" y="4546"/>
                    </a:lnTo>
                    <a:lnTo>
                      <a:pt x="712965" y="0"/>
                    </a:lnTo>
                    <a:lnTo>
                      <a:pt x="662762" y="4546"/>
                    </a:lnTo>
                    <a:lnTo>
                      <a:pt x="616813" y="17716"/>
                    </a:lnTo>
                    <a:lnTo>
                      <a:pt x="575868" y="38798"/>
                    </a:lnTo>
                    <a:lnTo>
                      <a:pt x="540677" y="67106"/>
                    </a:lnTo>
                    <a:lnTo>
                      <a:pt x="512000" y="101904"/>
                    </a:lnTo>
                    <a:lnTo>
                      <a:pt x="490588" y="142519"/>
                    </a:lnTo>
                    <a:lnTo>
                      <a:pt x="477177" y="188239"/>
                    </a:lnTo>
                    <a:lnTo>
                      <a:pt x="472541" y="238340"/>
                    </a:lnTo>
                    <a:lnTo>
                      <a:pt x="477177" y="288455"/>
                    </a:lnTo>
                    <a:lnTo>
                      <a:pt x="490588" y="334162"/>
                    </a:lnTo>
                    <a:lnTo>
                      <a:pt x="512000" y="374777"/>
                    </a:lnTo>
                    <a:lnTo>
                      <a:pt x="540677" y="409587"/>
                    </a:lnTo>
                    <a:lnTo>
                      <a:pt x="575868" y="437896"/>
                    </a:lnTo>
                    <a:lnTo>
                      <a:pt x="616813" y="458978"/>
                    </a:lnTo>
                    <a:lnTo>
                      <a:pt x="662762" y="472147"/>
                    </a:lnTo>
                    <a:lnTo>
                      <a:pt x="712965" y="476694"/>
                    </a:lnTo>
                    <a:lnTo>
                      <a:pt x="763397" y="472147"/>
                    </a:lnTo>
                    <a:lnTo>
                      <a:pt x="809510" y="458978"/>
                    </a:lnTo>
                    <a:lnTo>
                      <a:pt x="850582" y="437896"/>
                    </a:lnTo>
                    <a:lnTo>
                      <a:pt x="885863" y="409587"/>
                    </a:lnTo>
                    <a:lnTo>
                      <a:pt x="914590" y="374777"/>
                    </a:lnTo>
                    <a:lnTo>
                      <a:pt x="936028" y="334162"/>
                    </a:lnTo>
                    <a:lnTo>
                      <a:pt x="949439" y="288455"/>
                    </a:lnTo>
                    <a:lnTo>
                      <a:pt x="954074" y="23834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1942" name="Google Shape;1942;p88"/>
              <p:cNvSpPr/>
              <p:nvPr/>
            </p:nvSpPr>
            <p:spPr>
              <a:xfrm>
                <a:off x="9869545" y="5088557"/>
                <a:ext cx="412750" cy="461010"/>
              </a:xfrm>
              <a:custGeom>
                <a:rect b="b" l="l" r="r" t="t"/>
                <a:pathLst>
                  <a:path extrusionOk="0" h="461010" w="412750">
                    <a:moveTo>
                      <a:pt x="412437" y="0"/>
                    </a:moveTo>
                    <a:lnTo>
                      <a:pt x="314335" y="0"/>
                    </a:lnTo>
                    <a:lnTo>
                      <a:pt x="314335" y="298441"/>
                    </a:lnTo>
                    <a:lnTo>
                      <a:pt x="100866" y="0"/>
                    </a:lnTo>
                    <a:lnTo>
                      <a:pt x="0" y="0"/>
                    </a:lnTo>
                    <a:lnTo>
                      <a:pt x="0" y="460802"/>
                    </a:lnTo>
                    <a:lnTo>
                      <a:pt x="98101" y="460802"/>
                    </a:lnTo>
                    <a:lnTo>
                      <a:pt x="98101" y="151293"/>
                    </a:lnTo>
                    <a:lnTo>
                      <a:pt x="317791" y="460802"/>
                    </a:lnTo>
                    <a:lnTo>
                      <a:pt x="412437" y="460802"/>
                    </a:lnTo>
                    <a:lnTo>
                      <a:pt x="412437"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1943" name="Google Shape;1943;p88"/>
              <p:cNvSpPr/>
              <p:nvPr/>
            </p:nvSpPr>
            <p:spPr>
              <a:xfrm>
                <a:off x="10345123" y="5081645"/>
                <a:ext cx="380365" cy="476250"/>
              </a:xfrm>
              <a:custGeom>
                <a:rect b="b" l="l" r="r" t="t"/>
                <a:pathLst>
                  <a:path extrusionOk="0" h="476250" w="380365">
                    <a:moveTo>
                      <a:pt x="189983" y="0"/>
                    </a:moveTo>
                    <a:lnTo>
                      <a:pt x="130153" y="7079"/>
                    </a:lnTo>
                    <a:lnTo>
                      <a:pt x="81599" y="26794"/>
                    </a:lnTo>
                    <a:lnTo>
                      <a:pt x="45480" y="56854"/>
                    </a:lnTo>
                    <a:lnTo>
                      <a:pt x="22958" y="94974"/>
                    </a:lnTo>
                    <a:lnTo>
                      <a:pt x="15193" y="138864"/>
                    </a:lnTo>
                    <a:lnTo>
                      <a:pt x="25854" y="191392"/>
                    </a:lnTo>
                    <a:lnTo>
                      <a:pt x="54058" y="227968"/>
                    </a:lnTo>
                    <a:lnTo>
                      <a:pt x="94133" y="252373"/>
                    </a:lnTo>
                    <a:lnTo>
                      <a:pt x="140410" y="268387"/>
                    </a:lnTo>
                    <a:lnTo>
                      <a:pt x="187219" y="279792"/>
                    </a:lnTo>
                    <a:lnTo>
                      <a:pt x="224232" y="289359"/>
                    </a:lnTo>
                    <a:lnTo>
                      <a:pt x="253798" y="300869"/>
                    </a:lnTo>
                    <a:lnTo>
                      <a:pt x="273391" y="316523"/>
                    </a:lnTo>
                    <a:lnTo>
                      <a:pt x="280483" y="338523"/>
                    </a:lnTo>
                    <a:lnTo>
                      <a:pt x="275539" y="357693"/>
                    </a:lnTo>
                    <a:lnTo>
                      <a:pt x="260621" y="374272"/>
                    </a:lnTo>
                    <a:lnTo>
                      <a:pt x="235598" y="385929"/>
                    </a:lnTo>
                    <a:lnTo>
                      <a:pt x="200339" y="390333"/>
                    </a:lnTo>
                    <a:lnTo>
                      <a:pt x="155208" y="385379"/>
                    </a:lnTo>
                    <a:lnTo>
                      <a:pt x="115453" y="371940"/>
                    </a:lnTo>
                    <a:lnTo>
                      <a:pt x="81527" y="352154"/>
                    </a:lnTo>
                    <a:lnTo>
                      <a:pt x="53883" y="328157"/>
                    </a:lnTo>
                    <a:lnTo>
                      <a:pt x="0" y="402773"/>
                    </a:lnTo>
                    <a:lnTo>
                      <a:pt x="36472" y="432574"/>
                    </a:lnTo>
                    <a:lnTo>
                      <a:pt x="80915" y="455708"/>
                    </a:lnTo>
                    <a:lnTo>
                      <a:pt x="133778" y="470683"/>
                    </a:lnTo>
                    <a:lnTo>
                      <a:pt x="195512" y="476006"/>
                    </a:lnTo>
                    <a:lnTo>
                      <a:pt x="252353" y="470907"/>
                    </a:lnTo>
                    <a:lnTo>
                      <a:pt x="298601" y="456404"/>
                    </a:lnTo>
                    <a:lnTo>
                      <a:pt x="334372" y="433687"/>
                    </a:lnTo>
                    <a:lnTo>
                      <a:pt x="359779" y="403946"/>
                    </a:lnTo>
                    <a:lnTo>
                      <a:pt x="374939" y="368373"/>
                    </a:lnTo>
                    <a:lnTo>
                      <a:pt x="379967" y="328157"/>
                    </a:lnTo>
                    <a:lnTo>
                      <a:pt x="372451" y="283312"/>
                    </a:lnTo>
                    <a:lnTo>
                      <a:pt x="352077" y="249655"/>
                    </a:lnTo>
                    <a:lnTo>
                      <a:pt x="322107" y="225133"/>
                    </a:lnTo>
                    <a:lnTo>
                      <a:pt x="285805" y="207691"/>
                    </a:lnTo>
                    <a:lnTo>
                      <a:pt x="246432" y="195277"/>
                    </a:lnTo>
                    <a:lnTo>
                      <a:pt x="207250" y="185837"/>
                    </a:lnTo>
                    <a:lnTo>
                      <a:pt x="170453" y="176654"/>
                    </a:lnTo>
                    <a:lnTo>
                      <a:pt x="141362" y="166238"/>
                    </a:lnTo>
                    <a:lnTo>
                      <a:pt x="122244" y="152323"/>
                    </a:lnTo>
                    <a:lnTo>
                      <a:pt x="115368" y="132645"/>
                    </a:lnTo>
                    <a:lnTo>
                      <a:pt x="119730" y="113646"/>
                    </a:lnTo>
                    <a:lnTo>
                      <a:pt x="132642" y="98791"/>
                    </a:lnTo>
                    <a:lnTo>
                      <a:pt x="153843" y="89117"/>
                    </a:lnTo>
                    <a:lnTo>
                      <a:pt x="183072" y="85662"/>
                    </a:lnTo>
                    <a:lnTo>
                      <a:pt x="217390" y="88685"/>
                    </a:lnTo>
                    <a:lnTo>
                      <a:pt x="251900" y="97927"/>
                    </a:lnTo>
                    <a:lnTo>
                      <a:pt x="284985" y="113646"/>
                    </a:lnTo>
                    <a:lnTo>
                      <a:pt x="315027" y="136100"/>
                    </a:lnTo>
                    <a:lnTo>
                      <a:pt x="369601" y="64249"/>
                    </a:lnTo>
                    <a:lnTo>
                      <a:pt x="332599" y="36430"/>
                    </a:lnTo>
                    <a:lnTo>
                      <a:pt x="290154" y="16320"/>
                    </a:lnTo>
                    <a:lnTo>
                      <a:pt x="242528" y="4112"/>
                    </a:lnTo>
                    <a:lnTo>
                      <a:pt x="189983"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1944" name="Google Shape;1944;p88"/>
              <p:cNvSpPr/>
              <p:nvPr/>
            </p:nvSpPr>
            <p:spPr>
              <a:xfrm>
                <a:off x="10761066" y="5088552"/>
                <a:ext cx="367665" cy="461010"/>
              </a:xfrm>
              <a:custGeom>
                <a:rect b="b" l="l" r="r" t="t"/>
                <a:pathLst>
                  <a:path extrusionOk="0" h="461010" w="367665">
                    <a:moveTo>
                      <a:pt x="367538" y="0"/>
                    </a:moveTo>
                    <a:lnTo>
                      <a:pt x="0" y="0"/>
                    </a:lnTo>
                    <a:lnTo>
                      <a:pt x="0" y="86360"/>
                    </a:lnTo>
                    <a:lnTo>
                      <a:pt x="134721" y="86360"/>
                    </a:lnTo>
                    <a:lnTo>
                      <a:pt x="134721" y="461010"/>
                    </a:lnTo>
                    <a:lnTo>
                      <a:pt x="233514" y="461010"/>
                    </a:lnTo>
                    <a:lnTo>
                      <a:pt x="233514" y="86360"/>
                    </a:lnTo>
                    <a:lnTo>
                      <a:pt x="367538" y="86360"/>
                    </a:lnTo>
                    <a:lnTo>
                      <a:pt x="367538"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1945" name="Google Shape;1945;p88"/>
              <p:cNvSpPr/>
              <p:nvPr/>
            </p:nvSpPr>
            <p:spPr>
              <a:xfrm>
                <a:off x="11181517" y="5088557"/>
                <a:ext cx="373379" cy="461010"/>
              </a:xfrm>
              <a:custGeom>
                <a:rect b="b" l="l" r="r" t="t"/>
                <a:pathLst>
                  <a:path extrusionOk="0" h="461010" w="373379">
                    <a:moveTo>
                      <a:pt x="215553" y="0"/>
                    </a:moveTo>
                    <a:lnTo>
                      <a:pt x="0" y="0"/>
                    </a:lnTo>
                    <a:lnTo>
                      <a:pt x="0" y="460802"/>
                    </a:lnTo>
                    <a:lnTo>
                      <a:pt x="98112" y="460802"/>
                    </a:lnTo>
                    <a:lnTo>
                      <a:pt x="98112" y="295687"/>
                    </a:lnTo>
                    <a:lnTo>
                      <a:pt x="275558" y="295687"/>
                    </a:lnTo>
                    <a:lnTo>
                      <a:pt x="269436" y="285321"/>
                    </a:lnTo>
                    <a:lnTo>
                      <a:pt x="306184" y="270455"/>
                    </a:lnTo>
                    <a:lnTo>
                      <a:pt x="338525" y="243092"/>
                    </a:lnTo>
                    <a:lnTo>
                      <a:pt x="356558" y="211396"/>
                    </a:lnTo>
                    <a:lnTo>
                      <a:pt x="98112" y="211396"/>
                    </a:lnTo>
                    <a:lnTo>
                      <a:pt x="98112" y="84280"/>
                    </a:lnTo>
                    <a:lnTo>
                      <a:pt x="355680" y="84280"/>
                    </a:lnTo>
                    <a:lnTo>
                      <a:pt x="343487" y="59241"/>
                    </a:lnTo>
                    <a:lnTo>
                      <a:pt x="311509" y="27611"/>
                    </a:lnTo>
                    <a:lnTo>
                      <a:pt x="268522" y="7223"/>
                    </a:lnTo>
                    <a:lnTo>
                      <a:pt x="215553" y="0"/>
                    </a:lnTo>
                    <a:close/>
                  </a:path>
                  <a:path extrusionOk="0" h="461010" w="373379">
                    <a:moveTo>
                      <a:pt x="275558" y="295687"/>
                    </a:moveTo>
                    <a:lnTo>
                      <a:pt x="169952" y="295687"/>
                    </a:lnTo>
                    <a:lnTo>
                      <a:pt x="260452" y="460802"/>
                    </a:lnTo>
                    <a:lnTo>
                      <a:pt x="373067" y="460802"/>
                    </a:lnTo>
                    <a:lnTo>
                      <a:pt x="275558" y="295687"/>
                    </a:lnTo>
                    <a:close/>
                  </a:path>
                  <a:path extrusionOk="0" h="461010" w="373379">
                    <a:moveTo>
                      <a:pt x="355680" y="84280"/>
                    </a:moveTo>
                    <a:lnTo>
                      <a:pt x="201040" y="84280"/>
                    </a:lnTo>
                    <a:lnTo>
                      <a:pt x="228449" y="88770"/>
                    </a:lnTo>
                    <a:lnTo>
                      <a:pt x="250352" y="101550"/>
                    </a:lnTo>
                    <a:lnTo>
                      <a:pt x="264871" y="121585"/>
                    </a:lnTo>
                    <a:lnTo>
                      <a:pt x="270127" y="147838"/>
                    </a:lnTo>
                    <a:lnTo>
                      <a:pt x="264871" y="174091"/>
                    </a:lnTo>
                    <a:lnTo>
                      <a:pt x="250352" y="194126"/>
                    </a:lnTo>
                    <a:lnTo>
                      <a:pt x="228449" y="206906"/>
                    </a:lnTo>
                    <a:lnTo>
                      <a:pt x="201040" y="211396"/>
                    </a:lnTo>
                    <a:lnTo>
                      <a:pt x="356558" y="211396"/>
                    </a:lnTo>
                    <a:lnTo>
                      <a:pt x="361538" y="202645"/>
                    </a:lnTo>
                    <a:lnTo>
                      <a:pt x="370302" y="148529"/>
                    </a:lnTo>
                    <a:lnTo>
                      <a:pt x="363427" y="100188"/>
                    </a:lnTo>
                    <a:lnTo>
                      <a:pt x="355680" y="8428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1946" name="Google Shape;1946;p88"/>
              <p:cNvSpPr/>
              <p:nvPr/>
            </p:nvSpPr>
            <p:spPr>
              <a:xfrm>
                <a:off x="11613989" y="5088552"/>
                <a:ext cx="412115" cy="469264"/>
              </a:xfrm>
              <a:custGeom>
                <a:rect b="b" l="l" r="r" t="t"/>
                <a:pathLst>
                  <a:path extrusionOk="0" h="469264" w="412115">
                    <a:moveTo>
                      <a:pt x="411746" y="0"/>
                    </a:moveTo>
                    <a:lnTo>
                      <a:pt x="312273" y="0"/>
                    </a:lnTo>
                    <a:lnTo>
                      <a:pt x="312273" y="273583"/>
                    </a:lnTo>
                    <a:lnTo>
                      <a:pt x="305665" y="317634"/>
                    </a:lnTo>
                    <a:lnTo>
                      <a:pt x="285843" y="351905"/>
                    </a:lnTo>
                    <a:lnTo>
                      <a:pt x="252810" y="374129"/>
                    </a:lnTo>
                    <a:lnTo>
                      <a:pt x="206569" y="382040"/>
                    </a:lnTo>
                    <a:lnTo>
                      <a:pt x="159525" y="374129"/>
                    </a:lnTo>
                    <a:lnTo>
                      <a:pt x="126082" y="351905"/>
                    </a:lnTo>
                    <a:lnTo>
                      <a:pt x="106111" y="317634"/>
                    </a:lnTo>
                    <a:lnTo>
                      <a:pt x="99483" y="273583"/>
                    </a:lnTo>
                    <a:lnTo>
                      <a:pt x="99483" y="0"/>
                    </a:lnTo>
                    <a:lnTo>
                      <a:pt x="0" y="0"/>
                    </a:lnTo>
                    <a:lnTo>
                      <a:pt x="0" y="277038"/>
                    </a:lnTo>
                    <a:lnTo>
                      <a:pt x="4046" y="323350"/>
                    </a:lnTo>
                    <a:lnTo>
                      <a:pt x="16298" y="364660"/>
                    </a:lnTo>
                    <a:lnTo>
                      <a:pt x="36925" y="400193"/>
                    </a:lnTo>
                    <a:lnTo>
                      <a:pt x="66097" y="429177"/>
                    </a:lnTo>
                    <a:lnTo>
                      <a:pt x="103982" y="450838"/>
                    </a:lnTo>
                    <a:lnTo>
                      <a:pt x="150749" y="464402"/>
                    </a:lnTo>
                    <a:lnTo>
                      <a:pt x="206569" y="469095"/>
                    </a:lnTo>
                    <a:lnTo>
                      <a:pt x="261873" y="464436"/>
                    </a:lnTo>
                    <a:lnTo>
                      <a:pt x="308271" y="450943"/>
                    </a:lnTo>
                    <a:lnTo>
                      <a:pt x="345909" y="429340"/>
                    </a:lnTo>
                    <a:lnTo>
                      <a:pt x="374930" y="400354"/>
                    </a:lnTo>
                    <a:lnTo>
                      <a:pt x="395480" y="364710"/>
                    </a:lnTo>
                    <a:lnTo>
                      <a:pt x="407704" y="323132"/>
                    </a:lnTo>
                    <a:lnTo>
                      <a:pt x="411746" y="276347"/>
                    </a:lnTo>
                    <a:lnTo>
                      <a:pt x="411746"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1947" name="Google Shape;1947;p88"/>
              <p:cNvSpPr/>
              <p:nvPr/>
            </p:nvSpPr>
            <p:spPr>
              <a:xfrm>
                <a:off x="12086529" y="5080949"/>
                <a:ext cx="438150" cy="476885"/>
              </a:xfrm>
              <a:custGeom>
                <a:rect b="b" l="l" r="r" t="t"/>
                <a:pathLst>
                  <a:path extrusionOk="0" h="476885" w="438150">
                    <a:moveTo>
                      <a:pt x="241804" y="0"/>
                    </a:moveTo>
                    <a:lnTo>
                      <a:pt x="192735" y="4432"/>
                    </a:lnTo>
                    <a:lnTo>
                      <a:pt x="147187" y="17325"/>
                    </a:lnTo>
                    <a:lnTo>
                      <a:pt x="106093" y="38071"/>
                    </a:lnTo>
                    <a:lnTo>
                      <a:pt x="70382" y="66063"/>
                    </a:lnTo>
                    <a:lnTo>
                      <a:pt x="40986" y="100694"/>
                    </a:lnTo>
                    <a:lnTo>
                      <a:pt x="18837" y="141356"/>
                    </a:lnTo>
                    <a:lnTo>
                      <a:pt x="4864" y="187444"/>
                    </a:lnTo>
                    <a:lnTo>
                      <a:pt x="0" y="238348"/>
                    </a:lnTo>
                    <a:lnTo>
                      <a:pt x="4864" y="289253"/>
                    </a:lnTo>
                    <a:lnTo>
                      <a:pt x="18837" y="335340"/>
                    </a:lnTo>
                    <a:lnTo>
                      <a:pt x="40986" y="376003"/>
                    </a:lnTo>
                    <a:lnTo>
                      <a:pt x="70382" y="410634"/>
                    </a:lnTo>
                    <a:lnTo>
                      <a:pt x="106093" y="438626"/>
                    </a:lnTo>
                    <a:lnTo>
                      <a:pt x="147187" y="459372"/>
                    </a:lnTo>
                    <a:lnTo>
                      <a:pt x="192735" y="472264"/>
                    </a:lnTo>
                    <a:lnTo>
                      <a:pt x="241804" y="476697"/>
                    </a:lnTo>
                    <a:lnTo>
                      <a:pt x="299346" y="470419"/>
                    </a:lnTo>
                    <a:lnTo>
                      <a:pt x="346678" y="453330"/>
                    </a:lnTo>
                    <a:lnTo>
                      <a:pt x="384858" y="428050"/>
                    </a:lnTo>
                    <a:lnTo>
                      <a:pt x="414948" y="397197"/>
                    </a:lnTo>
                    <a:lnTo>
                      <a:pt x="438007" y="363392"/>
                    </a:lnTo>
                    <a:lnTo>
                      <a:pt x="353716" y="322639"/>
                    </a:lnTo>
                    <a:lnTo>
                      <a:pt x="335260" y="349134"/>
                    </a:lnTo>
                    <a:lnTo>
                      <a:pt x="309677" y="370386"/>
                    </a:lnTo>
                    <a:lnTo>
                      <a:pt x="278136" y="384515"/>
                    </a:lnTo>
                    <a:lnTo>
                      <a:pt x="241804" y="389642"/>
                    </a:lnTo>
                    <a:lnTo>
                      <a:pt x="196371" y="382264"/>
                    </a:lnTo>
                    <a:lnTo>
                      <a:pt x="157571" y="361455"/>
                    </a:lnTo>
                    <a:lnTo>
                      <a:pt x="127394" y="329207"/>
                    </a:lnTo>
                    <a:lnTo>
                      <a:pt x="107829" y="287508"/>
                    </a:lnTo>
                    <a:lnTo>
                      <a:pt x="100866" y="238348"/>
                    </a:lnTo>
                    <a:lnTo>
                      <a:pt x="107829" y="189189"/>
                    </a:lnTo>
                    <a:lnTo>
                      <a:pt x="127394" y="147490"/>
                    </a:lnTo>
                    <a:lnTo>
                      <a:pt x="157571" y="115241"/>
                    </a:lnTo>
                    <a:lnTo>
                      <a:pt x="196371" y="94433"/>
                    </a:lnTo>
                    <a:lnTo>
                      <a:pt x="241804" y="87054"/>
                    </a:lnTo>
                    <a:lnTo>
                      <a:pt x="278136" y="92279"/>
                    </a:lnTo>
                    <a:lnTo>
                      <a:pt x="309677" y="106571"/>
                    </a:lnTo>
                    <a:lnTo>
                      <a:pt x="335260" y="127858"/>
                    </a:lnTo>
                    <a:lnTo>
                      <a:pt x="353716" y="154068"/>
                    </a:lnTo>
                    <a:lnTo>
                      <a:pt x="438007" y="112614"/>
                    </a:lnTo>
                    <a:lnTo>
                      <a:pt x="415214" y="78884"/>
                    </a:lnTo>
                    <a:lnTo>
                      <a:pt x="385157" y="48203"/>
                    </a:lnTo>
                    <a:lnTo>
                      <a:pt x="346877" y="23126"/>
                    </a:lnTo>
                    <a:lnTo>
                      <a:pt x="299412" y="6207"/>
                    </a:lnTo>
                    <a:lnTo>
                      <a:pt x="241804"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1948" name="Google Shape;1948;p88"/>
              <p:cNvSpPr/>
              <p:nvPr/>
            </p:nvSpPr>
            <p:spPr>
              <a:xfrm>
                <a:off x="12560935" y="5088552"/>
                <a:ext cx="367665" cy="461010"/>
              </a:xfrm>
              <a:custGeom>
                <a:rect b="b" l="l" r="r" t="t"/>
                <a:pathLst>
                  <a:path extrusionOk="0" h="461010" w="367665">
                    <a:moveTo>
                      <a:pt x="367538" y="0"/>
                    </a:moveTo>
                    <a:lnTo>
                      <a:pt x="0" y="0"/>
                    </a:lnTo>
                    <a:lnTo>
                      <a:pt x="0" y="86360"/>
                    </a:lnTo>
                    <a:lnTo>
                      <a:pt x="134708" y="86360"/>
                    </a:lnTo>
                    <a:lnTo>
                      <a:pt x="134708" y="461010"/>
                    </a:lnTo>
                    <a:lnTo>
                      <a:pt x="233502" y="461010"/>
                    </a:lnTo>
                    <a:lnTo>
                      <a:pt x="233502" y="86360"/>
                    </a:lnTo>
                    <a:lnTo>
                      <a:pt x="367538" y="86360"/>
                    </a:lnTo>
                    <a:lnTo>
                      <a:pt x="367538"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1949" name="Google Shape;1949;p88"/>
              <p:cNvSpPr/>
              <p:nvPr/>
            </p:nvSpPr>
            <p:spPr>
              <a:xfrm>
                <a:off x="8873331" y="5757813"/>
                <a:ext cx="426720" cy="461010"/>
              </a:xfrm>
              <a:custGeom>
                <a:rect b="b" l="l" r="r" t="t"/>
                <a:pathLst>
                  <a:path extrusionOk="0" h="461010" w="426720">
                    <a:moveTo>
                      <a:pt x="181701" y="0"/>
                    </a:moveTo>
                    <a:lnTo>
                      <a:pt x="0" y="0"/>
                    </a:lnTo>
                    <a:lnTo>
                      <a:pt x="0" y="460802"/>
                    </a:lnTo>
                    <a:lnTo>
                      <a:pt x="181701" y="460802"/>
                    </a:lnTo>
                    <a:lnTo>
                      <a:pt x="233663" y="456613"/>
                    </a:lnTo>
                    <a:lnTo>
                      <a:pt x="280825" y="444384"/>
                    </a:lnTo>
                    <a:lnTo>
                      <a:pt x="322530" y="424626"/>
                    </a:lnTo>
                    <a:lnTo>
                      <a:pt x="358123" y="397849"/>
                    </a:lnTo>
                    <a:lnTo>
                      <a:pt x="378387" y="374449"/>
                    </a:lnTo>
                    <a:lnTo>
                      <a:pt x="98101" y="374449"/>
                    </a:lnTo>
                    <a:lnTo>
                      <a:pt x="98101" y="86363"/>
                    </a:lnTo>
                    <a:lnTo>
                      <a:pt x="378017" y="86363"/>
                    </a:lnTo>
                    <a:lnTo>
                      <a:pt x="358123" y="63303"/>
                    </a:lnTo>
                    <a:lnTo>
                      <a:pt x="322530" y="36397"/>
                    </a:lnTo>
                    <a:lnTo>
                      <a:pt x="280825" y="16527"/>
                    </a:lnTo>
                    <a:lnTo>
                      <a:pt x="233663" y="4219"/>
                    </a:lnTo>
                    <a:lnTo>
                      <a:pt x="181701" y="0"/>
                    </a:lnTo>
                    <a:close/>
                  </a:path>
                  <a:path extrusionOk="0" h="461010" w="426720">
                    <a:moveTo>
                      <a:pt x="378017" y="86363"/>
                    </a:moveTo>
                    <a:lnTo>
                      <a:pt x="181701" y="86363"/>
                    </a:lnTo>
                    <a:lnTo>
                      <a:pt x="233061" y="93554"/>
                    </a:lnTo>
                    <a:lnTo>
                      <a:pt x="273411" y="113710"/>
                    </a:lnTo>
                    <a:lnTo>
                      <a:pt x="302519" y="144709"/>
                    </a:lnTo>
                    <a:lnTo>
                      <a:pt x="320154" y="184428"/>
                    </a:lnTo>
                    <a:lnTo>
                      <a:pt x="326084" y="230746"/>
                    </a:lnTo>
                    <a:lnTo>
                      <a:pt x="319822" y="275671"/>
                    </a:lnTo>
                    <a:lnTo>
                      <a:pt x="301524" y="315056"/>
                    </a:lnTo>
                    <a:lnTo>
                      <a:pt x="271918" y="346350"/>
                    </a:lnTo>
                    <a:lnTo>
                      <a:pt x="231734" y="366999"/>
                    </a:lnTo>
                    <a:lnTo>
                      <a:pt x="181701" y="374449"/>
                    </a:lnTo>
                    <a:lnTo>
                      <a:pt x="378387" y="374449"/>
                    </a:lnTo>
                    <a:lnTo>
                      <a:pt x="386949" y="364562"/>
                    </a:lnTo>
                    <a:lnTo>
                      <a:pt x="408350" y="325276"/>
                    </a:lnTo>
                    <a:lnTo>
                      <a:pt x="421672" y="280501"/>
                    </a:lnTo>
                    <a:lnTo>
                      <a:pt x="426259" y="230746"/>
                    </a:lnTo>
                    <a:lnTo>
                      <a:pt x="421672" y="180965"/>
                    </a:lnTo>
                    <a:lnTo>
                      <a:pt x="408350" y="136113"/>
                    </a:lnTo>
                    <a:lnTo>
                      <a:pt x="386949" y="96717"/>
                    </a:lnTo>
                    <a:lnTo>
                      <a:pt x="378017" y="86363"/>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1950" name="Google Shape;1950;p88"/>
              <p:cNvSpPr/>
              <p:nvPr/>
            </p:nvSpPr>
            <p:spPr>
              <a:xfrm>
                <a:off x="9370741" y="5757814"/>
                <a:ext cx="98425" cy="461010"/>
              </a:xfrm>
              <a:custGeom>
                <a:rect b="b" l="l" r="r" t="t"/>
                <a:pathLst>
                  <a:path extrusionOk="0" h="461010" w="98425">
                    <a:moveTo>
                      <a:pt x="98101" y="0"/>
                    </a:moveTo>
                    <a:lnTo>
                      <a:pt x="0" y="0"/>
                    </a:lnTo>
                    <a:lnTo>
                      <a:pt x="0" y="460802"/>
                    </a:lnTo>
                    <a:lnTo>
                      <a:pt x="98101" y="460802"/>
                    </a:lnTo>
                    <a:lnTo>
                      <a:pt x="98101"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1951" name="Google Shape;1951;p88"/>
              <p:cNvSpPr/>
              <p:nvPr/>
            </p:nvSpPr>
            <p:spPr>
              <a:xfrm>
                <a:off x="9539502" y="5750218"/>
                <a:ext cx="441959" cy="477520"/>
              </a:xfrm>
              <a:custGeom>
                <a:rect b="b" l="l" r="r" t="t"/>
                <a:pathLst>
                  <a:path extrusionOk="0" h="477520" w="441959">
                    <a:moveTo>
                      <a:pt x="245259" y="0"/>
                    </a:moveTo>
                    <a:lnTo>
                      <a:pt x="196042" y="4262"/>
                    </a:lnTo>
                    <a:lnTo>
                      <a:pt x="150103" y="16742"/>
                    </a:lnTo>
                    <a:lnTo>
                      <a:pt x="108455" y="36978"/>
                    </a:lnTo>
                    <a:lnTo>
                      <a:pt x="72110" y="64508"/>
                    </a:lnTo>
                    <a:lnTo>
                      <a:pt x="42080" y="98872"/>
                    </a:lnTo>
                    <a:lnTo>
                      <a:pt x="19377" y="139607"/>
                    </a:lnTo>
                    <a:lnTo>
                      <a:pt x="5012" y="186253"/>
                    </a:lnTo>
                    <a:lnTo>
                      <a:pt x="0" y="238348"/>
                    </a:lnTo>
                    <a:lnTo>
                      <a:pt x="5012" y="290272"/>
                    </a:lnTo>
                    <a:lnTo>
                      <a:pt x="19377" y="336901"/>
                    </a:lnTo>
                    <a:lnTo>
                      <a:pt x="42080" y="377735"/>
                    </a:lnTo>
                    <a:lnTo>
                      <a:pt x="72110" y="412271"/>
                    </a:lnTo>
                    <a:lnTo>
                      <a:pt x="108455" y="440006"/>
                    </a:lnTo>
                    <a:lnTo>
                      <a:pt x="150103" y="460439"/>
                    </a:lnTo>
                    <a:lnTo>
                      <a:pt x="196042" y="473067"/>
                    </a:lnTo>
                    <a:lnTo>
                      <a:pt x="245259" y="477388"/>
                    </a:lnTo>
                    <a:lnTo>
                      <a:pt x="304573" y="471170"/>
                    </a:lnTo>
                    <a:lnTo>
                      <a:pt x="357088" y="453552"/>
                    </a:lnTo>
                    <a:lnTo>
                      <a:pt x="402740" y="426089"/>
                    </a:lnTo>
                    <a:lnTo>
                      <a:pt x="441462" y="390333"/>
                    </a:lnTo>
                    <a:lnTo>
                      <a:pt x="441462" y="214171"/>
                    </a:lnTo>
                    <a:lnTo>
                      <a:pt x="221773" y="214171"/>
                    </a:lnTo>
                    <a:lnTo>
                      <a:pt x="221773" y="298451"/>
                    </a:lnTo>
                    <a:lnTo>
                      <a:pt x="344743" y="298451"/>
                    </a:lnTo>
                    <a:lnTo>
                      <a:pt x="344743" y="354408"/>
                    </a:lnTo>
                    <a:lnTo>
                      <a:pt x="326675" y="367493"/>
                    </a:lnTo>
                    <a:lnTo>
                      <a:pt x="303294" y="378763"/>
                    </a:lnTo>
                    <a:lnTo>
                      <a:pt x="275767" y="386663"/>
                    </a:lnTo>
                    <a:lnTo>
                      <a:pt x="245259" y="389642"/>
                    </a:lnTo>
                    <a:lnTo>
                      <a:pt x="198141" y="382264"/>
                    </a:lnTo>
                    <a:lnTo>
                      <a:pt x="158321" y="361455"/>
                    </a:lnTo>
                    <a:lnTo>
                      <a:pt x="127622" y="329207"/>
                    </a:lnTo>
                    <a:lnTo>
                      <a:pt x="107866" y="287508"/>
                    </a:lnTo>
                    <a:lnTo>
                      <a:pt x="100876" y="238348"/>
                    </a:lnTo>
                    <a:lnTo>
                      <a:pt x="107866" y="189184"/>
                    </a:lnTo>
                    <a:lnTo>
                      <a:pt x="127622" y="147481"/>
                    </a:lnTo>
                    <a:lnTo>
                      <a:pt x="158321" y="115231"/>
                    </a:lnTo>
                    <a:lnTo>
                      <a:pt x="198141" y="94422"/>
                    </a:lnTo>
                    <a:lnTo>
                      <a:pt x="245259" y="87044"/>
                    </a:lnTo>
                    <a:lnTo>
                      <a:pt x="279702" y="91547"/>
                    </a:lnTo>
                    <a:lnTo>
                      <a:pt x="309938" y="103888"/>
                    </a:lnTo>
                    <a:lnTo>
                      <a:pt x="335124" y="122317"/>
                    </a:lnTo>
                    <a:lnTo>
                      <a:pt x="354418" y="145084"/>
                    </a:lnTo>
                    <a:lnTo>
                      <a:pt x="435934" y="100866"/>
                    </a:lnTo>
                    <a:lnTo>
                      <a:pt x="411726" y="69419"/>
                    </a:lnTo>
                    <a:lnTo>
                      <a:pt x="381052" y="41785"/>
                    </a:lnTo>
                    <a:lnTo>
                      <a:pt x="343415" y="19787"/>
                    </a:lnTo>
                    <a:lnTo>
                      <a:pt x="298316" y="5250"/>
                    </a:lnTo>
                    <a:lnTo>
                      <a:pt x="245259"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1952" name="Google Shape;1952;p88"/>
              <p:cNvSpPr/>
              <p:nvPr/>
            </p:nvSpPr>
            <p:spPr>
              <a:xfrm>
                <a:off x="10065923" y="5757814"/>
                <a:ext cx="98425" cy="461010"/>
              </a:xfrm>
              <a:custGeom>
                <a:rect b="b" l="l" r="r" t="t"/>
                <a:pathLst>
                  <a:path extrusionOk="0" h="461010" w="98425">
                    <a:moveTo>
                      <a:pt x="98101" y="0"/>
                    </a:moveTo>
                    <a:lnTo>
                      <a:pt x="0" y="0"/>
                    </a:lnTo>
                    <a:lnTo>
                      <a:pt x="0" y="460802"/>
                    </a:lnTo>
                    <a:lnTo>
                      <a:pt x="98101" y="460802"/>
                    </a:lnTo>
                    <a:lnTo>
                      <a:pt x="98101"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1953" name="Google Shape;1953;p88"/>
              <p:cNvSpPr/>
              <p:nvPr/>
            </p:nvSpPr>
            <p:spPr>
              <a:xfrm>
                <a:off x="10216108" y="5757817"/>
                <a:ext cx="811529" cy="461010"/>
              </a:xfrm>
              <a:custGeom>
                <a:rect b="b" l="l" r="r" t="t"/>
                <a:pathLst>
                  <a:path extrusionOk="0" h="461010" w="811529">
                    <a:moveTo>
                      <a:pt x="367538" y="0"/>
                    </a:moveTo>
                    <a:lnTo>
                      <a:pt x="0" y="0"/>
                    </a:lnTo>
                    <a:lnTo>
                      <a:pt x="0" y="86360"/>
                    </a:lnTo>
                    <a:lnTo>
                      <a:pt x="134708" y="86360"/>
                    </a:lnTo>
                    <a:lnTo>
                      <a:pt x="134708" y="461010"/>
                    </a:lnTo>
                    <a:lnTo>
                      <a:pt x="233502" y="461010"/>
                    </a:lnTo>
                    <a:lnTo>
                      <a:pt x="233502" y="86360"/>
                    </a:lnTo>
                    <a:lnTo>
                      <a:pt x="367538" y="86360"/>
                    </a:lnTo>
                    <a:lnTo>
                      <a:pt x="367538" y="0"/>
                    </a:lnTo>
                    <a:close/>
                  </a:path>
                  <a:path extrusionOk="0" h="461010" w="811529">
                    <a:moveTo>
                      <a:pt x="811047" y="460806"/>
                    </a:moveTo>
                    <a:lnTo>
                      <a:pt x="780440" y="381355"/>
                    </a:lnTo>
                    <a:lnTo>
                      <a:pt x="747699" y="296379"/>
                    </a:lnTo>
                    <a:lnTo>
                      <a:pt x="666242" y="84975"/>
                    </a:lnTo>
                    <a:lnTo>
                      <a:pt x="648004" y="37655"/>
                    </a:lnTo>
                    <a:lnTo>
                      <a:pt x="648004" y="296379"/>
                    </a:lnTo>
                    <a:lnTo>
                      <a:pt x="495325" y="296379"/>
                    </a:lnTo>
                    <a:lnTo>
                      <a:pt x="572020" y="84975"/>
                    </a:lnTo>
                    <a:lnTo>
                      <a:pt x="648004" y="296379"/>
                    </a:lnTo>
                    <a:lnTo>
                      <a:pt x="648004" y="37655"/>
                    </a:lnTo>
                    <a:lnTo>
                      <a:pt x="633501" y="12"/>
                    </a:lnTo>
                    <a:lnTo>
                      <a:pt x="510527" y="12"/>
                    </a:lnTo>
                    <a:lnTo>
                      <a:pt x="332282" y="460806"/>
                    </a:lnTo>
                    <a:lnTo>
                      <a:pt x="440055" y="460806"/>
                    </a:lnTo>
                    <a:lnTo>
                      <a:pt x="469074" y="381355"/>
                    </a:lnTo>
                    <a:lnTo>
                      <a:pt x="674941" y="381355"/>
                    </a:lnTo>
                    <a:lnTo>
                      <a:pt x="703961" y="460806"/>
                    </a:lnTo>
                    <a:lnTo>
                      <a:pt x="811047" y="460806"/>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1954" name="Google Shape;1954;p88"/>
              <p:cNvSpPr/>
              <p:nvPr/>
            </p:nvSpPr>
            <p:spPr>
              <a:xfrm>
                <a:off x="11078274" y="5757830"/>
                <a:ext cx="293370" cy="461010"/>
              </a:xfrm>
              <a:custGeom>
                <a:rect b="b" l="l" r="r" t="t"/>
                <a:pathLst>
                  <a:path extrusionOk="0" h="461010" w="293370">
                    <a:moveTo>
                      <a:pt x="292925" y="374650"/>
                    </a:moveTo>
                    <a:lnTo>
                      <a:pt x="98107" y="374650"/>
                    </a:lnTo>
                    <a:lnTo>
                      <a:pt x="98107" y="0"/>
                    </a:lnTo>
                    <a:lnTo>
                      <a:pt x="0" y="0"/>
                    </a:lnTo>
                    <a:lnTo>
                      <a:pt x="0" y="374650"/>
                    </a:lnTo>
                    <a:lnTo>
                      <a:pt x="0" y="461010"/>
                    </a:lnTo>
                    <a:lnTo>
                      <a:pt x="292925" y="461010"/>
                    </a:lnTo>
                    <a:lnTo>
                      <a:pt x="292925" y="37465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grpSp>
        <p:pic>
          <p:nvPicPr>
            <p:cNvPr id="1955" name="Google Shape;1955;p88"/>
            <p:cNvPicPr preferRelativeResize="0"/>
            <p:nvPr/>
          </p:nvPicPr>
          <p:blipFill rotWithShape="1">
            <a:blip r:embed="rId3">
              <a:alphaModFix/>
            </a:blip>
            <a:srcRect b="0" l="0" r="0" t="0"/>
            <a:stretch/>
          </p:blipFill>
          <p:spPr>
            <a:xfrm>
              <a:off x="6319037" y="4281104"/>
              <a:ext cx="2094183" cy="2746345"/>
            </a:xfrm>
            <a:prstGeom prst="rect">
              <a:avLst/>
            </a:prstGeom>
            <a:noFill/>
            <a:ln>
              <a:noFill/>
            </a:ln>
          </p:spPr>
        </p:pic>
      </p:grpSp>
      <p:grpSp>
        <p:nvGrpSpPr>
          <p:cNvPr id="1956" name="Google Shape;1956;p88"/>
          <p:cNvGrpSpPr/>
          <p:nvPr/>
        </p:nvGrpSpPr>
        <p:grpSpPr>
          <a:xfrm>
            <a:off x="6937009" y="1947046"/>
            <a:ext cx="1483746" cy="1839842"/>
            <a:chOff x="15252878" y="4281104"/>
            <a:chExt cx="3262414" cy="4045387"/>
          </a:xfrm>
        </p:grpSpPr>
        <p:grpSp>
          <p:nvGrpSpPr>
            <p:cNvPr id="1957" name="Google Shape;1957;p88"/>
            <p:cNvGrpSpPr/>
            <p:nvPr/>
          </p:nvGrpSpPr>
          <p:grpSpPr>
            <a:xfrm>
              <a:off x="15252878" y="7408805"/>
              <a:ext cx="3262414" cy="917686"/>
              <a:chOff x="15252878" y="7408805"/>
              <a:chExt cx="3262414" cy="917686"/>
            </a:xfrm>
          </p:grpSpPr>
          <p:sp>
            <p:nvSpPr>
              <p:cNvPr id="1958" name="Google Shape;1958;p88"/>
              <p:cNvSpPr/>
              <p:nvPr/>
            </p:nvSpPr>
            <p:spPr>
              <a:xfrm>
                <a:off x="15252878" y="7408805"/>
                <a:ext cx="763269" cy="381634"/>
              </a:xfrm>
              <a:custGeom>
                <a:rect b="b" l="l" r="r" t="t"/>
                <a:pathLst>
                  <a:path extrusionOk="0" h="381634" w="763269">
                    <a:moveTo>
                      <a:pt x="350405" y="90106"/>
                    </a:moveTo>
                    <a:lnTo>
                      <a:pt x="326732" y="56667"/>
                    </a:lnTo>
                    <a:lnTo>
                      <a:pt x="293687" y="27851"/>
                    </a:lnTo>
                    <a:lnTo>
                      <a:pt x="249758" y="7632"/>
                    </a:lnTo>
                    <a:lnTo>
                      <a:pt x="193446" y="12"/>
                    </a:lnTo>
                    <a:lnTo>
                      <a:pt x="148793" y="4622"/>
                    </a:lnTo>
                    <a:lnTo>
                      <a:pt x="107962" y="17995"/>
                    </a:lnTo>
                    <a:lnTo>
                      <a:pt x="72059" y="39382"/>
                    </a:lnTo>
                    <a:lnTo>
                      <a:pt x="42202" y="68072"/>
                    </a:lnTo>
                    <a:lnTo>
                      <a:pt x="19507" y="103339"/>
                    </a:lnTo>
                    <a:lnTo>
                      <a:pt x="5067" y="144449"/>
                    </a:lnTo>
                    <a:lnTo>
                      <a:pt x="0" y="190690"/>
                    </a:lnTo>
                    <a:lnTo>
                      <a:pt x="5067" y="236918"/>
                    </a:lnTo>
                    <a:lnTo>
                      <a:pt x="19507" y="278041"/>
                    </a:lnTo>
                    <a:lnTo>
                      <a:pt x="42202" y="313296"/>
                    </a:lnTo>
                    <a:lnTo>
                      <a:pt x="72059" y="341985"/>
                    </a:lnTo>
                    <a:lnTo>
                      <a:pt x="107962" y="363385"/>
                    </a:lnTo>
                    <a:lnTo>
                      <a:pt x="148793" y="376745"/>
                    </a:lnTo>
                    <a:lnTo>
                      <a:pt x="193446" y="381355"/>
                    </a:lnTo>
                    <a:lnTo>
                      <a:pt x="249682" y="373646"/>
                    </a:lnTo>
                    <a:lnTo>
                      <a:pt x="293484" y="353250"/>
                    </a:lnTo>
                    <a:lnTo>
                      <a:pt x="326504" y="324243"/>
                    </a:lnTo>
                    <a:lnTo>
                      <a:pt x="350405" y="290728"/>
                    </a:lnTo>
                    <a:lnTo>
                      <a:pt x="282981" y="258114"/>
                    </a:lnTo>
                    <a:lnTo>
                      <a:pt x="268211" y="279323"/>
                    </a:lnTo>
                    <a:lnTo>
                      <a:pt x="247738" y="296316"/>
                    </a:lnTo>
                    <a:lnTo>
                      <a:pt x="222516" y="307632"/>
                    </a:lnTo>
                    <a:lnTo>
                      <a:pt x="193446" y="311734"/>
                    </a:lnTo>
                    <a:lnTo>
                      <a:pt x="148780" y="302615"/>
                    </a:lnTo>
                    <a:lnTo>
                      <a:pt x="113030" y="277317"/>
                    </a:lnTo>
                    <a:lnTo>
                      <a:pt x="89306" y="238975"/>
                    </a:lnTo>
                    <a:lnTo>
                      <a:pt x="80708" y="190690"/>
                    </a:lnTo>
                    <a:lnTo>
                      <a:pt x="89306" y="142392"/>
                    </a:lnTo>
                    <a:lnTo>
                      <a:pt x="113030" y="104051"/>
                    </a:lnTo>
                    <a:lnTo>
                      <a:pt x="148780" y="78765"/>
                    </a:lnTo>
                    <a:lnTo>
                      <a:pt x="193446" y="69646"/>
                    </a:lnTo>
                    <a:lnTo>
                      <a:pt x="222516" y="73825"/>
                    </a:lnTo>
                    <a:lnTo>
                      <a:pt x="247738" y="85255"/>
                    </a:lnTo>
                    <a:lnTo>
                      <a:pt x="268211" y="102285"/>
                    </a:lnTo>
                    <a:lnTo>
                      <a:pt x="282981" y="123253"/>
                    </a:lnTo>
                    <a:lnTo>
                      <a:pt x="350405" y="90106"/>
                    </a:lnTo>
                    <a:close/>
                  </a:path>
                  <a:path extrusionOk="0" h="381634" w="763269">
                    <a:moveTo>
                      <a:pt x="763270" y="190690"/>
                    </a:moveTo>
                    <a:lnTo>
                      <a:pt x="758444" y="145148"/>
                    </a:lnTo>
                    <a:lnTo>
                      <a:pt x="744524" y="104267"/>
                    </a:lnTo>
                    <a:lnTo>
                      <a:pt x="722909" y="69646"/>
                    </a:lnTo>
                    <a:lnTo>
                      <a:pt x="693166" y="40081"/>
                    </a:lnTo>
                    <a:lnTo>
                      <a:pt x="682574" y="33655"/>
                    </a:lnTo>
                    <a:lnTo>
                      <a:pt x="682574" y="190690"/>
                    </a:lnTo>
                    <a:lnTo>
                      <a:pt x="674598" y="238518"/>
                    </a:lnTo>
                    <a:lnTo>
                      <a:pt x="651967" y="276910"/>
                    </a:lnTo>
                    <a:lnTo>
                      <a:pt x="616585" y="302450"/>
                    </a:lnTo>
                    <a:lnTo>
                      <a:pt x="570369" y="311721"/>
                    </a:lnTo>
                    <a:lnTo>
                      <a:pt x="524256" y="302450"/>
                    </a:lnTo>
                    <a:lnTo>
                      <a:pt x="489064" y="276910"/>
                    </a:lnTo>
                    <a:lnTo>
                      <a:pt x="466610" y="238518"/>
                    </a:lnTo>
                    <a:lnTo>
                      <a:pt x="458736" y="190690"/>
                    </a:lnTo>
                    <a:lnTo>
                      <a:pt x="466610" y="142633"/>
                    </a:lnTo>
                    <a:lnTo>
                      <a:pt x="489064" y="104267"/>
                    </a:lnTo>
                    <a:lnTo>
                      <a:pt x="524256" y="78841"/>
                    </a:lnTo>
                    <a:lnTo>
                      <a:pt x="570369" y="69646"/>
                    </a:lnTo>
                    <a:lnTo>
                      <a:pt x="616585" y="78841"/>
                    </a:lnTo>
                    <a:lnTo>
                      <a:pt x="651967" y="104267"/>
                    </a:lnTo>
                    <a:lnTo>
                      <a:pt x="674598" y="142633"/>
                    </a:lnTo>
                    <a:lnTo>
                      <a:pt x="682574" y="190690"/>
                    </a:lnTo>
                    <a:lnTo>
                      <a:pt x="682574" y="33655"/>
                    </a:lnTo>
                    <a:lnTo>
                      <a:pt x="657440" y="18376"/>
                    </a:lnTo>
                    <a:lnTo>
                      <a:pt x="616204" y="4737"/>
                    </a:lnTo>
                    <a:lnTo>
                      <a:pt x="570369" y="0"/>
                    </a:lnTo>
                    <a:lnTo>
                      <a:pt x="524738" y="4737"/>
                    </a:lnTo>
                    <a:lnTo>
                      <a:pt x="483666" y="18376"/>
                    </a:lnTo>
                    <a:lnTo>
                      <a:pt x="448043" y="40081"/>
                    </a:lnTo>
                    <a:lnTo>
                      <a:pt x="418769" y="68999"/>
                    </a:lnTo>
                    <a:lnTo>
                      <a:pt x="396735" y="104305"/>
                    </a:lnTo>
                    <a:lnTo>
                      <a:pt x="382866" y="145148"/>
                    </a:lnTo>
                    <a:lnTo>
                      <a:pt x="378040" y="190690"/>
                    </a:lnTo>
                    <a:lnTo>
                      <a:pt x="382866" y="236232"/>
                    </a:lnTo>
                    <a:lnTo>
                      <a:pt x="396735" y="277075"/>
                    </a:lnTo>
                    <a:lnTo>
                      <a:pt x="418769" y="312369"/>
                    </a:lnTo>
                    <a:lnTo>
                      <a:pt x="448043" y="341299"/>
                    </a:lnTo>
                    <a:lnTo>
                      <a:pt x="483666" y="362991"/>
                    </a:lnTo>
                    <a:lnTo>
                      <a:pt x="524738" y="376631"/>
                    </a:lnTo>
                    <a:lnTo>
                      <a:pt x="570369" y="381368"/>
                    </a:lnTo>
                    <a:lnTo>
                      <a:pt x="616204" y="376631"/>
                    </a:lnTo>
                    <a:lnTo>
                      <a:pt x="657440" y="362991"/>
                    </a:lnTo>
                    <a:lnTo>
                      <a:pt x="693166" y="341299"/>
                    </a:lnTo>
                    <a:lnTo>
                      <a:pt x="722503" y="312369"/>
                    </a:lnTo>
                    <a:lnTo>
                      <a:pt x="744550" y="277075"/>
                    </a:lnTo>
                    <a:lnTo>
                      <a:pt x="758444" y="236232"/>
                    </a:lnTo>
                    <a:lnTo>
                      <a:pt x="763270" y="19069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1959" name="Google Shape;1959;p88"/>
              <p:cNvSpPr/>
              <p:nvPr/>
            </p:nvSpPr>
            <p:spPr>
              <a:xfrm>
                <a:off x="16067544" y="7414883"/>
                <a:ext cx="330200" cy="368934"/>
              </a:xfrm>
              <a:custGeom>
                <a:rect b="b" l="l" r="r" t="t"/>
                <a:pathLst>
                  <a:path extrusionOk="0" h="368934" w="330200">
                    <a:moveTo>
                      <a:pt x="329948" y="0"/>
                    </a:moveTo>
                    <a:lnTo>
                      <a:pt x="251468" y="0"/>
                    </a:lnTo>
                    <a:lnTo>
                      <a:pt x="251468" y="238767"/>
                    </a:lnTo>
                    <a:lnTo>
                      <a:pt x="80688" y="0"/>
                    </a:lnTo>
                    <a:lnTo>
                      <a:pt x="0" y="0"/>
                    </a:lnTo>
                    <a:lnTo>
                      <a:pt x="0" y="368648"/>
                    </a:lnTo>
                    <a:lnTo>
                      <a:pt x="78479" y="368648"/>
                    </a:lnTo>
                    <a:lnTo>
                      <a:pt x="78479" y="121043"/>
                    </a:lnTo>
                    <a:lnTo>
                      <a:pt x="254233" y="368648"/>
                    </a:lnTo>
                    <a:lnTo>
                      <a:pt x="329948" y="368648"/>
                    </a:lnTo>
                    <a:lnTo>
                      <a:pt x="329948"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1960" name="Google Shape;1960;p88"/>
              <p:cNvSpPr/>
              <p:nvPr/>
            </p:nvSpPr>
            <p:spPr>
              <a:xfrm>
                <a:off x="16448003" y="7409361"/>
                <a:ext cx="304165" cy="381000"/>
              </a:xfrm>
              <a:custGeom>
                <a:rect b="b" l="l" r="r" t="t"/>
                <a:pathLst>
                  <a:path extrusionOk="0" h="381000" w="304165">
                    <a:moveTo>
                      <a:pt x="151984" y="0"/>
                    </a:moveTo>
                    <a:lnTo>
                      <a:pt x="93529" y="8729"/>
                    </a:lnTo>
                    <a:lnTo>
                      <a:pt x="49531" y="32536"/>
                    </a:lnTo>
                    <a:lnTo>
                      <a:pt x="21802" y="67846"/>
                    </a:lnTo>
                    <a:lnTo>
                      <a:pt x="12156" y="111085"/>
                    </a:lnTo>
                    <a:lnTo>
                      <a:pt x="25188" y="161503"/>
                    </a:lnTo>
                    <a:lnTo>
                      <a:pt x="58376" y="193164"/>
                    </a:lnTo>
                    <a:lnTo>
                      <a:pt x="102859" y="211973"/>
                    </a:lnTo>
                    <a:lnTo>
                      <a:pt x="179386" y="231486"/>
                    </a:lnTo>
                    <a:lnTo>
                      <a:pt x="203040" y="240691"/>
                    </a:lnTo>
                    <a:lnTo>
                      <a:pt x="218716" y="253214"/>
                    </a:lnTo>
                    <a:lnTo>
                      <a:pt x="224391" y="270818"/>
                    </a:lnTo>
                    <a:lnTo>
                      <a:pt x="220435" y="286151"/>
                    </a:lnTo>
                    <a:lnTo>
                      <a:pt x="208500" y="299413"/>
                    </a:lnTo>
                    <a:lnTo>
                      <a:pt x="188481" y="308739"/>
                    </a:lnTo>
                    <a:lnTo>
                      <a:pt x="160277" y="312262"/>
                    </a:lnTo>
                    <a:lnTo>
                      <a:pt x="124172" y="308299"/>
                    </a:lnTo>
                    <a:lnTo>
                      <a:pt x="92367" y="297548"/>
                    </a:lnTo>
                    <a:lnTo>
                      <a:pt x="65225" y="281720"/>
                    </a:lnTo>
                    <a:lnTo>
                      <a:pt x="43108" y="262526"/>
                    </a:lnTo>
                    <a:lnTo>
                      <a:pt x="0" y="322220"/>
                    </a:lnTo>
                    <a:lnTo>
                      <a:pt x="29178" y="346062"/>
                    </a:lnTo>
                    <a:lnTo>
                      <a:pt x="64731" y="364568"/>
                    </a:lnTo>
                    <a:lnTo>
                      <a:pt x="107021" y="376547"/>
                    </a:lnTo>
                    <a:lnTo>
                      <a:pt x="156414" y="380805"/>
                    </a:lnTo>
                    <a:lnTo>
                      <a:pt x="209962" y="374977"/>
                    </a:lnTo>
                    <a:lnTo>
                      <a:pt x="251334" y="358591"/>
                    </a:lnTo>
                    <a:lnTo>
                      <a:pt x="280688" y="333291"/>
                    </a:lnTo>
                    <a:lnTo>
                      <a:pt x="298183" y="300721"/>
                    </a:lnTo>
                    <a:lnTo>
                      <a:pt x="303980" y="262526"/>
                    </a:lnTo>
                    <a:lnTo>
                      <a:pt x="290939" y="212170"/>
                    </a:lnTo>
                    <a:lnTo>
                      <a:pt x="257691" y="180105"/>
                    </a:lnTo>
                    <a:lnTo>
                      <a:pt x="213043" y="160788"/>
                    </a:lnTo>
                    <a:lnTo>
                      <a:pt x="165806" y="148676"/>
                    </a:lnTo>
                    <a:lnTo>
                      <a:pt x="136364" y="141327"/>
                    </a:lnTo>
                    <a:lnTo>
                      <a:pt x="113092" y="132993"/>
                    </a:lnTo>
                    <a:lnTo>
                      <a:pt x="97800" y="121859"/>
                    </a:lnTo>
                    <a:lnTo>
                      <a:pt x="92300" y="106111"/>
                    </a:lnTo>
                    <a:lnTo>
                      <a:pt x="95788" y="90914"/>
                    </a:lnTo>
                    <a:lnTo>
                      <a:pt x="106114" y="79032"/>
                    </a:lnTo>
                    <a:lnTo>
                      <a:pt x="123072" y="71295"/>
                    </a:lnTo>
                    <a:lnTo>
                      <a:pt x="146456" y="68531"/>
                    </a:lnTo>
                    <a:lnTo>
                      <a:pt x="173910" y="70949"/>
                    </a:lnTo>
                    <a:lnTo>
                      <a:pt x="201521" y="78341"/>
                    </a:lnTo>
                    <a:lnTo>
                      <a:pt x="227991" y="90914"/>
                    </a:lnTo>
                    <a:lnTo>
                      <a:pt x="252023" y="108876"/>
                    </a:lnTo>
                    <a:lnTo>
                      <a:pt x="295687" y="51401"/>
                    </a:lnTo>
                    <a:lnTo>
                      <a:pt x="266082" y="29146"/>
                    </a:lnTo>
                    <a:lnTo>
                      <a:pt x="232125" y="13057"/>
                    </a:lnTo>
                    <a:lnTo>
                      <a:pt x="194023" y="3290"/>
                    </a:lnTo>
                    <a:lnTo>
                      <a:pt x="151984"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1961" name="Google Shape;1961;p88"/>
              <p:cNvSpPr/>
              <p:nvPr/>
            </p:nvSpPr>
            <p:spPr>
              <a:xfrm>
                <a:off x="16780764" y="7414888"/>
                <a:ext cx="635000" cy="368934"/>
              </a:xfrm>
              <a:custGeom>
                <a:rect b="b" l="l" r="r" t="t"/>
                <a:pathLst>
                  <a:path extrusionOk="0" h="368934" w="635000">
                    <a:moveTo>
                      <a:pt x="294030" y="508"/>
                    </a:moveTo>
                    <a:lnTo>
                      <a:pt x="0" y="508"/>
                    </a:lnTo>
                    <a:lnTo>
                      <a:pt x="0" y="69088"/>
                    </a:lnTo>
                    <a:lnTo>
                      <a:pt x="107772" y="69088"/>
                    </a:lnTo>
                    <a:lnTo>
                      <a:pt x="107772" y="368808"/>
                    </a:lnTo>
                    <a:lnTo>
                      <a:pt x="186804" y="368808"/>
                    </a:lnTo>
                    <a:lnTo>
                      <a:pt x="186804" y="69088"/>
                    </a:lnTo>
                    <a:lnTo>
                      <a:pt x="294030" y="69088"/>
                    </a:lnTo>
                    <a:lnTo>
                      <a:pt x="294030" y="508"/>
                    </a:lnTo>
                    <a:close/>
                  </a:path>
                  <a:path extrusionOk="0" h="368934" w="635000">
                    <a:moveTo>
                      <a:pt x="634796" y="368655"/>
                    </a:moveTo>
                    <a:lnTo>
                      <a:pt x="556806" y="236562"/>
                    </a:lnTo>
                    <a:lnTo>
                      <a:pt x="551903" y="228269"/>
                    </a:lnTo>
                    <a:lnTo>
                      <a:pt x="581291" y="216369"/>
                    </a:lnTo>
                    <a:lnTo>
                      <a:pt x="607174" y="194487"/>
                    </a:lnTo>
                    <a:lnTo>
                      <a:pt x="621601" y="169125"/>
                    </a:lnTo>
                    <a:lnTo>
                      <a:pt x="625576" y="162128"/>
                    </a:lnTo>
                    <a:lnTo>
                      <a:pt x="632587" y="118833"/>
                    </a:lnTo>
                    <a:lnTo>
                      <a:pt x="624052" y="71361"/>
                    </a:lnTo>
                    <a:lnTo>
                      <a:pt x="621499" y="67437"/>
                    </a:lnTo>
                    <a:lnTo>
                      <a:pt x="599503" y="33718"/>
                    </a:lnTo>
                    <a:lnTo>
                      <a:pt x="560552" y="8928"/>
                    </a:lnTo>
                    <a:lnTo>
                      <a:pt x="552450" y="7531"/>
                    </a:lnTo>
                    <a:lnTo>
                      <a:pt x="552450" y="118275"/>
                    </a:lnTo>
                    <a:lnTo>
                      <a:pt x="548246" y="139280"/>
                    </a:lnTo>
                    <a:lnTo>
                      <a:pt x="536625" y="155308"/>
                    </a:lnTo>
                    <a:lnTo>
                      <a:pt x="519112" y="165531"/>
                    </a:lnTo>
                    <a:lnTo>
                      <a:pt x="497179" y="169125"/>
                    </a:lnTo>
                    <a:lnTo>
                      <a:pt x="414845" y="169125"/>
                    </a:lnTo>
                    <a:lnTo>
                      <a:pt x="414845" y="67437"/>
                    </a:lnTo>
                    <a:lnTo>
                      <a:pt x="497179" y="67437"/>
                    </a:lnTo>
                    <a:lnTo>
                      <a:pt x="519112" y="71031"/>
                    </a:lnTo>
                    <a:lnTo>
                      <a:pt x="536625" y="81254"/>
                    </a:lnTo>
                    <a:lnTo>
                      <a:pt x="548246" y="97282"/>
                    </a:lnTo>
                    <a:lnTo>
                      <a:pt x="552450" y="118275"/>
                    </a:lnTo>
                    <a:lnTo>
                      <a:pt x="552450" y="7531"/>
                    </a:lnTo>
                    <a:lnTo>
                      <a:pt x="508800" y="0"/>
                    </a:lnTo>
                    <a:lnTo>
                      <a:pt x="336346" y="0"/>
                    </a:lnTo>
                    <a:lnTo>
                      <a:pt x="336346" y="368655"/>
                    </a:lnTo>
                    <a:lnTo>
                      <a:pt x="414845" y="368655"/>
                    </a:lnTo>
                    <a:lnTo>
                      <a:pt x="414845" y="236562"/>
                    </a:lnTo>
                    <a:lnTo>
                      <a:pt x="472313" y="236562"/>
                    </a:lnTo>
                    <a:lnTo>
                      <a:pt x="544715" y="368655"/>
                    </a:lnTo>
                    <a:lnTo>
                      <a:pt x="634796" y="368655"/>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1962" name="Google Shape;1962;p88"/>
              <p:cNvSpPr/>
              <p:nvPr/>
            </p:nvSpPr>
            <p:spPr>
              <a:xfrm>
                <a:off x="17463098" y="7414888"/>
                <a:ext cx="329565" cy="375284"/>
              </a:xfrm>
              <a:custGeom>
                <a:rect b="b" l="l" r="r" t="t"/>
                <a:pathLst>
                  <a:path extrusionOk="0" h="375284" w="329565">
                    <a:moveTo>
                      <a:pt x="329403" y="0"/>
                    </a:moveTo>
                    <a:lnTo>
                      <a:pt x="249814" y="0"/>
                    </a:lnTo>
                    <a:lnTo>
                      <a:pt x="249814" y="218862"/>
                    </a:lnTo>
                    <a:lnTo>
                      <a:pt x="244529" y="254105"/>
                    </a:lnTo>
                    <a:lnTo>
                      <a:pt x="228673" y="281524"/>
                    </a:lnTo>
                    <a:lnTo>
                      <a:pt x="202247" y="299304"/>
                    </a:lnTo>
                    <a:lnTo>
                      <a:pt x="165251" y="305634"/>
                    </a:lnTo>
                    <a:lnTo>
                      <a:pt x="127615" y="299304"/>
                    </a:lnTo>
                    <a:lnTo>
                      <a:pt x="100863" y="281524"/>
                    </a:lnTo>
                    <a:lnTo>
                      <a:pt x="84890" y="254105"/>
                    </a:lnTo>
                    <a:lnTo>
                      <a:pt x="79589" y="218862"/>
                    </a:lnTo>
                    <a:lnTo>
                      <a:pt x="79589" y="0"/>
                    </a:lnTo>
                    <a:lnTo>
                      <a:pt x="0" y="0"/>
                    </a:lnTo>
                    <a:lnTo>
                      <a:pt x="0" y="221626"/>
                    </a:lnTo>
                    <a:lnTo>
                      <a:pt x="4410" y="264479"/>
                    </a:lnTo>
                    <a:lnTo>
                      <a:pt x="17787" y="301744"/>
                    </a:lnTo>
                    <a:lnTo>
                      <a:pt x="72297" y="355582"/>
                    </a:lnTo>
                    <a:lnTo>
                      <a:pt x="113861" y="370189"/>
                    </a:lnTo>
                    <a:lnTo>
                      <a:pt x="165251" y="375276"/>
                    </a:lnTo>
                    <a:lnTo>
                      <a:pt x="216175" y="370225"/>
                    </a:lnTo>
                    <a:lnTo>
                      <a:pt x="257427" y="355685"/>
                    </a:lnTo>
                    <a:lnTo>
                      <a:pt x="289192" y="332578"/>
                    </a:lnTo>
                    <a:lnTo>
                      <a:pt x="324996" y="264350"/>
                    </a:lnTo>
                    <a:lnTo>
                      <a:pt x="329403" y="221071"/>
                    </a:lnTo>
                    <a:lnTo>
                      <a:pt x="329403"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1963" name="Google Shape;1963;p88"/>
              <p:cNvSpPr/>
              <p:nvPr/>
            </p:nvSpPr>
            <p:spPr>
              <a:xfrm>
                <a:off x="17841129" y="7408809"/>
                <a:ext cx="350519" cy="381634"/>
              </a:xfrm>
              <a:custGeom>
                <a:rect b="b" l="l" r="r" t="t"/>
                <a:pathLst>
                  <a:path extrusionOk="0" h="381634" w="350519">
                    <a:moveTo>
                      <a:pt x="193439" y="0"/>
                    </a:moveTo>
                    <a:lnTo>
                      <a:pt x="148791" y="4616"/>
                    </a:lnTo>
                    <a:lnTo>
                      <a:pt x="107961" y="17983"/>
                    </a:lnTo>
                    <a:lnTo>
                      <a:pt x="72061" y="39373"/>
                    </a:lnTo>
                    <a:lnTo>
                      <a:pt x="42202" y="68063"/>
                    </a:lnTo>
                    <a:lnTo>
                      <a:pt x="19498" y="103327"/>
                    </a:lnTo>
                    <a:lnTo>
                      <a:pt x="5059" y="144439"/>
                    </a:lnTo>
                    <a:lnTo>
                      <a:pt x="0" y="190674"/>
                    </a:lnTo>
                    <a:lnTo>
                      <a:pt x="5059" y="236913"/>
                    </a:lnTo>
                    <a:lnTo>
                      <a:pt x="19498" y="278026"/>
                    </a:lnTo>
                    <a:lnTo>
                      <a:pt x="42202" y="313290"/>
                    </a:lnTo>
                    <a:lnTo>
                      <a:pt x="72061" y="341979"/>
                    </a:lnTo>
                    <a:lnTo>
                      <a:pt x="107961" y="363368"/>
                    </a:lnTo>
                    <a:lnTo>
                      <a:pt x="148791" y="376733"/>
                    </a:lnTo>
                    <a:lnTo>
                      <a:pt x="193439" y="381349"/>
                    </a:lnTo>
                    <a:lnTo>
                      <a:pt x="249675" y="373638"/>
                    </a:lnTo>
                    <a:lnTo>
                      <a:pt x="293476" y="353234"/>
                    </a:lnTo>
                    <a:lnTo>
                      <a:pt x="326501" y="324228"/>
                    </a:lnTo>
                    <a:lnTo>
                      <a:pt x="350408" y="290713"/>
                    </a:lnTo>
                    <a:lnTo>
                      <a:pt x="282975" y="258107"/>
                    </a:lnTo>
                    <a:lnTo>
                      <a:pt x="268208" y="279307"/>
                    </a:lnTo>
                    <a:lnTo>
                      <a:pt x="247741" y="296311"/>
                    </a:lnTo>
                    <a:lnTo>
                      <a:pt x="222507" y="307616"/>
                    </a:lnTo>
                    <a:lnTo>
                      <a:pt x="193439" y="311718"/>
                    </a:lnTo>
                    <a:lnTo>
                      <a:pt x="148774" y="302598"/>
                    </a:lnTo>
                    <a:lnTo>
                      <a:pt x="113021" y="277312"/>
                    </a:lnTo>
                    <a:lnTo>
                      <a:pt x="89289" y="238968"/>
                    </a:lnTo>
                    <a:lnTo>
                      <a:pt x="80688" y="190674"/>
                    </a:lnTo>
                    <a:lnTo>
                      <a:pt x="89289" y="142381"/>
                    </a:lnTo>
                    <a:lnTo>
                      <a:pt x="113021" y="104037"/>
                    </a:lnTo>
                    <a:lnTo>
                      <a:pt x="148774" y="78751"/>
                    </a:lnTo>
                    <a:lnTo>
                      <a:pt x="193439" y="69631"/>
                    </a:lnTo>
                    <a:lnTo>
                      <a:pt x="222507" y="73811"/>
                    </a:lnTo>
                    <a:lnTo>
                      <a:pt x="247741" y="85246"/>
                    </a:lnTo>
                    <a:lnTo>
                      <a:pt x="268208" y="102276"/>
                    </a:lnTo>
                    <a:lnTo>
                      <a:pt x="282975" y="123242"/>
                    </a:lnTo>
                    <a:lnTo>
                      <a:pt x="350408" y="90091"/>
                    </a:lnTo>
                    <a:lnTo>
                      <a:pt x="326735" y="56662"/>
                    </a:lnTo>
                    <a:lnTo>
                      <a:pt x="293684" y="27843"/>
                    </a:lnTo>
                    <a:lnTo>
                      <a:pt x="249753" y="7625"/>
                    </a:lnTo>
                    <a:lnTo>
                      <a:pt x="193439"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1964" name="Google Shape;1964;p88"/>
              <p:cNvSpPr/>
              <p:nvPr/>
            </p:nvSpPr>
            <p:spPr>
              <a:xfrm>
                <a:off x="18220652" y="7415396"/>
                <a:ext cx="294640" cy="368300"/>
              </a:xfrm>
              <a:custGeom>
                <a:rect b="b" l="l" r="r" t="t"/>
                <a:pathLst>
                  <a:path extrusionOk="0" h="368300" w="294640">
                    <a:moveTo>
                      <a:pt x="294030" y="0"/>
                    </a:moveTo>
                    <a:lnTo>
                      <a:pt x="0" y="0"/>
                    </a:lnTo>
                    <a:lnTo>
                      <a:pt x="0" y="68580"/>
                    </a:lnTo>
                    <a:lnTo>
                      <a:pt x="107772" y="68580"/>
                    </a:lnTo>
                    <a:lnTo>
                      <a:pt x="107772" y="368300"/>
                    </a:lnTo>
                    <a:lnTo>
                      <a:pt x="186804" y="368300"/>
                    </a:lnTo>
                    <a:lnTo>
                      <a:pt x="186804" y="68580"/>
                    </a:lnTo>
                    <a:lnTo>
                      <a:pt x="294030" y="68580"/>
                    </a:lnTo>
                    <a:lnTo>
                      <a:pt x="294030"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1965" name="Google Shape;1965;p88"/>
              <p:cNvSpPr/>
              <p:nvPr/>
            </p:nvSpPr>
            <p:spPr>
              <a:xfrm>
                <a:off x="15891268" y="7950304"/>
                <a:ext cx="341630" cy="368934"/>
              </a:xfrm>
              <a:custGeom>
                <a:rect b="b" l="l" r="r" t="t"/>
                <a:pathLst>
                  <a:path extrusionOk="0" h="368934" w="341630">
                    <a:moveTo>
                      <a:pt x="145356" y="0"/>
                    </a:moveTo>
                    <a:lnTo>
                      <a:pt x="0" y="0"/>
                    </a:lnTo>
                    <a:lnTo>
                      <a:pt x="0" y="368637"/>
                    </a:lnTo>
                    <a:lnTo>
                      <a:pt x="145356" y="368637"/>
                    </a:lnTo>
                    <a:lnTo>
                      <a:pt x="192566" y="364273"/>
                    </a:lnTo>
                    <a:lnTo>
                      <a:pt x="234660" y="351584"/>
                    </a:lnTo>
                    <a:lnTo>
                      <a:pt x="270857" y="331180"/>
                    </a:lnTo>
                    <a:lnTo>
                      <a:pt x="300372" y="303670"/>
                    </a:lnTo>
                    <a:lnTo>
                      <a:pt x="303043" y="299551"/>
                    </a:lnTo>
                    <a:lnTo>
                      <a:pt x="78479" y="299551"/>
                    </a:lnTo>
                    <a:lnTo>
                      <a:pt x="78479" y="69086"/>
                    </a:lnTo>
                    <a:lnTo>
                      <a:pt x="302819" y="69086"/>
                    </a:lnTo>
                    <a:lnTo>
                      <a:pt x="300372" y="65302"/>
                    </a:lnTo>
                    <a:lnTo>
                      <a:pt x="270857" y="37675"/>
                    </a:lnTo>
                    <a:lnTo>
                      <a:pt x="234660" y="17163"/>
                    </a:lnTo>
                    <a:lnTo>
                      <a:pt x="192566" y="4395"/>
                    </a:lnTo>
                    <a:lnTo>
                      <a:pt x="145356" y="0"/>
                    </a:lnTo>
                    <a:close/>
                  </a:path>
                  <a:path extrusionOk="0" h="368934" w="341630">
                    <a:moveTo>
                      <a:pt x="302819" y="69086"/>
                    </a:moveTo>
                    <a:lnTo>
                      <a:pt x="145356" y="69086"/>
                    </a:lnTo>
                    <a:lnTo>
                      <a:pt x="195348" y="77963"/>
                    </a:lnTo>
                    <a:lnTo>
                      <a:pt x="231507" y="102384"/>
                    </a:lnTo>
                    <a:lnTo>
                      <a:pt x="253469" y="139032"/>
                    </a:lnTo>
                    <a:lnTo>
                      <a:pt x="260871" y="184591"/>
                    </a:lnTo>
                    <a:lnTo>
                      <a:pt x="253081" y="228903"/>
                    </a:lnTo>
                    <a:lnTo>
                      <a:pt x="230470" y="265493"/>
                    </a:lnTo>
                    <a:lnTo>
                      <a:pt x="194182" y="290371"/>
                    </a:lnTo>
                    <a:lnTo>
                      <a:pt x="145356" y="299551"/>
                    </a:lnTo>
                    <a:lnTo>
                      <a:pt x="303043" y="299551"/>
                    </a:lnTo>
                    <a:lnTo>
                      <a:pt x="322424" y="269662"/>
                    </a:lnTo>
                    <a:lnTo>
                      <a:pt x="336229" y="229766"/>
                    </a:lnTo>
                    <a:lnTo>
                      <a:pt x="341005" y="184591"/>
                    </a:lnTo>
                    <a:lnTo>
                      <a:pt x="336229" y="139388"/>
                    </a:lnTo>
                    <a:lnTo>
                      <a:pt x="322424" y="99416"/>
                    </a:lnTo>
                    <a:lnTo>
                      <a:pt x="302819" y="69086"/>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1966" name="Google Shape;1966;p88"/>
              <p:cNvSpPr/>
              <p:nvPr/>
            </p:nvSpPr>
            <p:spPr>
              <a:xfrm>
                <a:off x="16289190" y="7950302"/>
                <a:ext cx="78740" cy="368934"/>
              </a:xfrm>
              <a:custGeom>
                <a:rect b="b" l="l" r="r" t="t"/>
                <a:pathLst>
                  <a:path extrusionOk="0" h="368934" w="78740">
                    <a:moveTo>
                      <a:pt x="78479" y="0"/>
                    </a:moveTo>
                    <a:lnTo>
                      <a:pt x="0" y="0"/>
                    </a:lnTo>
                    <a:lnTo>
                      <a:pt x="0" y="368637"/>
                    </a:lnTo>
                    <a:lnTo>
                      <a:pt x="78479" y="368637"/>
                    </a:lnTo>
                    <a:lnTo>
                      <a:pt x="78479"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1967" name="Google Shape;1967;p88"/>
              <p:cNvSpPr/>
              <p:nvPr/>
            </p:nvSpPr>
            <p:spPr>
              <a:xfrm>
                <a:off x="16424208" y="7944221"/>
                <a:ext cx="353694" cy="382270"/>
              </a:xfrm>
              <a:custGeom>
                <a:rect b="b" l="l" r="r" t="t"/>
                <a:pathLst>
                  <a:path extrusionOk="0" h="382270" w="353694">
                    <a:moveTo>
                      <a:pt x="196203" y="0"/>
                    </a:moveTo>
                    <a:lnTo>
                      <a:pt x="151399" y="4442"/>
                    </a:lnTo>
                    <a:lnTo>
                      <a:pt x="110173" y="17402"/>
                    </a:lnTo>
                    <a:lnTo>
                      <a:pt x="73733" y="38328"/>
                    </a:lnTo>
                    <a:lnTo>
                      <a:pt x="43287" y="66670"/>
                    </a:lnTo>
                    <a:lnTo>
                      <a:pt x="20044" y="101875"/>
                    </a:lnTo>
                    <a:lnTo>
                      <a:pt x="5212" y="143394"/>
                    </a:lnTo>
                    <a:lnTo>
                      <a:pt x="0" y="190674"/>
                    </a:lnTo>
                    <a:lnTo>
                      <a:pt x="5212" y="237814"/>
                    </a:lnTo>
                    <a:lnTo>
                      <a:pt x="20044" y="279345"/>
                    </a:lnTo>
                    <a:lnTo>
                      <a:pt x="43287" y="314669"/>
                    </a:lnTo>
                    <a:lnTo>
                      <a:pt x="73733" y="343185"/>
                    </a:lnTo>
                    <a:lnTo>
                      <a:pt x="110173" y="364296"/>
                    </a:lnTo>
                    <a:lnTo>
                      <a:pt x="151399" y="377402"/>
                    </a:lnTo>
                    <a:lnTo>
                      <a:pt x="196203" y="381904"/>
                    </a:lnTo>
                    <a:lnTo>
                      <a:pt x="243657" y="376930"/>
                    </a:lnTo>
                    <a:lnTo>
                      <a:pt x="285669" y="362838"/>
                    </a:lnTo>
                    <a:lnTo>
                      <a:pt x="322187" y="340871"/>
                    </a:lnTo>
                    <a:lnTo>
                      <a:pt x="353162" y="312273"/>
                    </a:lnTo>
                    <a:lnTo>
                      <a:pt x="353162" y="171335"/>
                    </a:lnTo>
                    <a:lnTo>
                      <a:pt x="177408" y="171335"/>
                    </a:lnTo>
                    <a:lnTo>
                      <a:pt x="177408" y="238757"/>
                    </a:lnTo>
                    <a:lnTo>
                      <a:pt x="275792" y="238757"/>
                    </a:lnTo>
                    <a:lnTo>
                      <a:pt x="275792" y="283530"/>
                    </a:lnTo>
                    <a:lnTo>
                      <a:pt x="261335" y="293995"/>
                    </a:lnTo>
                    <a:lnTo>
                      <a:pt x="242630" y="303011"/>
                    </a:lnTo>
                    <a:lnTo>
                      <a:pt x="220608" y="309334"/>
                    </a:lnTo>
                    <a:lnTo>
                      <a:pt x="196203" y="311718"/>
                    </a:lnTo>
                    <a:lnTo>
                      <a:pt x="149941" y="302598"/>
                    </a:lnTo>
                    <a:lnTo>
                      <a:pt x="113372" y="277312"/>
                    </a:lnTo>
                    <a:lnTo>
                      <a:pt x="89342" y="238968"/>
                    </a:lnTo>
                    <a:lnTo>
                      <a:pt x="80699" y="190674"/>
                    </a:lnTo>
                    <a:lnTo>
                      <a:pt x="89342" y="142387"/>
                    </a:lnTo>
                    <a:lnTo>
                      <a:pt x="113372" y="104046"/>
                    </a:lnTo>
                    <a:lnTo>
                      <a:pt x="149941" y="78761"/>
                    </a:lnTo>
                    <a:lnTo>
                      <a:pt x="196203" y="69641"/>
                    </a:lnTo>
                    <a:lnTo>
                      <a:pt x="223760" y="73243"/>
                    </a:lnTo>
                    <a:lnTo>
                      <a:pt x="247947" y="83113"/>
                    </a:lnTo>
                    <a:lnTo>
                      <a:pt x="268095" y="97855"/>
                    </a:lnTo>
                    <a:lnTo>
                      <a:pt x="283530" y="116069"/>
                    </a:lnTo>
                    <a:lnTo>
                      <a:pt x="348743" y="80688"/>
                    </a:lnTo>
                    <a:lnTo>
                      <a:pt x="323742" y="49664"/>
                    </a:lnTo>
                    <a:lnTo>
                      <a:pt x="290504" y="23974"/>
                    </a:lnTo>
                    <a:lnTo>
                      <a:pt x="248250" y="6468"/>
                    </a:lnTo>
                    <a:lnTo>
                      <a:pt x="196203"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1968" name="Google Shape;1968;p88"/>
              <p:cNvSpPr/>
              <p:nvPr/>
            </p:nvSpPr>
            <p:spPr>
              <a:xfrm>
                <a:off x="16845340" y="7950302"/>
                <a:ext cx="78740" cy="368934"/>
              </a:xfrm>
              <a:custGeom>
                <a:rect b="b" l="l" r="r" t="t"/>
                <a:pathLst>
                  <a:path extrusionOk="0" h="368934" w="78740">
                    <a:moveTo>
                      <a:pt x="78479" y="0"/>
                    </a:moveTo>
                    <a:lnTo>
                      <a:pt x="0" y="0"/>
                    </a:lnTo>
                    <a:lnTo>
                      <a:pt x="0" y="368637"/>
                    </a:lnTo>
                    <a:lnTo>
                      <a:pt x="78479" y="368637"/>
                    </a:lnTo>
                    <a:lnTo>
                      <a:pt x="78479" y="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sp>
            <p:nvSpPr>
              <p:cNvPr id="1969" name="Google Shape;1969;p88"/>
              <p:cNvSpPr/>
              <p:nvPr/>
            </p:nvSpPr>
            <p:spPr>
              <a:xfrm>
                <a:off x="16965486" y="7950307"/>
                <a:ext cx="924559" cy="368934"/>
              </a:xfrm>
              <a:custGeom>
                <a:rect b="b" l="l" r="r" t="t"/>
                <a:pathLst>
                  <a:path extrusionOk="0" h="368934" w="924559">
                    <a:moveTo>
                      <a:pt x="294030" y="508"/>
                    </a:moveTo>
                    <a:lnTo>
                      <a:pt x="0" y="508"/>
                    </a:lnTo>
                    <a:lnTo>
                      <a:pt x="0" y="69088"/>
                    </a:lnTo>
                    <a:lnTo>
                      <a:pt x="107772" y="69088"/>
                    </a:lnTo>
                    <a:lnTo>
                      <a:pt x="107772" y="368808"/>
                    </a:lnTo>
                    <a:lnTo>
                      <a:pt x="186804" y="368808"/>
                    </a:lnTo>
                    <a:lnTo>
                      <a:pt x="186804" y="69088"/>
                    </a:lnTo>
                    <a:lnTo>
                      <a:pt x="294030" y="69088"/>
                    </a:lnTo>
                    <a:lnTo>
                      <a:pt x="294030" y="508"/>
                    </a:lnTo>
                    <a:close/>
                  </a:path>
                  <a:path extrusionOk="0" h="368934" w="924559">
                    <a:moveTo>
                      <a:pt x="648843" y="368642"/>
                    </a:moveTo>
                    <a:lnTo>
                      <a:pt x="624357" y="305079"/>
                    </a:lnTo>
                    <a:lnTo>
                      <a:pt x="598157" y="237096"/>
                    </a:lnTo>
                    <a:lnTo>
                      <a:pt x="532993" y="67983"/>
                    </a:lnTo>
                    <a:lnTo>
                      <a:pt x="518414" y="30137"/>
                    </a:lnTo>
                    <a:lnTo>
                      <a:pt x="518414" y="237096"/>
                    </a:lnTo>
                    <a:lnTo>
                      <a:pt x="396265" y="237096"/>
                    </a:lnTo>
                    <a:lnTo>
                      <a:pt x="457619" y="67983"/>
                    </a:lnTo>
                    <a:lnTo>
                      <a:pt x="518414" y="237096"/>
                    </a:lnTo>
                    <a:lnTo>
                      <a:pt x="518414" y="30137"/>
                    </a:lnTo>
                    <a:lnTo>
                      <a:pt x="506806" y="0"/>
                    </a:lnTo>
                    <a:lnTo>
                      <a:pt x="408419" y="0"/>
                    </a:lnTo>
                    <a:lnTo>
                      <a:pt x="265823" y="368642"/>
                    </a:lnTo>
                    <a:lnTo>
                      <a:pt x="352044" y="368642"/>
                    </a:lnTo>
                    <a:lnTo>
                      <a:pt x="375259" y="305079"/>
                    </a:lnTo>
                    <a:lnTo>
                      <a:pt x="539953" y="305079"/>
                    </a:lnTo>
                    <a:lnTo>
                      <a:pt x="563168" y="368642"/>
                    </a:lnTo>
                    <a:lnTo>
                      <a:pt x="648843" y="368642"/>
                    </a:lnTo>
                    <a:close/>
                  </a:path>
                  <a:path extrusionOk="0" h="368934" w="924559">
                    <a:moveTo>
                      <a:pt x="924077" y="299720"/>
                    </a:moveTo>
                    <a:lnTo>
                      <a:pt x="768210" y="299720"/>
                    </a:lnTo>
                    <a:lnTo>
                      <a:pt x="768210" y="0"/>
                    </a:lnTo>
                    <a:lnTo>
                      <a:pt x="689737" y="0"/>
                    </a:lnTo>
                    <a:lnTo>
                      <a:pt x="689737" y="299720"/>
                    </a:lnTo>
                    <a:lnTo>
                      <a:pt x="689737" y="368300"/>
                    </a:lnTo>
                    <a:lnTo>
                      <a:pt x="924077" y="368300"/>
                    </a:lnTo>
                    <a:lnTo>
                      <a:pt x="924077" y="299720"/>
                    </a:lnTo>
                    <a:close/>
                  </a:path>
                </a:pathLst>
              </a:custGeom>
              <a:solidFill>
                <a:srgbClr val="FFFF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600"/>
              </a:p>
            </p:txBody>
          </p:sp>
        </p:grpSp>
        <p:pic>
          <p:nvPicPr>
            <p:cNvPr id="1970" name="Google Shape;1970;p88"/>
            <p:cNvPicPr preferRelativeResize="0"/>
            <p:nvPr/>
          </p:nvPicPr>
          <p:blipFill rotWithShape="1">
            <a:blip r:embed="rId4">
              <a:alphaModFix/>
            </a:blip>
            <a:srcRect b="0" l="0" r="0" t="0"/>
            <a:stretch/>
          </p:blipFill>
          <p:spPr>
            <a:xfrm>
              <a:off x="15691654" y="4281104"/>
              <a:ext cx="2094181" cy="2746345"/>
            </a:xfrm>
            <a:prstGeom prst="rect">
              <a:avLst/>
            </a:prstGeom>
            <a:noFill/>
            <a:ln>
              <a:noFill/>
            </a:ln>
          </p:spPr>
        </p:pic>
      </p:grpSp>
    </p:spTree>
  </p:cSld>
  <p:clrMapOvr>
    <a:masterClrMapping/>
  </p:clrMapOvr>
</p:sld>
</file>

<file path=ppt/theme/theme1.xml><?xml version="1.0" encoding="utf-8"?>
<a:theme xmlns:a="http://schemas.openxmlformats.org/drawingml/2006/main" xmlns:r="http://schemas.openxmlformats.org/officeDocument/2006/relationships" name="Construct Brand Theme">
  <a:themeElements>
    <a:clrScheme name="Custom 1">
      <a:dk1>
        <a:srgbClr val="000000"/>
      </a:dk1>
      <a:lt1>
        <a:srgbClr val="FFFFFF"/>
      </a:lt1>
      <a:dk2>
        <a:srgbClr val="1F497D"/>
      </a:dk2>
      <a:lt2>
        <a:srgbClr val="E6E6E6"/>
      </a:lt2>
      <a:accent1>
        <a:srgbClr val="1E5AA8"/>
      </a:accent1>
      <a:accent2>
        <a:srgbClr val="CC0000"/>
      </a:accent2>
      <a:accent3>
        <a:srgbClr val="00852B"/>
      </a:accent3>
      <a:accent4>
        <a:srgbClr val="901F76"/>
      </a:accent4>
      <a:accent5>
        <a:srgbClr val="FAC80A"/>
      </a:accent5>
      <a:accent6>
        <a:srgbClr val="808080"/>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